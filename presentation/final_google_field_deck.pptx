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29.xml"/>
  <Override ContentType="application/vnd.openxmlformats-officedocument.presentationml.slideLayout+xml" PartName="/ppt/slideLayouts/slideLayout9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10.xml"/>
  <Override ContentType="application/vnd.openxmlformats-officedocument.presentationml.slideLayout+xml" PartName="/ppt/slideLayouts/slideLayout61.xml"/>
  <Override ContentType="application/vnd.openxmlformats-officedocument.presentationml.slideLayout+xml" PartName="/ppt/slideLayouts/slideLayout12.xml"/>
  <Override ContentType="application/vnd.openxmlformats-officedocument.presentationml.slideLayout+xml" PartName="/ppt/slideLayouts/slideLayout102.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7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9.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71.xml"/>
  <Override ContentType="application/vnd.openxmlformats-officedocument.presentationml.slideLayout+xml" PartName="/ppt/slideLayouts/slideLayout41.xml"/>
  <Override ContentType="application/vnd.openxmlformats-officedocument.presentationml.slideLayout+xml" PartName="/ppt/slideLayouts/slideLayout84.xml"/>
  <Override ContentType="application/vnd.openxmlformats-officedocument.presentationml.slideLayout+xml" PartName="/ppt/slideLayouts/slideLayout24.xml"/>
  <Override ContentType="application/vnd.openxmlformats-officedocument.presentationml.slideLayout+xml" PartName="/ppt/slideLayouts/slideLayout67.xml"/>
  <Override ContentType="application/vnd.openxmlformats-officedocument.presentationml.slideLayout+xml" PartName="/ppt/slideLayouts/slideLayout92.xml"/>
  <Override ContentType="application/vnd.openxmlformats-officedocument.presentationml.slideLayout+xml" PartName="/ppt/slideLayouts/slideLayout83.xml"/>
  <Override ContentType="application/vnd.openxmlformats-officedocument.presentationml.slideLayout+xml" PartName="/ppt/slideLayouts/slideLayout40.xml"/>
  <Override ContentType="application/vnd.openxmlformats-officedocument.presentationml.slideLayout+xml" PartName="/ppt/slideLayouts/slideLayout17.xml"/>
  <Override ContentType="application/vnd.openxmlformats-officedocument.presentationml.slideLayout+xml" PartName="/ppt/slideLayouts/slideLayout34.xml"/>
  <Override ContentType="application/vnd.openxmlformats-officedocument.presentationml.slideLayout+xml" PartName="/ppt/slideLayouts/slideLayout90.xml"/>
  <Override ContentType="application/vnd.openxmlformats-officedocument.presentationml.slideLayout+xml" PartName="/ppt/slideLayouts/slideLayout6.xml"/>
  <Override ContentType="application/vnd.openxmlformats-officedocument.presentationml.slideLayout+xml" PartName="/ppt/slideLayouts/slideLayout106.xml"/>
  <Override ContentType="application/vnd.openxmlformats-officedocument.presentationml.slideLayout+xml" PartName="/ppt/slideLayouts/slideLayout77.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86.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69.xml"/>
  <Override ContentType="application/vnd.openxmlformats-officedocument.presentationml.slideLayout+xml" PartName="/ppt/slideLayouts/slideLayout94.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28.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8.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10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Layout+xml" PartName="/ppt/slideLayouts/slideLayout97.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03.xml"/>
  <Override ContentType="application/vnd.openxmlformats-officedocument.presentationml.slideLayout+xml" PartName="/ppt/slideLayouts/slideLayout46.xml"/>
  <Override ContentType="application/vnd.openxmlformats-officedocument.presentationml.slideLayout+xml" PartName="/ppt/slideLayouts/slideLayout89.xml"/>
  <Override ContentType="application/vnd.openxmlformats-officedocument.presentationml.slideLayout+xml" PartName="/ppt/slideLayouts/slideLayout70.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52.xml"/>
  <Override ContentType="application/vnd.openxmlformats-officedocument.presentationml.slideLayout+xml" PartName="/ppt/slideLayouts/slideLayout95.xml"/>
  <Override ContentType="application/vnd.openxmlformats-officedocument.presentationml.slideLayout+xml" PartName="/ppt/slideLayouts/slideLayout101.xml"/>
  <Override ContentType="application/vnd.openxmlformats-officedocument.presentationml.slideLayout+xml" PartName="/ppt/slideLayouts/slideLayout64.xml"/>
  <Override ContentType="application/vnd.openxmlformats-officedocument.presentationml.slideLayout+xml" PartName="/ppt/slideLayouts/slideLayout99.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18.xml"/>
  <Override ContentType="application/vnd.openxmlformats-officedocument.presentationml.slideLayout+xml" PartName="/ppt/slideLayouts/slideLayout105.xml"/>
  <Override ContentType="application/vnd.openxmlformats-officedocument.presentationml.slideLayout+xml" PartName="/ppt/slideLayouts/slideLayout48.xml"/>
  <Override ContentType="application/vnd.openxmlformats-officedocument.presentationml.slideLayout+xml" PartName="/ppt/slideLayouts/slideLayout85.xml"/>
  <Override ContentType="application/vnd.openxmlformats-officedocument.presentationml.slideLayout+xml" PartName="/ppt/slideLayouts/slideLayout72.xml"/>
  <Override ContentType="application/vnd.openxmlformats-officedocument.presentationml.slideLayout+xml" PartName="/ppt/slideLayouts/slideLayout7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23.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76.xml"/>
  <Override ContentType="application/vnd.openxmlformats-officedocument.presentationml.slideLayout+xml" PartName="/ppt/slideLayouts/slideLayout107.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109.xml"/>
  <Override ContentType="application/vnd.openxmlformats-officedocument.presentationml.slideLayout+xml" PartName="/ppt/slideLayouts/slideLayout42.xml"/>
  <Override ContentType="application/vnd.openxmlformats-officedocument.presentationml.slideLayout+xml" PartName="/ppt/slideLayouts/slideLayout91.xml"/>
  <Override ContentType="application/vnd.openxmlformats-officedocument.presentationml.slideLayout+xml" PartName="/ppt/slideLayouts/slideLayout68.xml"/>
  <Override ContentType="application/vnd.openxmlformats-officedocument.presentationml.slideLayout+xml" PartName="/ppt/slideLayouts/slideLayout82.xml"/>
  <Override ContentType="application/vnd.openxmlformats-officedocument.presentationml.slideLayout+xml" PartName="/ppt/slideLayouts/slideLayout100.xml"/>
  <Override ContentType="application/vnd.openxmlformats-officedocument.presentationml.slideLayout+xml" PartName="/ppt/slideLayouts/slideLayout57.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8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93.xml"/>
  <Override ContentType="application/vnd.openxmlformats-officedocument.presentationml.slideLayout+xml" PartName="/ppt/slideLayouts/slideLayout27.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758" r:id="rId4"/>
    <p:sldMasterId id="214748375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12" Type="http://schemas.openxmlformats.org/officeDocument/2006/relationships/slide" Target="slides/slide6.xml"/><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7" name="Shape 2427"/>
        <p:cNvGrpSpPr/>
        <p:nvPr/>
      </p:nvGrpSpPr>
      <p:grpSpPr>
        <a:xfrm>
          <a:off x="0" y="0"/>
          <a:ext cx="0" cy="0"/>
          <a:chOff x="0" y="0"/>
          <a:chExt cx="0" cy="0"/>
        </a:xfrm>
      </p:grpSpPr>
      <p:sp>
        <p:nvSpPr>
          <p:cNvPr id="2428" name="Google Shape;2428;gdf21ba8bf2_6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9" name="Google Shape;2429;gdf21ba8bf2_6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2" name="Shape 2442"/>
        <p:cNvGrpSpPr/>
        <p:nvPr/>
      </p:nvGrpSpPr>
      <p:grpSpPr>
        <a:xfrm>
          <a:off x="0" y="0"/>
          <a:ext cx="0" cy="0"/>
          <a:chOff x="0" y="0"/>
          <a:chExt cx="0" cy="0"/>
        </a:xfrm>
      </p:grpSpPr>
      <p:sp>
        <p:nvSpPr>
          <p:cNvPr id="2443" name="Google Shape;2443;g3d1a2a482bf_1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4" name="Google Shape;2444;g3d1a2a482bf_1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2" name="Shape 2452"/>
        <p:cNvGrpSpPr/>
        <p:nvPr/>
      </p:nvGrpSpPr>
      <p:grpSpPr>
        <a:xfrm>
          <a:off x="0" y="0"/>
          <a:ext cx="0" cy="0"/>
          <a:chOff x="0" y="0"/>
          <a:chExt cx="0" cy="0"/>
        </a:xfrm>
      </p:grpSpPr>
      <p:sp>
        <p:nvSpPr>
          <p:cNvPr id="2453" name="Google Shape;2453;g3da0517e24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54" name="Google Shape;2454;g3da0517e24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9" name="Shape 2459"/>
        <p:cNvGrpSpPr/>
        <p:nvPr/>
      </p:nvGrpSpPr>
      <p:grpSpPr>
        <a:xfrm>
          <a:off x="0" y="0"/>
          <a:ext cx="0" cy="0"/>
          <a:chOff x="0" y="0"/>
          <a:chExt cx="0" cy="0"/>
        </a:xfrm>
      </p:grpSpPr>
      <p:sp>
        <p:nvSpPr>
          <p:cNvPr id="2460" name="Google Shape;2460;g3da0517e24d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1" name="Google Shape;2461;g3da0517e24d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8" name="Shape 2468"/>
        <p:cNvGrpSpPr/>
        <p:nvPr/>
      </p:nvGrpSpPr>
      <p:grpSpPr>
        <a:xfrm>
          <a:off x="0" y="0"/>
          <a:ext cx="0" cy="0"/>
          <a:chOff x="0" y="0"/>
          <a:chExt cx="0" cy="0"/>
        </a:xfrm>
      </p:grpSpPr>
      <p:sp>
        <p:nvSpPr>
          <p:cNvPr id="2469" name="Google Shape;2469;g3d1a2a482b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0" name="Google Shape;2470;g3d1a2a482b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6" name="Shape 2476"/>
        <p:cNvGrpSpPr/>
        <p:nvPr/>
      </p:nvGrpSpPr>
      <p:grpSpPr>
        <a:xfrm>
          <a:off x="0" y="0"/>
          <a:ext cx="0" cy="0"/>
          <a:chOff x="0" y="0"/>
          <a:chExt cx="0" cy="0"/>
        </a:xfrm>
      </p:grpSpPr>
      <p:sp>
        <p:nvSpPr>
          <p:cNvPr id="2477" name="Google Shape;2477;g3d1a2a482bf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8" name="Google Shape;2478;g3d1a2a482bf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2" name="Shape 2482"/>
        <p:cNvGrpSpPr/>
        <p:nvPr/>
      </p:nvGrpSpPr>
      <p:grpSpPr>
        <a:xfrm>
          <a:off x="0" y="0"/>
          <a:ext cx="0" cy="0"/>
          <a:chOff x="0" y="0"/>
          <a:chExt cx="0" cy="0"/>
        </a:xfrm>
      </p:grpSpPr>
      <p:sp>
        <p:nvSpPr>
          <p:cNvPr id="2483" name="Google Shape;2483;g3d1a2a482bf_0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4" name="Google Shape;2484;g3d1a2a482bf_0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None/>
            </a:pPr>
            <a:r>
              <a:rPr lang="en" sz="1900">
                <a:solidFill>
                  <a:srgbClr val="19264D"/>
                </a:solidFill>
                <a:latin typeface="Lato"/>
                <a:ea typeface="Lato"/>
                <a:cs typeface="Lato"/>
                <a:sym typeface="Lato"/>
              </a:rPr>
              <a:t>So what are some challenges with style transfer?</a:t>
            </a:r>
            <a:endParaRPr sz="1900">
              <a:solidFill>
                <a:srgbClr val="19264D"/>
              </a:solidFill>
              <a:latin typeface="Lato"/>
              <a:ea typeface="Lato"/>
              <a:cs typeface="Lato"/>
              <a:sym typeface="Lato"/>
            </a:endParaRPr>
          </a:p>
          <a:p>
            <a:pPr indent="0" lvl="0" marL="0" rtl="0" algn="l">
              <a:lnSpc>
                <a:spcPct val="115000"/>
              </a:lnSpc>
              <a:spcBef>
                <a:spcPts val="1200"/>
              </a:spcBef>
              <a:spcAft>
                <a:spcPts val="0"/>
              </a:spcAft>
              <a:buClr>
                <a:schemeClr val="dk1"/>
              </a:buClr>
              <a:buSzPts val="1100"/>
              <a:buFont typeface="Arial"/>
              <a:buNone/>
            </a:pPr>
            <a:r>
              <a:rPr lang="en" sz="1900">
                <a:solidFill>
                  <a:srgbClr val="19264D"/>
                </a:solidFill>
                <a:latin typeface="Lato"/>
                <a:ea typeface="Lato"/>
                <a:cs typeface="Lato"/>
                <a:sym typeface="Lato"/>
              </a:rPr>
              <a:t>The first one is the disentanglement problem</a:t>
            </a:r>
            <a:endParaRPr sz="1900">
              <a:solidFill>
                <a:srgbClr val="19264D"/>
              </a:solidFill>
              <a:latin typeface="Lato"/>
              <a:ea typeface="Lato"/>
              <a:cs typeface="Lato"/>
              <a:sym typeface="Lato"/>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The model needs to preserve some factors and change others. Without explicit disentanglement of content and style, any attempts to change timbre or genre may damage melody, rhythm, or phrase structure. </a:t>
            </a:r>
            <a:endParaRPr>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0" name="Shape 2490"/>
        <p:cNvGrpSpPr/>
        <p:nvPr/>
      </p:nvGrpSpPr>
      <p:grpSpPr>
        <a:xfrm>
          <a:off x="0" y="0"/>
          <a:ext cx="0" cy="0"/>
          <a:chOff x="0" y="0"/>
          <a:chExt cx="0" cy="0"/>
        </a:xfrm>
      </p:grpSpPr>
      <p:sp>
        <p:nvSpPr>
          <p:cNvPr id="2491" name="Google Shape;2491;g3d1a2a482bf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2" name="Google Shape;2492;g3d1a2a482bf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rPr>
              <a:t>a central challenge is finding a representation that is expressive enough for music and structured enough for controllable transfer. </a:t>
            </a:r>
            <a:endParaRPr>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6" name="Shape 2496"/>
        <p:cNvGrpSpPr/>
        <p:nvPr/>
      </p:nvGrpSpPr>
      <p:grpSpPr>
        <a:xfrm>
          <a:off x="0" y="0"/>
          <a:ext cx="0" cy="0"/>
          <a:chOff x="0" y="0"/>
          <a:chExt cx="0" cy="0"/>
        </a:xfrm>
      </p:grpSpPr>
      <p:sp>
        <p:nvSpPr>
          <p:cNvPr id="2497" name="Google Shape;2497;g3d1a2a482bf_0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8" name="Google Shape;2498;g3d1a2a482bf_0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5" name="Shape 2505"/>
        <p:cNvGrpSpPr/>
        <p:nvPr/>
      </p:nvGrpSpPr>
      <p:grpSpPr>
        <a:xfrm>
          <a:off x="0" y="0"/>
          <a:ext cx="0" cy="0"/>
          <a:chOff x="0" y="0"/>
          <a:chExt cx="0" cy="0"/>
        </a:xfrm>
      </p:grpSpPr>
      <p:sp>
        <p:nvSpPr>
          <p:cNvPr id="2506" name="Google Shape;2506;g3d1a2a482bf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07" name="Google Shape;2507;g3d1a2a482bf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2" name="Shape 2512"/>
        <p:cNvGrpSpPr/>
        <p:nvPr/>
      </p:nvGrpSpPr>
      <p:grpSpPr>
        <a:xfrm>
          <a:off x="0" y="0"/>
          <a:ext cx="0" cy="0"/>
          <a:chOff x="0" y="0"/>
          <a:chExt cx="0" cy="0"/>
        </a:xfrm>
      </p:grpSpPr>
      <p:sp>
        <p:nvSpPr>
          <p:cNvPr id="2513" name="Google Shape;2513;g3d1a2a482bf_0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4" name="Google Shape;2514;g3d1a2a482bf_0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0" name="Shape 2520"/>
        <p:cNvGrpSpPr/>
        <p:nvPr/>
      </p:nvGrpSpPr>
      <p:grpSpPr>
        <a:xfrm>
          <a:off x="0" y="0"/>
          <a:ext cx="0" cy="0"/>
          <a:chOff x="0" y="0"/>
          <a:chExt cx="0" cy="0"/>
        </a:xfrm>
      </p:grpSpPr>
      <p:sp>
        <p:nvSpPr>
          <p:cNvPr id="2521" name="Google Shape;2521;g3d1a2a482bf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2" name="Google Shape;2522;g3d1a2a482bf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8" name="Shape 2528"/>
        <p:cNvGrpSpPr/>
        <p:nvPr/>
      </p:nvGrpSpPr>
      <p:grpSpPr>
        <a:xfrm>
          <a:off x="0" y="0"/>
          <a:ext cx="0" cy="0"/>
          <a:chOff x="0" y="0"/>
          <a:chExt cx="0" cy="0"/>
        </a:xfrm>
      </p:grpSpPr>
      <p:sp>
        <p:nvSpPr>
          <p:cNvPr id="2529" name="Google Shape;2529;g3d1a2a482bf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0" name="Google Shape;2530;g3d1a2a482bf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The Fourier Transform answers a simple question: </a:t>
            </a:r>
            <a:r>
              <a:rPr b="1" lang="en">
                <a:solidFill>
                  <a:schemeClr val="dk1"/>
                </a:solidFill>
              </a:rPr>
              <a:t>what is this signal made of?</a:t>
            </a:r>
            <a:endParaRPr b="1">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Any signal, like audio signals, can be broken down into individual sinusoids, each with their own frequency, amplitude, and position in time.</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5" name="Shape 2535"/>
        <p:cNvGrpSpPr/>
        <p:nvPr/>
      </p:nvGrpSpPr>
      <p:grpSpPr>
        <a:xfrm>
          <a:off x="0" y="0"/>
          <a:ext cx="0" cy="0"/>
          <a:chOff x="0" y="0"/>
          <a:chExt cx="0" cy="0"/>
        </a:xfrm>
      </p:grpSpPr>
      <p:sp>
        <p:nvSpPr>
          <p:cNvPr id="2536" name="Google Shape;2536;g3d1a2a482bf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7" name="Google Shape;2537;g3d1a2a482bf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Let's just go over the formula. f(t) is the raw audio waveform. F of omega is the output. instead of telling you amplitude over time, it will tell you </a:t>
            </a:r>
            <a:r>
              <a:rPr b="1" lang="en">
                <a:solidFill>
                  <a:schemeClr val="dk1"/>
                </a:solidFill>
              </a:rPr>
              <a:t>strength at each frequency</a:t>
            </a:r>
            <a:r>
              <a:rPr lang="en">
                <a:solidFill>
                  <a:schemeClr val="dk1"/>
                </a:solidFill>
              </a:rPr>
              <a:t>.</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The integral means we look at the entire signal from beginning to end over every time step.</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This e term is a sinusoid (so a wave). And the multiplication between the sinusoid and the audio signal is the comparison step. We're matching our signal against a pure sine wave at frequency omega, moment by moment. When they line up, the result is large. When they don't, the positives and negatives cancel out to nothing.</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The integral then sums all of that up.</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And we do this </a:t>
            </a:r>
            <a:r>
              <a:rPr b="1" lang="en">
                <a:solidFill>
                  <a:schemeClr val="dk1"/>
                </a:solidFill>
              </a:rPr>
              <a:t>for every possible frequency</a:t>
            </a:r>
            <a:r>
              <a:rPr lang="en">
                <a:solidFill>
                  <a:schemeClr val="dk1"/>
                </a:solidFill>
              </a:rPr>
              <a:t> omega. Each time, we're asking: how strongly does this frequency appear in the signal?</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4" name="Shape 2544"/>
        <p:cNvGrpSpPr/>
        <p:nvPr/>
      </p:nvGrpSpPr>
      <p:grpSpPr>
        <a:xfrm>
          <a:off x="0" y="0"/>
          <a:ext cx="0" cy="0"/>
          <a:chOff x="0" y="0"/>
          <a:chExt cx="0" cy="0"/>
        </a:xfrm>
      </p:grpSpPr>
      <p:sp>
        <p:nvSpPr>
          <p:cNvPr id="2545" name="Google Shape;2545;g3d1a2a482bf_0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6" name="Google Shape;2546;g3d1a2a482bf_0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But there's a problem. The Fourier Transform looks at the entire signal at once — so it tells you </a:t>
            </a:r>
            <a:r>
              <a:rPr i="1" lang="en">
                <a:solidFill>
                  <a:schemeClr val="dk1"/>
                </a:solidFill>
              </a:rPr>
              <a:t>which</a:t>
            </a:r>
            <a:r>
              <a:rPr lang="en">
                <a:solidFill>
                  <a:schemeClr val="dk1"/>
                </a:solidFill>
              </a:rPr>
              <a:t> frequencies exist, but not </a:t>
            </a:r>
            <a:r>
              <a:rPr i="1" lang="en">
                <a:solidFill>
                  <a:schemeClr val="dk1"/>
                </a:solidFill>
              </a:rPr>
              <a:t>when</a:t>
            </a:r>
            <a:r>
              <a:rPr lang="en">
                <a:solidFill>
                  <a:schemeClr val="dk1"/>
                </a:solidFill>
              </a:rPr>
              <a:t> they appear. For something like music, that's a big limitation. It would be like compressing the whole x axis into a single line on this spectrogram. </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2" name="Shape 2552"/>
        <p:cNvGrpSpPr/>
        <p:nvPr/>
      </p:nvGrpSpPr>
      <p:grpSpPr>
        <a:xfrm>
          <a:off x="0" y="0"/>
          <a:ext cx="0" cy="0"/>
          <a:chOff x="0" y="0"/>
          <a:chExt cx="0" cy="0"/>
        </a:xfrm>
      </p:grpSpPr>
      <p:sp>
        <p:nvSpPr>
          <p:cNvPr id="2553" name="Google Shape;2553;g3d1a2a482bf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54" name="Google Shape;2554;g3d1a2a482bf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The Short-Time Fourier Transform fixes this with one simple idea: instead of looking at the entire signal at once, you only look at a small slice at a time.</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You do this by multiplying your signal by a window function. This is a bump that picks out one moment and zeroes out everything else. You're essentially saying: </a:t>
            </a:r>
            <a:r>
              <a:rPr i="1" lang="en">
                <a:solidFill>
                  <a:schemeClr val="dk1"/>
                </a:solidFill>
              </a:rPr>
              <a:t>only look here, right now.</a:t>
            </a:r>
            <a:endParaRPr i="1">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
                <a:solidFill>
                  <a:schemeClr val="dk1"/>
                </a:solidFill>
              </a:rPr>
              <a:t>You then slide that window along the signal from beginning to end. At each position, you run a fresh Fourier Transform on just that slice. Each one tells you which frequencies were present at that moment.</a:t>
            </a:r>
            <a:endParaRPr>
              <a:solidFill>
                <a:schemeClr val="dk1"/>
              </a:solidFill>
            </a:endParaRPr>
          </a:p>
          <a:p>
            <a:pPr indent="0" lvl="0" marL="0" rtl="0" algn="l">
              <a:lnSpc>
                <a:spcPct val="115000"/>
              </a:lnSpc>
              <a:spcBef>
                <a:spcPts val="1200"/>
              </a:spcBef>
              <a:spcAft>
                <a:spcPts val="1200"/>
              </a:spcAft>
              <a:buClr>
                <a:schemeClr val="dk1"/>
              </a:buClr>
              <a:buSzPts val="1100"/>
              <a:buFont typeface="Arial"/>
              <a:buNone/>
            </a:pPr>
            <a:r>
              <a:rPr lang="en">
                <a:solidFill>
                  <a:schemeClr val="dk1"/>
                </a:solidFill>
              </a:rPr>
              <a:t>When you stack all those results side by side you get a spectrogram. Each cell tells you how strongly this frequency was present at that moment. Bright means strong, dark means absent.</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1" name="Shape 2561"/>
        <p:cNvGrpSpPr/>
        <p:nvPr/>
      </p:nvGrpSpPr>
      <p:grpSpPr>
        <a:xfrm>
          <a:off x="0" y="0"/>
          <a:ext cx="0" cy="0"/>
          <a:chOff x="0" y="0"/>
          <a:chExt cx="0" cy="0"/>
        </a:xfrm>
      </p:grpSpPr>
      <p:sp>
        <p:nvSpPr>
          <p:cNvPr id="2562" name="Google Shape;2562;g3d1d1664077_1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3" name="Google Shape;2563;g3d1d1664077_1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rPr>
              <a:t>Even if a model preserves the right structure and moves toward the target style, it can still sound bad. Audio is unforgiving. Small errors in phase, attacks, periodic structure, or transitions create artifacts that listeners notice immediately. </a:t>
            </a:r>
            <a:endParaRPr>
              <a:solidFill>
                <a:schemeClr val="dk1"/>
              </a:solidFill>
            </a:endParaRPr>
          </a:p>
          <a:p>
            <a:pPr indent="0" lvl="0" marL="0" rtl="0" algn="l">
              <a:spcBef>
                <a:spcPts val="0"/>
              </a:spcBef>
              <a:spcAft>
                <a:spcPts val="0"/>
              </a:spcAft>
              <a:buNone/>
            </a:pPr>
            <a:r>
              <a:rPr lang="en"/>
              <a:t>Just to be clear, when we talk about artifacts, we are talking about unintended audible distortions.</a:t>
            </a:r>
            <a:endParaRPr/>
          </a:p>
          <a:p>
            <a:pPr indent="0" lvl="0" marL="0" rtl="0" algn="l">
              <a:spcBef>
                <a:spcPts val="0"/>
              </a:spcBef>
              <a:spcAft>
                <a:spcPts val="0"/>
              </a:spcAft>
              <a:buNone/>
            </a:pPr>
            <a:r>
              <a:rPr lang="en"/>
              <a:t>Examples would include phase artifacts, which are caused by incorrect wave relationships</a:t>
            </a:r>
            <a:endParaRPr/>
          </a:p>
          <a:p>
            <a:pPr indent="0" lvl="0" marL="0" rtl="0" algn="l">
              <a:spcBef>
                <a:spcPts val="0"/>
              </a:spcBef>
              <a:spcAft>
                <a:spcPts val="0"/>
              </a:spcAft>
              <a:buNone/>
            </a:pPr>
            <a:r>
              <a:rPr lang="en"/>
              <a:t>Warbling, often caused by poor generative models</a:t>
            </a:r>
            <a:endParaRPr/>
          </a:p>
          <a:p>
            <a:pPr indent="0" lvl="0" marL="0" rtl="0" algn="l">
              <a:spcBef>
                <a:spcPts val="0"/>
              </a:spcBef>
              <a:spcAft>
                <a:spcPts val="0"/>
              </a:spcAft>
              <a:buNone/>
            </a:pPr>
            <a:r>
              <a:rPr lang="en"/>
              <a:t>Temporal artifacts, weird timing issues</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8" name="Shape 2568"/>
        <p:cNvGrpSpPr/>
        <p:nvPr/>
      </p:nvGrpSpPr>
      <p:grpSpPr>
        <a:xfrm>
          <a:off x="0" y="0"/>
          <a:ext cx="0" cy="0"/>
          <a:chOff x="0" y="0"/>
          <a:chExt cx="0" cy="0"/>
        </a:xfrm>
      </p:grpSpPr>
      <p:sp>
        <p:nvSpPr>
          <p:cNvPr id="2569" name="Google Shape;2569;g3d1a2a482bf_0_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0" name="Google Shape;2570;g3d1a2a482bf_0_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rPr>
              <a:t>Even if a model preserves the right structure and moves toward the target style, it can still sound bad. Audio is unforgiving. Small errors in phase, attacks, periodic structure, or transitions create artifacts that listeners notice immediately. </a:t>
            </a:r>
            <a:endParaRPr>
              <a:solidFill>
                <a:schemeClr val="dk1"/>
              </a:solidFill>
            </a:endParaRPr>
          </a:p>
          <a:p>
            <a:pPr indent="0" lvl="0" marL="0" rtl="0" algn="l">
              <a:spcBef>
                <a:spcPts val="0"/>
              </a:spcBef>
              <a:spcAft>
                <a:spcPts val="0"/>
              </a:spcAft>
              <a:buNone/>
            </a:pPr>
            <a:r>
              <a:rPr lang="en"/>
              <a:t>Just to be clear, when we talk about artifacts, we are talking about </a:t>
            </a:r>
            <a:r>
              <a:rPr lang="en"/>
              <a:t>unintended</a:t>
            </a:r>
            <a:r>
              <a:rPr lang="en"/>
              <a:t> audible distortions.</a:t>
            </a:r>
            <a:endParaRPr/>
          </a:p>
          <a:p>
            <a:pPr indent="0" lvl="0" marL="0" rtl="0" algn="l">
              <a:spcBef>
                <a:spcPts val="0"/>
              </a:spcBef>
              <a:spcAft>
                <a:spcPts val="0"/>
              </a:spcAft>
              <a:buNone/>
            </a:pPr>
            <a:r>
              <a:rPr lang="en"/>
              <a:t>Examples would include phase artifacts, which are caused by incorrect wave relationships</a:t>
            </a:r>
            <a:endParaRPr/>
          </a:p>
          <a:p>
            <a:pPr indent="0" lvl="0" marL="0" rtl="0" algn="l">
              <a:spcBef>
                <a:spcPts val="0"/>
              </a:spcBef>
              <a:spcAft>
                <a:spcPts val="0"/>
              </a:spcAft>
              <a:buNone/>
            </a:pPr>
            <a:r>
              <a:rPr lang="en"/>
              <a:t>Warbling, often caused by poor generative models</a:t>
            </a:r>
            <a:endParaRPr/>
          </a:p>
          <a:p>
            <a:pPr indent="0" lvl="0" marL="0" rtl="0" algn="l">
              <a:spcBef>
                <a:spcPts val="0"/>
              </a:spcBef>
              <a:spcAft>
                <a:spcPts val="0"/>
              </a:spcAft>
              <a:buNone/>
            </a:pPr>
            <a:r>
              <a:rPr lang="en"/>
              <a:t>Temporal artifacts, weird timing issues</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4" name="Shape 2574"/>
        <p:cNvGrpSpPr/>
        <p:nvPr/>
      </p:nvGrpSpPr>
      <p:grpSpPr>
        <a:xfrm>
          <a:off x="0" y="0"/>
          <a:ext cx="0" cy="0"/>
          <a:chOff x="0" y="0"/>
          <a:chExt cx="0" cy="0"/>
        </a:xfrm>
      </p:grpSpPr>
      <p:sp>
        <p:nvSpPr>
          <p:cNvPr id="2575" name="Google Shape;2575;g3d1a2a482bf_0_2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6" name="Google Shape;2576;g3d1a2a482bf_0_2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rPr>
              <a:t>A five-second clip can sound good while a longer piece falls apart. Style-transfer systems therefore need not only local quality, but also consistency over longer spans. That includes continuity at chunk boundaries, stable timbral character, and preservation of musical phrasing. </a:t>
            </a:r>
            <a:endParaRPr>
              <a:solidFill>
                <a:schemeClr val="dk1"/>
              </a:solidFill>
            </a:endParaRPr>
          </a:p>
          <a:p>
            <a:pPr indent="0" lvl="0" marL="0" rtl="0" algn="l">
              <a:lnSpc>
                <a:spcPct val="115000"/>
              </a:lnSpc>
              <a:spcBef>
                <a:spcPts val="0"/>
              </a:spcBef>
              <a:spcAft>
                <a:spcPts val="0"/>
              </a:spcAft>
              <a:buNone/>
            </a:pPr>
            <a:r>
              <a:t/>
            </a:r>
            <a:endParaRPr>
              <a:solidFill>
                <a:schemeClr val="dk1"/>
              </a:solidFill>
            </a:endParaRPr>
          </a:p>
          <a:p>
            <a:pPr indent="0" lvl="0" marL="0" rtl="0" algn="l">
              <a:lnSpc>
                <a:spcPct val="115000"/>
              </a:lnSpc>
              <a:spcBef>
                <a:spcPts val="0"/>
              </a:spcBef>
              <a:spcAft>
                <a:spcPts val="0"/>
              </a:spcAft>
              <a:buNone/>
            </a:pPr>
            <a:r>
              <a:rPr b="1" lang="en">
                <a:solidFill>
                  <a:schemeClr val="dk1"/>
                </a:solidFill>
              </a:rPr>
              <a:t>Why these challenges matter </a:t>
            </a:r>
            <a:endParaRPr b="1">
              <a:solidFill>
                <a:schemeClr val="dk1"/>
              </a:solidFill>
            </a:endParaRPr>
          </a:p>
          <a:p>
            <a:pPr indent="0" lvl="0" marL="0" rtl="0" algn="l">
              <a:lnSpc>
                <a:spcPct val="115000"/>
              </a:lnSpc>
              <a:spcBef>
                <a:spcPts val="0"/>
              </a:spcBef>
              <a:spcAft>
                <a:spcPts val="0"/>
              </a:spcAft>
              <a:buNone/>
            </a:pPr>
            <a:r>
              <a:rPr lang="en">
                <a:solidFill>
                  <a:schemeClr val="dk1"/>
                </a:solidFill>
              </a:rPr>
              <a:t>These four problems give us a better way to organize the field</a:t>
            </a: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lang="en">
                <a:solidFill>
                  <a:schemeClr val="dk1"/>
                </a:solidFill>
              </a:rPr>
              <a:t>early models mostly struggled with representation and realism</a:t>
            </a: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lang="en">
                <a:solidFill>
                  <a:schemeClr val="dk1"/>
                </a:solidFill>
              </a:rPr>
              <a:t>disentanglement methods addressed factor separation</a:t>
            </a: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lang="en">
                <a:solidFill>
                  <a:schemeClr val="dk1"/>
                </a:solidFill>
              </a:rPr>
              <a:t>latent audio models improved controllability</a:t>
            </a: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lang="en">
                <a:solidFill>
                  <a:schemeClr val="dk1"/>
                </a:solidFill>
              </a:rPr>
              <a:t>and diffusion-based methods improved re-authoring and long-form flexibility.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1" name="Shape 2581"/>
        <p:cNvGrpSpPr/>
        <p:nvPr/>
      </p:nvGrpSpPr>
      <p:grpSpPr>
        <a:xfrm>
          <a:off x="0" y="0"/>
          <a:ext cx="0" cy="0"/>
          <a:chOff x="0" y="0"/>
          <a:chExt cx="0" cy="0"/>
        </a:xfrm>
      </p:grpSpPr>
      <p:sp>
        <p:nvSpPr>
          <p:cNvPr id="2582" name="Google Shape;2582;g3d1a2a482bf_1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3" name="Google Shape;2583;g3d1a2a482bf_1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Before we get into actual music transfer, it is important to discuss the early days of audio generation using LLMs.</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1" name="Shape 2591"/>
        <p:cNvGrpSpPr/>
        <p:nvPr/>
      </p:nvGrpSpPr>
      <p:grpSpPr>
        <a:xfrm>
          <a:off x="0" y="0"/>
          <a:ext cx="0" cy="0"/>
          <a:chOff x="0" y="0"/>
          <a:chExt cx="0" cy="0"/>
        </a:xfrm>
      </p:grpSpPr>
      <p:sp>
        <p:nvSpPr>
          <p:cNvPr id="2592" name="Google Shape;2592;g3d1a2a482bf_1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3" name="Google Shape;2593;g3d1a2a482bf_1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 will begin with WaveNet. </a:t>
            </a:r>
            <a:r>
              <a:rPr lang="en" sz="1200">
                <a:solidFill>
                  <a:schemeClr val="dk1"/>
                </a:solidFill>
              </a:rPr>
              <a:t>In 2016, Google’s DeepMind introduced WaveNET, which they claimed to be one of the first AI models to generate natural sounding speech, as well as music.  WaveNET is an autoregressive model. Its architecture was based on the PixelCNN, operating by predicting which sounds are most likely to follow one another. WaveNet achieved state-of-the-art results for text-to-speech, with human listeners rating it as significantly more natural than previous systems. It also generated highly realistic music when trained on piano and multi-instrument datasets. </a:t>
            </a:r>
            <a:endParaRPr sz="1200">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sz="1200">
              <a:solidFill>
                <a:schemeClr val="dk1"/>
              </a:solidFill>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rPr>
              <a:t>But again, WaveNet is autoregressive—it generates one sample at a time, making it computationally expensive and slow. Generative Adversarial Networks (GANs) use parallel generation, and therefore are much better suited for tasks such as audio generation and synthesis, as we can see through WaveGan. </a:t>
            </a:r>
            <a:endParaRPr sz="1200">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9" name="Shape 2599"/>
        <p:cNvGrpSpPr/>
        <p:nvPr/>
      </p:nvGrpSpPr>
      <p:grpSpPr>
        <a:xfrm>
          <a:off x="0" y="0"/>
          <a:ext cx="0" cy="0"/>
          <a:chOff x="0" y="0"/>
          <a:chExt cx="0" cy="0"/>
        </a:xfrm>
      </p:grpSpPr>
      <p:sp>
        <p:nvSpPr>
          <p:cNvPr id="2600" name="Google Shape;2600;g3d1a2a482bf_1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1" name="Google Shape;2601;g3d1a2a482bf_1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Now, for a bit of background about GANs for those of you who are unfamiliar, </a:t>
            </a:r>
            <a:r>
              <a:rPr lang="en" sz="1200">
                <a:solidFill>
                  <a:schemeClr val="dk1"/>
                </a:solidFill>
              </a:rPr>
              <a:t>Generative Adversarial Networks (GANs) are a model architecture typically used for image generation. The model operates on two neural networks: a generator and a discriminator which are “at war with each other” so to speak. The Generator can either sample from random noise or have a latent vector as input, and it produces an output which is then fed into the discriminator as a “fake” input. The discriminator’s job is to classify the real inputs and the fake inputs. The generator’s goal is to  improve over time, creating more and more realistic outputs until the discriminator cannot tell what is real and what is fake. The discriminator also wants to improve over time, so that it can get better at determining what is fake and what is not. The overall goal of a GAN is to maximize the number of times the generator output fools the discriminator. </a:t>
            </a:r>
            <a:endParaRPr sz="1200">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5" name="Shape 2605"/>
        <p:cNvGrpSpPr/>
        <p:nvPr/>
      </p:nvGrpSpPr>
      <p:grpSpPr>
        <a:xfrm>
          <a:off x="0" y="0"/>
          <a:ext cx="0" cy="0"/>
          <a:chOff x="0" y="0"/>
          <a:chExt cx="0" cy="0"/>
        </a:xfrm>
      </p:grpSpPr>
      <p:sp>
        <p:nvSpPr>
          <p:cNvPr id="2606" name="Google Shape;2606;g3d1a2a482bf_1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7" name="Google Shape;2607;g3d1a2a482bf_1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rPr>
              <a:t>WaveGAN is the first successful application of GANs to audio.  It adapted a successful GAN for image generation to work with audio.</a:t>
            </a:r>
            <a:endParaRPr sz="1200">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sz="1200">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2" name="Shape 2612"/>
        <p:cNvGrpSpPr/>
        <p:nvPr/>
      </p:nvGrpSpPr>
      <p:grpSpPr>
        <a:xfrm>
          <a:off x="0" y="0"/>
          <a:ext cx="0" cy="0"/>
          <a:chOff x="0" y="0"/>
          <a:chExt cx="0" cy="0"/>
        </a:xfrm>
      </p:grpSpPr>
      <p:sp>
        <p:nvSpPr>
          <p:cNvPr id="2613" name="Google Shape;2613;g3d1a2a482bf_1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4" name="Google Shape;2614;g3d1a2a482bf_1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rPr>
              <a:t>Here is an example of an application of WaveGAN. This was trained on a set of drums. </a:t>
            </a:r>
            <a:endParaRPr sz="1200">
              <a:solidFill>
                <a:schemeClr val="dk1"/>
              </a:solidFill>
            </a:endParaRPr>
          </a:p>
          <a:p>
            <a:pPr indent="0" lvl="0" marL="0" rtl="0" algn="l">
              <a:lnSpc>
                <a:spcPct val="115000"/>
              </a:lnSpc>
              <a:spcBef>
                <a:spcPts val="0"/>
              </a:spcBef>
              <a:spcAft>
                <a:spcPts val="0"/>
              </a:spcAft>
              <a:buNone/>
            </a:pPr>
            <a:r>
              <a:t/>
            </a:r>
            <a:endParaRPr sz="1200">
              <a:solidFill>
                <a:schemeClr val="dk1"/>
              </a:solidFill>
            </a:endParaRPr>
          </a:p>
          <a:p>
            <a:pPr indent="0" lvl="0" marL="0" rtl="0" algn="l">
              <a:lnSpc>
                <a:spcPct val="115000"/>
              </a:lnSpc>
              <a:spcBef>
                <a:spcPts val="0"/>
              </a:spcBef>
              <a:spcAft>
                <a:spcPts val="0"/>
              </a:spcAft>
              <a:buNone/>
            </a:pPr>
            <a:r>
              <a:rPr lang="en" sz="1200">
                <a:solidFill>
                  <a:schemeClr val="dk1"/>
                </a:solidFill>
              </a:rPr>
              <a:t>As you can hear, the quality in this example is quite good; however, WaveGAN has a key issue called phase precession. In generators that use strided convolutions, such as WaveGAN, the stride rarely aligns perfectly with the exact periodicity of the audio waveform. When this misalignment happens, the alignment between the filter and the waveform's period drifts over time. The problem is that the generator must produce a single waveform, which contains hundreds of different frequencies, each with its own period. Because the stride is fixed, it cannot simultaneously align perfectly with every frequency. During training, the model tries to learn the correct phase relationships, but the architecture itself prevents it from succeeding. The result is that the generated audio lacks phase coherence—frequencies that should work together harmonically are out of sync. Therefore WaveGANs outputs are often "phasey," distorted, or unnatural because the phase relationships between frequency components are inconsistent, and thus, the quality of its output is not as good as WaveNet’s output. The second issue is that WaveGANs output a fixed length audio clip of approximately 1 second. If we want a longer audio output, we have to stitch together multiple audio output clips which cause phase artifacts.  </a:t>
            </a:r>
            <a:endParaRPr sz="1200">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sz="1200">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1" name="Shape 2621"/>
        <p:cNvGrpSpPr/>
        <p:nvPr/>
      </p:nvGrpSpPr>
      <p:grpSpPr>
        <a:xfrm>
          <a:off x="0" y="0"/>
          <a:ext cx="0" cy="0"/>
          <a:chOff x="0" y="0"/>
          <a:chExt cx="0" cy="0"/>
        </a:xfrm>
      </p:grpSpPr>
      <p:sp>
        <p:nvSpPr>
          <p:cNvPr id="2622" name="Google Shape;2622;g3d1a2a482bf_1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3" name="Google Shape;2623;g3d1a2a482bf_1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rPr>
              <a:t>That’s where GANSynth comes in. Instead of generating raw audio waveforms directly, GANSynth generates spectrograms—specifically, log magnitude spectrograms and Instantaneous Frequency (or IF) spectrograms. </a:t>
            </a:r>
            <a:endParaRPr sz="1200">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sz="1200">
              <a:solidFill>
                <a:schemeClr val="dk1"/>
              </a:solidFill>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rPr>
              <a:t>Why does this help? Because Instantaneous Frequency is alignment-invariant. Instantaneous Frequency measures the rate of change in the phase, and therefore, unlike raw phase, which shifts unpredictably when alignments change, IF varies smoothly and doesn't suffer from the same precession issues. We can then use the IF to recover the unwrapped phase, which is then converted back to audio the inverse short-time fourier transform.</a:t>
            </a:r>
            <a:endParaRPr sz="1200">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sz="1200">
              <a:solidFill>
                <a:schemeClr val="dk1"/>
              </a:solidFill>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rPr>
              <a:t>By generating phase through integration of a smoothly varying IF, GANSynth automatically produces continuous, unwrapped phase that guarantees realistic waveform structure. This solves the phase precession problem that WaveGAN faced, and it has the benefit of being significantly faster than WaveNet.</a:t>
            </a:r>
            <a:endParaRPr sz="1200">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7" name="Shape 2637"/>
        <p:cNvGrpSpPr/>
        <p:nvPr/>
      </p:nvGrpSpPr>
      <p:grpSpPr>
        <a:xfrm>
          <a:off x="0" y="0"/>
          <a:ext cx="0" cy="0"/>
          <a:chOff x="0" y="0"/>
          <a:chExt cx="0" cy="0"/>
        </a:xfrm>
      </p:grpSpPr>
      <p:sp>
        <p:nvSpPr>
          <p:cNvPr id="2638" name="Google Shape;2638;g3d1a2a482bf_1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39" name="Google Shape;2639;g3d1a2a482bf_1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an example comparing WaveNET to WaveGAN and GANSynth. WaveNET produces longer, and arguably the best outputs, but GanSynth is significantly better than WaveGAN.</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g3d1a2a482bf_1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7" name="Google Shape;2647;g3d1a2a482bf_1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Although WaveNet, WaveGAN and GANSynth were very important to our task because they proved that neural audio generation was possible. However, although we can perform style CONDITIONING to ensure that the output sounds like certain instruments, none of these model ensure that the content is preserved. Therefore, these architectures by themselves, are not solutions to music style transfer.</a:t>
            </a:r>
            <a:endParaRPr>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1" name="Shape 2651"/>
        <p:cNvGrpSpPr/>
        <p:nvPr/>
      </p:nvGrpSpPr>
      <p:grpSpPr>
        <a:xfrm>
          <a:off x="0" y="0"/>
          <a:ext cx="0" cy="0"/>
          <a:chOff x="0" y="0"/>
          <a:chExt cx="0" cy="0"/>
        </a:xfrm>
      </p:grpSpPr>
      <p:sp>
        <p:nvSpPr>
          <p:cNvPr id="2652" name="Google Shape;2652;g3d1a2a482bf_1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3" name="Google Shape;2653;g3d1a2a482bf_1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Now I will talk about Latent structured audio and style transfer.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1" name="Shape 2661"/>
        <p:cNvGrpSpPr/>
        <p:nvPr/>
      </p:nvGrpSpPr>
      <p:grpSpPr>
        <a:xfrm>
          <a:off x="0" y="0"/>
          <a:ext cx="0" cy="0"/>
          <a:chOff x="0" y="0"/>
          <a:chExt cx="0" cy="0"/>
        </a:xfrm>
      </p:grpSpPr>
      <p:sp>
        <p:nvSpPr>
          <p:cNvPr id="2662" name="Google Shape;2662;g3d1a2a482bf_1_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3" name="Google Shape;2663;g3d1a2a482bf_1_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will begin by talking about variational autoencoders. </a:t>
            </a:r>
            <a:r>
              <a:rPr lang="en" sz="1200">
                <a:solidFill>
                  <a:schemeClr val="dk1"/>
                </a:solidFill>
              </a:rPr>
              <a:t>Variational Autoencoders (VAEs) are models which work by compressing an input into a latent space, extracting a latent variable z, and then passing it through a decoder to get  the output. Although these models work really well with image reconstruction, standard VAEs fail when it comes to audio generation because audio is a form of sequential data. VAEs fail with sequential data for three main reasons:</a:t>
            </a:r>
            <a:endParaRPr sz="1200">
              <a:solidFill>
                <a:schemeClr val="dk1"/>
              </a:solidFill>
            </a:endParaRPr>
          </a:p>
          <a:p>
            <a:pPr indent="-304800" lvl="0" marL="457200" rtl="0" algn="l">
              <a:lnSpc>
                <a:spcPct val="115000"/>
              </a:lnSpc>
              <a:spcBef>
                <a:spcPts val="0"/>
              </a:spcBef>
              <a:spcAft>
                <a:spcPts val="0"/>
              </a:spcAft>
              <a:buClr>
                <a:schemeClr val="dk1"/>
              </a:buClr>
              <a:buSzPts val="1200"/>
              <a:buAutoNum type="arabicPeriod"/>
            </a:pPr>
            <a:r>
              <a:rPr lang="en" sz="1200">
                <a:solidFill>
                  <a:schemeClr val="dk1"/>
                </a:solidFill>
              </a:rPr>
              <a:t>Posterior collapse, which occurs when the decoder ignores the latent representation output from the encoder. This occurs often when RNNs are used in the decoder architecture, as the decoder can become powerful enough to model the data without using the latent vector representation. </a:t>
            </a:r>
            <a:endParaRPr sz="1200">
              <a:solidFill>
                <a:schemeClr val="dk1"/>
              </a:solidFill>
            </a:endParaRPr>
          </a:p>
          <a:p>
            <a:pPr indent="-304800" lvl="0" marL="457200" rtl="0" algn="l">
              <a:lnSpc>
                <a:spcPct val="115000"/>
              </a:lnSpc>
              <a:spcBef>
                <a:spcPts val="0"/>
              </a:spcBef>
              <a:spcAft>
                <a:spcPts val="0"/>
              </a:spcAft>
              <a:buClr>
                <a:schemeClr val="dk1"/>
              </a:buClr>
              <a:buSzPts val="1200"/>
              <a:buAutoNum type="arabicPeriod"/>
            </a:pPr>
            <a:r>
              <a:rPr lang="en" sz="1200">
                <a:solidFill>
                  <a:schemeClr val="dk1"/>
                </a:solidFill>
              </a:rPr>
              <a:t>As the sequence length gets arbitrarily large, the latent representation becomes weaker. This occurs because the encoder is attempting to compress the entire sequence into one latent representation. </a:t>
            </a:r>
            <a:endParaRPr sz="1200">
              <a:solidFill>
                <a:schemeClr val="dk1"/>
              </a:solidFill>
            </a:endParaRPr>
          </a:p>
          <a:p>
            <a:pPr indent="-304800" lvl="0" marL="457200" rtl="0" algn="l">
              <a:lnSpc>
                <a:spcPct val="115000"/>
              </a:lnSpc>
              <a:spcBef>
                <a:spcPts val="0"/>
              </a:spcBef>
              <a:spcAft>
                <a:spcPts val="0"/>
              </a:spcAft>
              <a:buClr>
                <a:schemeClr val="dk1"/>
              </a:buClr>
              <a:buSzPts val="1200"/>
              <a:buAutoNum type="arabicPeriod"/>
            </a:pPr>
            <a:r>
              <a:rPr lang="en" sz="1200">
                <a:solidFill>
                  <a:schemeClr val="dk1"/>
                </a:solidFill>
              </a:rPr>
              <a:t>Typical VAEs are incredibly slow when it comes to audio clips.</a:t>
            </a:r>
            <a:endParaRPr sz="1200">
              <a:solidFill>
                <a:schemeClr val="dk1"/>
              </a:solidFill>
            </a:endParaRPr>
          </a:p>
          <a:p>
            <a:pPr indent="0" lvl="0" marL="0" rtl="0" algn="l">
              <a:lnSpc>
                <a:spcPct val="115000"/>
              </a:lnSpc>
              <a:spcBef>
                <a:spcPts val="0"/>
              </a:spcBef>
              <a:spcAft>
                <a:spcPts val="0"/>
              </a:spcAft>
              <a:buNone/>
            </a:pPr>
            <a:r>
              <a:rPr lang="en" sz="1200">
                <a:solidFill>
                  <a:schemeClr val="dk1"/>
                </a:solidFill>
              </a:rPr>
              <a:t>Despite these challenges, VAEs are still valuable for music style transfer because they produce a structured latent space, which allows us to interpolate between different musical styles. To actually work with raw audio, though, we need models that address these limitations.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8" name="Shape 2668"/>
        <p:cNvGrpSpPr/>
        <p:nvPr/>
      </p:nvGrpSpPr>
      <p:grpSpPr>
        <a:xfrm>
          <a:off x="0" y="0"/>
          <a:ext cx="0" cy="0"/>
          <a:chOff x="0" y="0"/>
          <a:chExt cx="0" cy="0"/>
        </a:xfrm>
      </p:grpSpPr>
      <p:sp>
        <p:nvSpPr>
          <p:cNvPr id="2669" name="Google Shape;2669;g3d1a2a482bf_1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0" name="Google Shape;2670;g3d1a2a482bf_1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rPr>
              <a:t> That's where Realtime audio variational autoencoder (RAVE) comes in.RAVE prevents the decoder from ignoring the latent variable in two ways:</a:t>
            </a:r>
            <a:endParaRPr sz="1200">
              <a:solidFill>
                <a:schemeClr val="dk1"/>
              </a:solidFill>
            </a:endParaRPr>
          </a:p>
          <a:p>
            <a:pPr indent="-304800" lvl="0" marL="457200" rtl="0" algn="l">
              <a:lnSpc>
                <a:spcPct val="115000"/>
              </a:lnSpc>
              <a:spcBef>
                <a:spcPts val="0"/>
              </a:spcBef>
              <a:spcAft>
                <a:spcPts val="0"/>
              </a:spcAft>
              <a:buClr>
                <a:schemeClr val="dk1"/>
              </a:buClr>
              <a:buSzPts val="1200"/>
              <a:buAutoNum type="arabicPeriod"/>
            </a:pPr>
            <a:r>
              <a:rPr lang="en" sz="1200">
                <a:solidFill>
                  <a:schemeClr val="dk1"/>
                </a:solidFill>
              </a:rPr>
              <a:t>Better loss function: Instead of comparing raw waveforms sample-by-sample, RAVE compares audio spectra (the frequency content of sounds). This is what humans actually hear, and it's harder for the decoder to fake without using the latent information.</a:t>
            </a:r>
            <a:endParaRPr sz="1200">
              <a:solidFill>
                <a:schemeClr val="dk1"/>
              </a:solidFill>
            </a:endParaRPr>
          </a:p>
          <a:p>
            <a:pPr indent="-304800" lvl="0" marL="457200" rtl="0" algn="l">
              <a:lnSpc>
                <a:spcPct val="115000"/>
              </a:lnSpc>
              <a:spcBef>
                <a:spcPts val="0"/>
              </a:spcBef>
              <a:spcAft>
                <a:spcPts val="0"/>
              </a:spcAft>
              <a:buClr>
                <a:schemeClr val="dk1"/>
              </a:buClr>
              <a:buSzPts val="1200"/>
              <a:buAutoNum type="arabicPeriod"/>
            </a:pPr>
            <a:r>
              <a:rPr lang="en" sz="1200">
                <a:solidFill>
                  <a:schemeClr val="dk1"/>
                </a:solidFill>
              </a:rPr>
              <a:t>Better architecture: RAVE uses convolutional layers instead of RNNs, which are less likely to suffer from posterior collapse in the first place.</a:t>
            </a:r>
            <a:endParaRPr sz="1200">
              <a:solidFill>
                <a:schemeClr val="dk1"/>
              </a:solidFill>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rPr>
              <a:t>RAVE incorporates a two-stage training procedure: first, it trains the encoder and decoder to learn a compact latent representation; second, it freezes the encoder and trains only the decoder with a GAN discriminator to push the decoder toward producing sharp, perceptually realistic waveforms. RAVE enables style transfer because its latent space is structured and compact.. When you encode audio from one domain and decode with a model trained on another domain, these high-level features are preserved while timbral characteristics change. </a:t>
            </a:r>
            <a:endParaRPr sz="1200">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4" name="Shape 2674"/>
        <p:cNvGrpSpPr/>
        <p:nvPr/>
      </p:nvGrpSpPr>
      <p:grpSpPr>
        <a:xfrm>
          <a:off x="0" y="0"/>
          <a:ext cx="0" cy="0"/>
          <a:chOff x="0" y="0"/>
          <a:chExt cx="0" cy="0"/>
        </a:xfrm>
      </p:grpSpPr>
      <p:sp>
        <p:nvSpPr>
          <p:cNvPr id="2675" name="Google Shape;2675;g3d1a2a482bf_1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6" name="Google Shape;2676;g3d1a2a482bf_1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rPr>
              <a:t>However, it is important to note, the music style transfer is an emergent property, not an explicit design goal, and the results can be unpredictable—especially with out-of-domain inputs. Additionally, there is no explicit control in the music-style transfer in RAVE. However, RAVE taught us an important lesson…good quality audio can be generated from a latent space.</a:t>
            </a:r>
            <a:endParaRPr b="1" sz="1200">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2" name="Shape 2682"/>
        <p:cNvGrpSpPr/>
        <p:nvPr/>
      </p:nvGrpSpPr>
      <p:grpSpPr>
        <a:xfrm>
          <a:off x="0" y="0"/>
          <a:ext cx="0" cy="0"/>
          <a:chOff x="0" y="0"/>
          <a:chExt cx="0" cy="0"/>
        </a:xfrm>
      </p:grpSpPr>
      <p:sp>
        <p:nvSpPr>
          <p:cNvPr id="2683" name="Google Shape;2683;g3d1af07fbe8_0_3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g3d1af07fbe8_0_3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9" name="Shape 2689"/>
        <p:cNvGrpSpPr/>
        <p:nvPr/>
      </p:nvGrpSpPr>
      <p:grpSpPr>
        <a:xfrm>
          <a:off x="0" y="0"/>
          <a:ext cx="0" cy="0"/>
          <a:chOff x="0" y="0"/>
          <a:chExt cx="0" cy="0"/>
        </a:xfrm>
      </p:grpSpPr>
      <p:sp>
        <p:nvSpPr>
          <p:cNvPr id="2690" name="Google Shape;2690;g3d1af07fbe8_0_37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g3d1af07fbe8_0_37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5" name="Shape 2695"/>
        <p:cNvGrpSpPr/>
        <p:nvPr/>
      </p:nvGrpSpPr>
      <p:grpSpPr>
        <a:xfrm>
          <a:off x="0" y="0"/>
          <a:ext cx="0" cy="0"/>
          <a:chOff x="0" y="0"/>
          <a:chExt cx="0" cy="0"/>
        </a:xfrm>
      </p:grpSpPr>
      <p:sp>
        <p:nvSpPr>
          <p:cNvPr id="2696" name="Google Shape;2696;g3d1d1664077_2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g3d1d1664077_2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3" name="Shape 2703"/>
        <p:cNvGrpSpPr/>
        <p:nvPr/>
      </p:nvGrpSpPr>
      <p:grpSpPr>
        <a:xfrm>
          <a:off x="0" y="0"/>
          <a:ext cx="0" cy="0"/>
          <a:chOff x="0" y="0"/>
          <a:chExt cx="0" cy="0"/>
        </a:xfrm>
      </p:grpSpPr>
      <p:sp>
        <p:nvSpPr>
          <p:cNvPr id="2704" name="Google Shape;2704;g3d1d1664077_2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g3d1d1664077_2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9" name="Shape 2709"/>
        <p:cNvGrpSpPr/>
        <p:nvPr/>
      </p:nvGrpSpPr>
      <p:grpSpPr>
        <a:xfrm>
          <a:off x="0" y="0"/>
          <a:ext cx="0" cy="0"/>
          <a:chOff x="0" y="0"/>
          <a:chExt cx="0" cy="0"/>
        </a:xfrm>
      </p:grpSpPr>
      <p:sp>
        <p:nvSpPr>
          <p:cNvPr id="2710" name="Google Shape;2710;g3d1d1664077_2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g3d1d1664077_2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7" name="Shape 2717"/>
        <p:cNvGrpSpPr/>
        <p:nvPr/>
      </p:nvGrpSpPr>
      <p:grpSpPr>
        <a:xfrm>
          <a:off x="0" y="0"/>
          <a:ext cx="0" cy="0"/>
          <a:chOff x="0" y="0"/>
          <a:chExt cx="0" cy="0"/>
        </a:xfrm>
      </p:grpSpPr>
      <p:sp>
        <p:nvSpPr>
          <p:cNvPr id="2718" name="Google Shape;2718;g3d1af07fbe8_0_36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g3d1af07fbe8_0_36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2" name="Shape 2722"/>
        <p:cNvGrpSpPr/>
        <p:nvPr/>
      </p:nvGrpSpPr>
      <p:grpSpPr>
        <a:xfrm>
          <a:off x="0" y="0"/>
          <a:ext cx="0" cy="0"/>
          <a:chOff x="0" y="0"/>
          <a:chExt cx="0" cy="0"/>
        </a:xfrm>
      </p:grpSpPr>
      <p:sp>
        <p:nvSpPr>
          <p:cNvPr id="2723" name="Google Shape;2723;g3d1af07fbe8_0_37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g3d1af07fbe8_0_37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9" name="Shape 2729"/>
        <p:cNvGrpSpPr/>
        <p:nvPr/>
      </p:nvGrpSpPr>
      <p:grpSpPr>
        <a:xfrm>
          <a:off x="0" y="0"/>
          <a:ext cx="0" cy="0"/>
          <a:chOff x="0" y="0"/>
          <a:chExt cx="0" cy="0"/>
        </a:xfrm>
      </p:grpSpPr>
      <p:sp>
        <p:nvSpPr>
          <p:cNvPr id="2730" name="Google Shape;2730;g3d1d1664077_2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g3d1d1664077_2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6" name="Shape 2736"/>
        <p:cNvGrpSpPr/>
        <p:nvPr/>
      </p:nvGrpSpPr>
      <p:grpSpPr>
        <a:xfrm>
          <a:off x="0" y="0"/>
          <a:ext cx="0" cy="0"/>
          <a:chOff x="0" y="0"/>
          <a:chExt cx="0" cy="0"/>
        </a:xfrm>
      </p:grpSpPr>
      <p:sp>
        <p:nvSpPr>
          <p:cNvPr id="2737" name="Google Shape;2737;g3d1af07fbe8_0_37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g3d1af07fbe8_0_37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2" name="Shape 2742"/>
        <p:cNvGrpSpPr/>
        <p:nvPr/>
      </p:nvGrpSpPr>
      <p:grpSpPr>
        <a:xfrm>
          <a:off x="0" y="0"/>
          <a:ext cx="0" cy="0"/>
          <a:chOff x="0" y="0"/>
          <a:chExt cx="0" cy="0"/>
        </a:xfrm>
      </p:grpSpPr>
      <p:sp>
        <p:nvSpPr>
          <p:cNvPr id="2743" name="Google Shape;2743;g3d1d1664077_2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g3d1d1664077_2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9" name="Shape 2749"/>
        <p:cNvGrpSpPr/>
        <p:nvPr/>
      </p:nvGrpSpPr>
      <p:grpSpPr>
        <a:xfrm>
          <a:off x="0" y="0"/>
          <a:ext cx="0" cy="0"/>
          <a:chOff x="0" y="0"/>
          <a:chExt cx="0" cy="0"/>
        </a:xfrm>
      </p:grpSpPr>
      <p:sp>
        <p:nvSpPr>
          <p:cNvPr id="2750" name="Google Shape;2750;g3d1d1664077_2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g3d1d1664077_2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6" name="Shape 2756"/>
        <p:cNvGrpSpPr/>
        <p:nvPr/>
      </p:nvGrpSpPr>
      <p:grpSpPr>
        <a:xfrm>
          <a:off x="0" y="0"/>
          <a:ext cx="0" cy="0"/>
          <a:chOff x="0" y="0"/>
          <a:chExt cx="0" cy="0"/>
        </a:xfrm>
      </p:grpSpPr>
      <p:sp>
        <p:nvSpPr>
          <p:cNvPr id="2757" name="Google Shape;2757;g3d1af07fbe8_0_37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g3d1af07fbe8_0_37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3" name="Shape 2763"/>
        <p:cNvGrpSpPr/>
        <p:nvPr/>
      </p:nvGrpSpPr>
      <p:grpSpPr>
        <a:xfrm>
          <a:off x="0" y="0"/>
          <a:ext cx="0" cy="0"/>
          <a:chOff x="0" y="0"/>
          <a:chExt cx="0" cy="0"/>
        </a:xfrm>
      </p:grpSpPr>
      <p:sp>
        <p:nvSpPr>
          <p:cNvPr id="2764" name="Google Shape;2764;g3d1d1664077_2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g3d1d1664077_2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1" name="Shape 2771"/>
        <p:cNvGrpSpPr/>
        <p:nvPr/>
      </p:nvGrpSpPr>
      <p:grpSpPr>
        <a:xfrm>
          <a:off x="0" y="0"/>
          <a:ext cx="0" cy="0"/>
          <a:chOff x="0" y="0"/>
          <a:chExt cx="0" cy="0"/>
        </a:xfrm>
      </p:grpSpPr>
      <p:sp>
        <p:nvSpPr>
          <p:cNvPr id="2772" name="Google Shape;2772;g3d1d1664077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3" name="Google Shape;2773;g3d1d1664077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rPr>
              <a:t>However, it is important to note, the music style transfer is an emergent property, not an explicit design goal, and the results can be unpredictable—especially with out-of-domain inputs. Additionally, there is no explicit control in the music-style transfer in RAVE. However, RAVE taught us an important lesson…good quality audio can be generated from a latent space.</a:t>
            </a:r>
            <a:endParaRPr b="1" sz="1200">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9" name="Shape 2779"/>
        <p:cNvGrpSpPr/>
        <p:nvPr/>
      </p:nvGrpSpPr>
      <p:grpSpPr>
        <a:xfrm>
          <a:off x="0" y="0"/>
          <a:ext cx="0" cy="0"/>
          <a:chOff x="0" y="0"/>
          <a:chExt cx="0" cy="0"/>
        </a:xfrm>
      </p:grpSpPr>
      <p:sp>
        <p:nvSpPr>
          <p:cNvPr id="2780" name="Google Shape;2780;g3d1af07fbe8_0_3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g3d1af07fbe8_0_3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g3d1af07fbe8_0_37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g3d1af07fbe8_0_37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1" name="Shape 2791"/>
        <p:cNvGrpSpPr/>
        <p:nvPr/>
      </p:nvGrpSpPr>
      <p:grpSpPr>
        <a:xfrm>
          <a:off x="0" y="0"/>
          <a:ext cx="0" cy="0"/>
          <a:chOff x="0" y="0"/>
          <a:chExt cx="0" cy="0"/>
        </a:xfrm>
      </p:grpSpPr>
      <p:sp>
        <p:nvSpPr>
          <p:cNvPr id="2792" name="Google Shape;2792;g3d1a2a482bf_1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3" name="Google Shape;2793;g3d1a2a482bf_1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rPr>
              <a:t> That's where Realtime audio variational autoencoder (RAVE) comes in.RAVE prevents the decoder from ignoring the latent variable in two ways:</a:t>
            </a:r>
            <a:endParaRPr sz="1200">
              <a:solidFill>
                <a:schemeClr val="dk1"/>
              </a:solidFill>
            </a:endParaRPr>
          </a:p>
          <a:p>
            <a:pPr indent="-304800" lvl="0" marL="457200" rtl="0" algn="l">
              <a:lnSpc>
                <a:spcPct val="115000"/>
              </a:lnSpc>
              <a:spcBef>
                <a:spcPts val="0"/>
              </a:spcBef>
              <a:spcAft>
                <a:spcPts val="0"/>
              </a:spcAft>
              <a:buClr>
                <a:schemeClr val="dk1"/>
              </a:buClr>
              <a:buSzPts val="1200"/>
              <a:buAutoNum type="arabicPeriod"/>
            </a:pPr>
            <a:r>
              <a:rPr lang="en" sz="1200">
                <a:solidFill>
                  <a:schemeClr val="dk1"/>
                </a:solidFill>
              </a:rPr>
              <a:t>Better loss function: Instead of comparing raw waveforms sample-by-sample, RAVE compares audio spectra (the frequency content of sounds). This is what humans actually hear, and it's harder for the decoder to fake without using the latent information.</a:t>
            </a:r>
            <a:endParaRPr sz="1200">
              <a:solidFill>
                <a:schemeClr val="dk1"/>
              </a:solidFill>
            </a:endParaRPr>
          </a:p>
          <a:p>
            <a:pPr indent="-304800" lvl="0" marL="457200" rtl="0" algn="l">
              <a:lnSpc>
                <a:spcPct val="115000"/>
              </a:lnSpc>
              <a:spcBef>
                <a:spcPts val="0"/>
              </a:spcBef>
              <a:spcAft>
                <a:spcPts val="0"/>
              </a:spcAft>
              <a:buClr>
                <a:schemeClr val="dk1"/>
              </a:buClr>
              <a:buSzPts val="1200"/>
              <a:buAutoNum type="arabicPeriod"/>
            </a:pPr>
            <a:r>
              <a:rPr lang="en" sz="1200">
                <a:solidFill>
                  <a:schemeClr val="dk1"/>
                </a:solidFill>
              </a:rPr>
              <a:t>Better architecture: RAVE uses convolutional layers instead of RNNs, which are less likely to suffer from posterior collapse in the first place.</a:t>
            </a:r>
            <a:endParaRPr sz="1200">
              <a:solidFill>
                <a:schemeClr val="dk1"/>
              </a:solidFill>
            </a:endParaRPr>
          </a:p>
          <a:p>
            <a:pPr indent="0" lvl="0" marL="0" rtl="0" algn="l">
              <a:lnSpc>
                <a:spcPct val="115000"/>
              </a:lnSpc>
              <a:spcBef>
                <a:spcPts val="0"/>
              </a:spcBef>
              <a:spcAft>
                <a:spcPts val="0"/>
              </a:spcAft>
              <a:buNone/>
            </a:pPr>
            <a:r>
              <a:rPr lang="en" sz="1200">
                <a:solidFill>
                  <a:schemeClr val="dk1"/>
                </a:solidFill>
              </a:rPr>
              <a:t>RAVE incorporates a two-stage training procedure: first, it trains the encoder and decoder to learn a compact latent representation; second, it freezes the encoder and trains only the decoder with a GAN discriminator to push the decoder toward producing sharp, perceptually realistic waveforms. RAVE enables style transfer because its latent space is structured and compact.. When you encode audio from one domain and decode with a model trained on another domain, these high-level features are preserved while timbral characteristics change. </a:t>
            </a:r>
            <a:endParaRPr sz="1200">
              <a:solidFill>
                <a:schemeClr val="dk1"/>
              </a:solidFill>
            </a:endParaRPr>
          </a:p>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2.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3.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2.png"/></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2.png"/></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3.png"/></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p:nvPr/>
        </p:nvSpPr>
        <p:spPr>
          <a:xfrm rot="487433">
            <a:off x="6748078" y="342351"/>
            <a:ext cx="1723646" cy="943810"/>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0" y="38532"/>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 name="Google Shape;12;p2"/>
          <p:cNvGrpSpPr/>
          <p:nvPr/>
        </p:nvGrpSpPr>
        <p:grpSpPr>
          <a:xfrm>
            <a:off x="-142022" y="90588"/>
            <a:ext cx="1270599" cy="1053621"/>
            <a:chOff x="-142022" y="90588"/>
            <a:chExt cx="1270599" cy="1053621"/>
          </a:xfrm>
        </p:grpSpPr>
        <p:sp>
          <p:nvSpPr>
            <p:cNvPr id="13" name="Google Shape;13;p2"/>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 name="Google Shape;27;p2"/>
          <p:cNvSpPr/>
          <p:nvPr/>
        </p:nvSpPr>
        <p:spPr>
          <a:xfrm rot="-3030967">
            <a:off x="-265007" y="382631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 name="Google Shape;28;p2"/>
          <p:cNvGrpSpPr/>
          <p:nvPr/>
        </p:nvGrpSpPr>
        <p:grpSpPr>
          <a:xfrm>
            <a:off x="727288" y="3991176"/>
            <a:ext cx="1219992" cy="1237898"/>
            <a:chOff x="727288" y="3991176"/>
            <a:chExt cx="1219992" cy="1237898"/>
          </a:xfrm>
        </p:grpSpPr>
        <p:sp>
          <p:nvSpPr>
            <p:cNvPr id="29" name="Google Shape;29;p2"/>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 name="Google Shape;33;p2"/>
          <p:cNvSpPr/>
          <p:nvPr/>
        </p:nvSpPr>
        <p:spPr>
          <a:xfrm>
            <a:off x="3335325" y="4629150"/>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 name="Google Shape;34;p2"/>
          <p:cNvGrpSpPr/>
          <p:nvPr/>
        </p:nvGrpSpPr>
        <p:grpSpPr>
          <a:xfrm>
            <a:off x="8251700" y="-142503"/>
            <a:ext cx="572406" cy="682360"/>
            <a:chOff x="8251700" y="-142503"/>
            <a:chExt cx="572406" cy="682360"/>
          </a:xfrm>
        </p:grpSpPr>
        <p:sp>
          <p:nvSpPr>
            <p:cNvPr id="35" name="Google Shape;35;p2"/>
            <p:cNvSpPr/>
            <p:nvPr/>
          </p:nvSpPr>
          <p:spPr>
            <a:xfrm>
              <a:off x="8397875" y="34884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8574952" y="23740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8430810" y="4179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8251700" y="15916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8657290" y="-142503"/>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 name="Google Shape;40;p2"/>
          <p:cNvSpPr/>
          <p:nvPr/>
        </p:nvSpPr>
        <p:spPr>
          <a:xfrm rot="-341310">
            <a:off x="8258869" y="11183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6133200" y="29688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8395420" y="2670765"/>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7985025" y="2399850"/>
            <a:ext cx="737885" cy="781680"/>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rot="-2048291">
            <a:off x="2863425" y="202663"/>
            <a:ext cx="386656" cy="586360"/>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6896838" y="4807241"/>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6571588" y="4504700"/>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593575" y="1362525"/>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 name="Google Shape;48;p2"/>
          <p:cNvGrpSpPr/>
          <p:nvPr/>
        </p:nvGrpSpPr>
        <p:grpSpPr>
          <a:xfrm>
            <a:off x="3300763" y="4708738"/>
            <a:ext cx="252200" cy="279550"/>
            <a:chOff x="4295963" y="4660625"/>
            <a:chExt cx="252200" cy="279550"/>
          </a:xfrm>
        </p:grpSpPr>
        <p:sp>
          <p:nvSpPr>
            <p:cNvPr id="49" name="Google Shape;49;p2"/>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 name="Google Shape;53;p2"/>
          <p:cNvSpPr txBox="1"/>
          <p:nvPr>
            <p:ph idx="1" type="subTitle"/>
          </p:nvPr>
        </p:nvSpPr>
        <p:spPr>
          <a:xfrm>
            <a:off x="3381300" y="3421700"/>
            <a:ext cx="2381400" cy="385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600"/>
              <a:buNone/>
              <a:defRPr sz="30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54" name="Google Shape;54;p2"/>
          <p:cNvSpPr txBox="1"/>
          <p:nvPr>
            <p:ph type="ctrTitle"/>
          </p:nvPr>
        </p:nvSpPr>
        <p:spPr>
          <a:xfrm>
            <a:off x="1770150" y="1253625"/>
            <a:ext cx="5603700" cy="1946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57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5" name="Shape 55"/>
        <p:cNvGrpSpPr/>
        <p:nvPr/>
      </p:nvGrpSpPr>
      <p:grpSpPr>
        <a:xfrm>
          <a:off x="0" y="0"/>
          <a:ext cx="0" cy="0"/>
          <a:chOff x="0" y="0"/>
          <a:chExt cx="0" cy="0"/>
        </a:xfrm>
      </p:grpSpPr>
      <p:sp>
        <p:nvSpPr>
          <p:cNvPr id="56" name="Google Shape;56;p3"/>
          <p:cNvSpPr/>
          <p:nvPr/>
        </p:nvSpPr>
        <p:spPr>
          <a:xfrm>
            <a:off x="5487927" y="-193969"/>
            <a:ext cx="876530" cy="92850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 name="Google Shape;57;p3"/>
          <p:cNvGrpSpPr/>
          <p:nvPr/>
        </p:nvGrpSpPr>
        <p:grpSpPr>
          <a:xfrm>
            <a:off x="6843207" y="4271795"/>
            <a:ext cx="1573481" cy="928493"/>
            <a:chOff x="7926850" y="4421175"/>
            <a:chExt cx="1320588" cy="779330"/>
          </a:xfrm>
        </p:grpSpPr>
        <p:sp>
          <p:nvSpPr>
            <p:cNvPr id="58" name="Google Shape;58;p3"/>
            <p:cNvSpPr/>
            <p:nvPr/>
          </p:nvSpPr>
          <p:spPr>
            <a:xfrm>
              <a:off x="8468093" y="4914954"/>
              <a:ext cx="253371" cy="257368"/>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a:off x="8249351" y="4711487"/>
              <a:ext cx="696479" cy="462457"/>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7926850" y="4421175"/>
              <a:ext cx="1320588" cy="779330"/>
            </a:xfrm>
            <a:custGeom>
              <a:rect b="b" l="l" r="r" t="t"/>
              <a:pathLst>
                <a:path extrusionOk="0" h="29442" w="49890">
                  <a:moveTo>
                    <a:pt x="20357" y="0"/>
                  </a:moveTo>
                  <a:cubicBezTo>
                    <a:pt x="20114" y="0"/>
                    <a:pt x="19871" y="31"/>
                    <a:pt x="19659" y="31"/>
                  </a:cubicBezTo>
                  <a:cubicBezTo>
                    <a:pt x="19385" y="31"/>
                    <a:pt x="19142" y="61"/>
                    <a:pt x="18899" y="91"/>
                  </a:cubicBezTo>
                  <a:cubicBezTo>
                    <a:pt x="18565" y="152"/>
                    <a:pt x="18261" y="213"/>
                    <a:pt x="17927" y="304"/>
                  </a:cubicBezTo>
                  <a:cubicBezTo>
                    <a:pt x="17714" y="365"/>
                    <a:pt x="17471" y="426"/>
                    <a:pt x="17198" y="486"/>
                  </a:cubicBezTo>
                  <a:cubicBezTo>
                    <a:pt x="16833" y="608"/>
                    <a:pt x="16438" y="760"/>
                    <a:pt x="16073" y="912"/>
                  </a:cubicBezTo>
                  <a:lnTo>
                    <a:pt x="15830" y="1003"/>
                  </a:lnTo>
                  <a:cubicBezTo>
                    <a:pt x="15375" y="1185"/>
                    <a:pt x="14949" y="1398"/>
                    <a:pt x="14524" y="1611"/>
                  </a:cubicBezTo>
                  <a:lnTo>
                    <a:pt x="14494" y="1611"/>
                  </a:lnTo>
                  <a:cubicBezTo>
                    <a:pt x="14038" y="1823"/>
                    <a:pt x="13552" y="2097"/>
                    <a:pt x="13035" y="2401"/>
                  </a:cubicBezTo>
                  <a:cubicBezTo>
                    <a:pt x="12154" y="2917"/>
                    <a:pt x="11334" y="3464"/>
                    <a:pt x="10544" y="4102"/>
                  </a:cubicBezTo>
                  <a:lnTo>
                    <a:pt x="10210" y="4345"/>
                  </a:lnTo>
                  <a:cubicBezTo>
                    <a:pt x="9936" y="4558"/>
                    <a:pt x="9632" y="4770"/>
                    <a:pt x="9359" y="5013"/>
                  </a:cubicBezTo>
                  <a:cubicBezTo>
                    <a:pt x="8933" y="5348"/>
                    <a:pt x="8508" y="5743"/>
                    <a:pt x="8113" y="6138"/>
                  </a:cubicBezTo>
                  <a:lnTo>
                    <a:pt x="8022" y="6229"/>
                  </a:lnTo>
                  <a:lnTo>
                    <a:pt x="7627" y="6654"/>
                  </a:lnTo>
                  <a:lnTo>
                    <a:pt x="7566" y="6715"/>
                  </a:lnTo>
                  <a:cubicBezTo>
                    <a:pt x="7414" y="6867"/>
                    <a:pt x="7262" y="7019"/>
                    <a:pt x="7141" y="7171"/>
                  </a:cubicBezTo>
                  <a:lnTo>
                    <a:pt x="6655" y="7748"/>
                  </a:lnTo>
                  <a:lnTo>
                    <a:pt x="6503" y="7930"/>
                  </a:lnTo>
                  <a:cubicBezTo>
                    <a:pt x="6412" y="8052"/>
                    <a:pt x="6290" y="8204"/>
                    <a:pt x="6199" y="8325"/>
                  </a:cubicBezTo>
                  <a:cubicBezTo>
                    <a:pt x="5895" y="8720"/>
                    <a:pt x="5622" y="9115"/>
                    <a:pt x="5379" y="9480"/>
                  </a:cubicBezTo>
                  <a:cubicBezTo>
                    <a:pt x="5227" y="9723"/>
                    <a:pt x="5075" y="9996"/>
                    <a:pt x="4923" y="10239"/>
                  </a:cubicBezTo>
                  <a:cubicBezTo>
                    <a:pt x="4832" y="10391"/>
                    <a:pt x="4771" y="10513"/>
                    <a:pt x="4710" y="10634"/>
                  </a:cubicBezTo>
                  <a:lnTo>
                    <a:pt x="4558" y="10908"/>
                  </a:lnTo>
                  <a:lnTo>
                    <a:pt x="4346" y="11303"/>
                  </a:lnTo>
                  <a:cubicBezTo>
                    <a:pt x="4163" y="11576"/>
                    <a:pt x="4011" y="11880"/>
                    <a:pt x="3860" y="12153"/>
                  </a:cubicBezTo>
                  <a:cubicBezTo>
                    <a:pt x="3677" y="12548"/>
                    <a:pt x="3465" y="12943"/>
                    <a:pt x="3252" y="13490"/>
                  </a:cubicBezTo>
                  <a:cubicBezTo>
                    <a:pt x="3161" y="13673"/>
                    <a:pt x="3070" y="13855"/>
                    <a:pt x="2978" y="14037"/>
                  </a:cubicBezTo>
                  <a:cubicBezTo>
                    <a:pt x="2887" y="14280"/>
                    <a:pt x="2766" y="14554"/>
                    <a:pt x="2644" y="14797"/>
                  </a:cubicBezTo>
                  <a:cubicBezTo>
                    <a:pt x="2462" y="15252"/>
                    <a:pt x="2280" y="15708"/>
                    <a:pt x="2128" y="16225"/>
                  </a:cubicBezTo>
                  <a:cubicBezTo>
                    <a:pt x="1976" y="16620"/>
                    <a:pt x="1824" y="17015"/>
                    <a:pt x="1702" y="17410"/>
                  </a:cubicBezTo>
                  <a:cubicBezTo>
                    <a:pt x="1520" y="17896"/>
                    <a:pt x="1307" y="18473"/>
                    <a:pt x="1125" y="18990"/>
                  </a:cubicBezTo>
                  <a:cubicBezTo>
                    <a:pt x="973" y="19476"/>
                    <a:pt x="821" y="19992"/>
                    <a:pt x="669" y="20569"/>
                  </a:cubicBezTo>
                  <a:cubicBezTo>
                    <a:pt x="609" y="20782"/>
                    <a:pt x="548" y="21025"/>
                    <a:pt x="487" y="21268"/>
                  </a:cubicBezTo>
                  <a:cubicBezTo>
                    <a:pt x="426" y="21451"/>
                    <a:pt x="396" y="21633"/>
                    <a:pt x="366" y="21785"/>
                  </a:cubicBezTo>
                  <a:lnTo>
                    <a:pt x="335" y="21967"/>
                  </a:lnTo>
                  <a:cubicBezTo>
                    <a:pt x="92" y="22939"/>
                    <a:pt x="1" y="23972"/>
                    <a:pt x="62" y="25005"/>
                  </a:cubicBezTo>
                  <a:cubicBezTo>
                    <a:pt x="122" y="25431"/>
                    <a:pt x="183" y="25826"/>
                    <a:pt x="305" y="26251"/>
                  </a:cubicBezTo>
                  <a:cubicBezTo>
                    <a:pt x="366" y="26494"/>
                    <a:pt x="457" y="26768"/>
                    <a:pt x="548" y="27011"/>
                  </a:cubicBezTo>
                  <a:cubicBezTo>
                    <a:pt x="669" y="27284"/>
                    <a:pt x="791" y="27557"/>
                    <a:pt x="973" y="27801"/>
                  </a:cubicBezTo>
                  <a:cubicBezTo>
                    <a:pt x="1186" y="28226"/>
                    <a:pt x="1490" y="28621"/>
                    <a:pt x="1885" y="28925"/>
                  </a:cubicBezTo>
                  <a:cubicBezTo>
                    <a:pt x="2006" y="29046"/>
                    <a:pt x="2158" y="29137"/>
                    <a:pt x="2310" y="29198"/>
                  </a:cubicBezTo>
                  <a:cubicBezTo>
                    <a:pt x="2462" y="29289"/>
                    <a:pt x="2614" y="29320"/>
                    <a:pt x="2766" y="29380"/>
                  </a:cubicBezTo>
                  <a:cubicBezTo>
                    <a:pt x="3039" y="29441"/>
                    <a:pt x="3313" y="29441"/>
                    <a:pt x="3586" y="29441"/>
                  </a:cubicBezTo>
                  <a:cubicBezTo>
                    <a:pt x="3951" y="29441"/>
                    <a:pt x="4285" y="29380"/>
                    <a:pt x="4619" y="29350"/>
                  </a:cubicBezTo>
                  <a:lnTo>
                    <a:pt x="5014" y="29289"/>
                  </a:lnTo>
                  <a:lnTo>
                    <a:pt x="5318" y="29259"/>
                  </a:lnTo>
                  <a:lnTo>
                    <a:pt x="5683" y="29229"/>
                  </a:lnTo>
                  <a:cubicBezTo>
                    <a:pt x="5895" y="29198"/>
                    <a:pt x="6108" y="29168"/>
                    <a:pt x="6351" y="29107"/>
                  </a:cubicBezTo>
                  <a:lnTo>
                    <a:pt x="6442" y="29107"/>
                  </a:lnTo>
                  <a:lnTo>
                    <a:pt x="6503" y="29077"/>
                  </a:lnTo>
                  <a:cubicBezTo>
                    <a:pt x="7019" y="28955"/>
                    <a:pt x="7475" y="28742"/>
                    <a:pt x="7900" y="28469"/>
                  </a:cubicBezTo>
                  <a:cubicBezTo>
                    <a:pt x="8052" y="28378"/>
                    <a:pt x="8174" y="28256"/>
                    <a:pt x="8295" y="28135"/>
                  </a:cubicBezTo>
                  <a:cubicBezTo>
                    <a:pt x="8387" y="28044"/>
                    <a:pt x="8478" y="27892"/>
                    <a:pt x="8569" y="27770"/>
                  </a:cubicBezTo>
                  <a:cubicBezTo>
                    <a:pt x="8690" y="27527"/>
                    <a:pt x="8782" y="27284"/>
                    <a:pt x="8842" y="27041"/>
                  </a:cubicBezTo>
                  <a:lnTo>
                    <a:pt x="8842" y="27011"/>
                  </a:lnTo>
                  <a:cubicBezTo>
                    <a:pt x="8873" y="26889"/>
                    <a:pt x="8933" y="26768"/>
                    <a:pt x="8964" y="26646"/>
                  </a:cubicBezTo>
                  <a:lnTo>
                    <a:pt x="8994" y="26494"/>
                  </a:lnTo>
                  <a:cubicBezTo>
                    <a:pt x="9025" y="26403"/>
                    <a:pt x="9025" y="26342"/>
                    <a:pt x="9055" y="26251"/>
                  </a:cubicBezTo>
                  <a:lnTo>
                    <a:pt x="9146" y="25978"/>
                  </a:lnTo>
                  <a:cubicBezTo>
                    <a:pt x="9177" y="25765"/>
                    <a:pt x="9237" y="25522"/>
                    <a:pt x="9268" y="25340"/>
                  </a:cubicBezTo>
                  <a:cubicBezTo>
                    <a:pt x="9328" y="25157"/>
                    <a:pt x="9359" y="24945"/>
                    <a:pt x="9389" y="24823"/>
                  </a:cubicBezTo>
                  <a:cubicBezTo>
                    <a:pt x="9420" y="24702"/>
                    <a:pt x="9450" y="24580"/>
                    <a:pt x="9480" y="24458"/>
                  </a:cubicBezTo>
                  <a:cubicBezTo>
                    <a:pt x="9572" y="24155"/>
                    <a:pt x="9632" y="23851"/>
                    <a:pt x="9693" y="23547"/>
                  </a:cubicBezTo>
                  <a:cubicBezTo>
                    <a:pt x="9754" y="23304"/>
                    <a:pt x="9815" y="23030"/>
                    <a:pt x="9845" y="22848"/>
                  </a:cubicBezTo>
                  <a:cubicBezTo>
                    <a:pt x="9906" y="22635"/>
                    <a:pt x="9936" y="22453"/>
                    <a:pt x="9967" y="22271"/>
                  </a:cubicBezTo>
                  <a:lnTo>
                    <a:pt x="10027" y="21937"/>
                  </a:lnTo>
                  <a:cubicBezTo>
                    <a:pt x="10058" y="21785"/>
                    <a:pt x="10088" y="21633"/>
                    <a:pt x="10118" y="21511"/>
                  </a:cubicBezTo>
                  <a:cubicBezTo>
                    <a:pt x="10149" y="21359"/>
                    <a:pt x="10179" y="21238"/>
                    <a:pt x="10210" y="21116"/>
                  </a:cubicBezTo>
                  <a:cubicBezTo>
                    <a:pt x="10240" y="20995"/>
                    <a:pt x="10270" y="20904"/>
                    <a:pt x="10301" y="20782"/>
                  </a:cubicBezTo>
                  <a:cubicBezTo>
                    <a:pt x="10301" y="20691"/>
                    <a:pt x="10331" y="20630"/>
                    <a:pt x="10331" y="20509"/>
                  </a:cubicBezTo>
                  <a:cubicBezTo>
                    <a:pt x="10361" y="20387"/>
                    <a:pt x="10392" y="20235"/>
                    <a:pt x="10422" y="20114"/>
                  </a:cubicBezTo>
                  <a:cubicBezTo>
                    <a:pt x="10483" y="19901"/>
                    <a:pt x="10513" y="19658"/>
                    <a:pt x="10574" y="19415"/>
                  </a:cubicBezTo>
                  <a:cubicBezTo>
                    <a:pt x="10635" y="19111"/>
                    <a:pt x="10726" y="18807"/>
                    <a:pt x="10787" y="18503"/>
                  </a:cubicBezTo>
                  <a:cubicBezTo>
                    <a:pt x="10817" y="18321"/>
                    <a:pt x="10878" y="18139"/>
                    <a:pt x="10908" y="17957"/>
                  </a:cubicBezTo>
                  <a:cubicBezTo>
                    <a:pt x="10939" y="17865"/>
                    <a:pt x="10969" y="17713"/>
                    <a:pt x="11000" y="17622"/>
                  </a:cubicBezTo>
                  <a:cubicBezTo>
                    <a:pt x="11030" y="17531"/>
                    <a:pt x="11060" y="17410"/>
                    <a:pt x="11060" y="17318"/>
                  </a:cubicBezTo>
                  <a:lnTo>
                    <a:pt x="11091" y="17197"/>
                  </a:lnTo>
                  <a:cubicBezTo>
                    <a:pt x="11151" y="17015"/>
                    <a:pt x="11182" y="16832"/>
                    <a:pt x="11243" y="16650"/>
                  </a:cubicBezTo>
                  <a:cubicBezTo>
                    <a:pt x="11364" y="16225"/>
                    <a:pt x="11516" y="15799"/>
                    <a:pt x="11698" y="15374"/>
                  </a:cubicBezTo>
                  <a:cubicBezTo>
                    <a:pt x="11881" y="14949"/>
                    <a:pt x="12063" y="14554"/>
                    <a:pt x="12336" y="14128"/>
                  </a:cubicBezTo>
                  <a:cubicBezTo>
                    <a:pt x="12579" y="13673"/>
                    <a:pt x="12914" y="13247"/>
                    <a:pt x="13187" y="12852"/>
                  </a:cubicBezTo>
                  <a:lnTo>
                    <a:pt x="13400" y="12579"/>
                  </a:lnTo>
                  <a:cubicBezTo>
                    <a:pt x="13582" y="12275"/>
                    <a:pt x="13795" y="12032"/>
                    <a:pt x="14038" y="11758"/>
                  </a:cubicBezTo>
                  <a:cubicBezTo>
                    <a:pt x="14190" y="11546"/>
                    <a:pt x="14402" y="11333"/>
                    <a:pt x="14645" y="11120"/>
                  </a:cubicBezTo>
                  <a:cubicBezTo>
                    <a:pt x="14889" y="10877"/>
                    <a:pt x="15132" y="10665"/>
                    <a:pt x="15405" y="10452"/>
                  </a:cubicBezTo>
                  <a:cubicBezTo>
                    <a:pt x="15648" y="10270"/>
                    <a:pt x="15922" y="10087"/>
                    <a:pt x="16195" y="9935"/>
                  </a:cubicBezTo>
                  <a:cubicBezTo>
                    <a:pt x="16499" y="9784"/>
                    <a:pt x="16803" y="9632"/>
                    <a:pt x="17137" y="9510"/>
                  </a:cubicBezTo>
                  <a:cubicBezTo>
                    <a:pt x="17562" y="9358"/>
                    <a:pt x="17896" y="9237"/>
                    <a:pt x="18231" y="9176"/>
                  </a:cubicBezTo>
                  <a:cubicBezTo>
                    <a:pt x="18565" y="9085"/>
                    <a:pt x="18929" y="9024"/>
                    <a:pt x="19294" y="8933"/>
                  </a:cubicBezTo>
                  <a:cubicBezTo>
                    <a:pt x="19689" y="8872"/>
                    <a:pt x="20084" y="8811"/>
                    <a:pt x="20479" y="8811"/>
                  </a:cubicBezTo>
                  <a:lnTo>
                    <a:pt x="21117" y="8781"/>
                  </a:lnTo>
                  <a:lnTo>
                    <a:pt x="21816" y="8781"/>
                  </a:lnTo>
                  <a:cubicBezTo>
                    <a:pt x="22150" y="8751"/>
                    <a:pt x="22423" y="8751"/>
                    <a:pt x="22788" y="8751"/>
                  </a:cubicBezTo>
                  <a:cubicBezTo>
                    <a:pt x="23183" y="8781"/>
                    <a:pt x="23517" y="8811"/>
                    <a:pt x="23943" y="8842"/>
                  </a:cubicBezTo>
                  <a:cubicBezTo>
                    <a:pt x="24368" y="8872"/>
                    <a:pt x="24763" y="8933"/>
                    <a:pt x="25219" y="8994"/>
                  </a:cubicBezTo>
                  <a:cubicBezTo>
                    <a:pt x="25674" y="9085"/>
                    <a:pt x="26100" y="9176"/>
                    <a:pt x="26555" y="9267"/>
                  </a:cubicBezTo>
                  <a:cubicBezTo>
                    <a:pt x="26920" y="9358"/>
                    <a:pt x="27254" y="9449"/>
                    <a:pt x="27589" y="9541"/>
                  </a:cubicBezTo>
                  <a:lnTo>
                    <a:pt x="27619" y="9541"/>
                  </a:lnTo>
                  <a:cubicBezTo>
                    <a:pt x="28044" y="9692"/>
                    <a:pt x="28500" y="9844"/>
                    <a:pt x="28925" y="9996"/>
                  </a:cubicBezTo>
                  <a:lnTo>
                    <a:pt x="29776" y="10300"/>
                  </a:lnTo>
                  <a:cubicBezTo>
                    <a:pt x="30110" y="10422"/>
                    <a:pt x="30475" y="10574"/>
                    <a:pt x="30870" y="10725"/>
                  </a:cubicBezTo>
                  <a:cubicBezTo>
                    <a:pt x="31174" y="10877"/>
                    <a:pt x="31508" y="11029"/>
                    <a:pt x="31812" y="11212"/>
                  </a:cubicBezTo>
                  <a:cubicBezTo>
                    <a:pt x="32298" y="11515"/>
                    <a:pt x="32723" y="11789"/>
                    <a:pt x="33057" y="12062"/>
                  </a:cubicBezTo>
                  <a:cubicBezTo>
                    <a:pt x="33513" y="12396"/>
                    <a:pt x="33939" y="12761"/>
                    <a:pt x="34333" y="13156"/>
                  </a:cubicBezTo>
                  <a:cubicBezTo>
                    <a:pt x="34607" y="13430"/>
                    <a:pt x="34850" y="13733"/>
                    <a:pt x="35154" y="14068"/>
                  </a:cubicBezTo>
                  <a:lnTo>
                    <a:pt x="35184" y="14098"/>
                  </a:lnTo>
                  <a:cubicBezTo>
                    <a:pt x="35427" y="14432"/>
                    <a:pt x="35701" y="14766"/>
                    <a:pt x="35944" y="15101"/>
                  </a:cubicBezTo>
                  <a:cubicBezTo>
                    <a:pt x="36460" y="15769"/>
                    <a:pt x="36916" y="16437"/>
                    <a:pt x="37311" y="17167"/>
                  </a:cubicBezTo>
                  <a:cubicBezTo>
                    <a:pt x="37433" y="17349"/>
                    <a:pt x="37524" y="17531"/>
                    <a:pt x="37615" y="17744"/>
                  </a:cubicBezTo>
                  <a:cubicBezTo>
                    <a:pt x="37736" y="17926"/>
                    <a:pt x="37828" y="18139"/>
                    <a:pt x="37949" y="18352"/>
                  </a:cubicBezTo>
                  <a:lnTo>
                    <a:pt x="38040" y="18473"/>
                  </a:lnTo>
                  <a:cubicBezTo>
                    <a:pt x="38162" y="18746"/>
                    <a:pt x="38314" y="18990"/>
                    <a:pt x="38466" y="19233"/>
                  </a:cubicBezTo>
                  <a:cubicBezTo>
                    <a:pt x="38526" y="19385"/>
                    <a:pt x="38617" y="19506"/>
                    <a:pt x="38709" y="19658"/>
                  </a:cubicBezTo>
                  <a:cubicBezTo>
                    <a:pt x="38921" y="20053"/>
                    <a:pt x="39134" y="20478"/>
                    <a:pt x="39347" y="20964"/>
                  </a:cubicBezTo>
                  <a:cubicBezTo>
                    <a:pt x="39499" y="21299"/>
                    <a:pt x="39681" y="21633"/>
                    <a:pt x="39863" y="21937"/>
                  </a:cubicBezTo>
                  <a:cubicBezTo>
                    <a:pt x="39954" y="22028"/>
                    <a:pt x="40015" y="22180"/>
                    <a:pt x="40106" y="22301"/>
                  </a:cubicBezTo>
                  <a:lnTo>
                    <a:pt x="40197" y="22453"/>
                  </a:lnTo>
                  <a:cubicBezTo>
                    <a:pt x="40319" y="22696"/>
                    <a:pt x="40440" y="22939"/>
                    <a:pt x="40562" y="23152"/>
                  </a:cubicBezTo>
                  <a:cubicBezTo>
                    <a:pt x="40714" y="23395"/>
                    <a:pt x="40866" y="23608"/>
                    <a:pt x="41048" y="23851"/>
                  </a:cubicBezTo>
                  <a:cubicBezTo>
                    <a:pt x="41230" y="24094"/>
                    <a:pt x="41443" y="24307"/>
                    <a:pt x="41656" y="24519"/>
                  </a:cubicBezTo>
                  <a:cubicBezTo>
                    <a:pt x="41868" y="24762"/>
                    <a:pt x="42081" y="25005"/>
                    <a:pt x="42324" y="25188"/>
                  </a:cubicBezTo>
                  <a:cubicBezTo>
                    <a:pt x="42537" y="25370"/>
                    <a:pt x="42780" y="25522"/>
                    <a:pt x="42993" y="25643"/>
                  </a:cubicBezTo>
                  <a:cubicBezTo>
                    <a:pt x="43266" y="25765"/>
                    <a:pt x="43509" y="25856"/>
                    <a:pt x="43783" y="25917"/>
                  </a:cubicBezTo>
                  <a:cubicBezTo>
                    <a:pt x="44056" y="25978"/>
                    <a:pt x="44360" y="26008"/>
                    <a:pt x="44633" y="26008"/>
                  </a:cubicBezTo>
                  <a:cubicBezTo>
                    <a:pt x="44816" y="26008"/>
                    <a:pt x="45028" y="25978"/>
                    <a:pt x="45241" y="25947"/>
                  </a:cubicBezTo>
                  <a:lnTo>
                    <a:pt x="46000" y="25795"/>
                  </a:lnTo>
                  <a:lnTo>
                    <a:pt x="46608" y="25704"/>
                  </a:lnTo>
                  <a:lnTo>
                    <a:pt x="46821" y="25643"/>
                  </a:lnTo>
                  <a:cubicBezTo>
                    <a:pt x="46973" y="25613"/>
                    <a:pt x="47155" y="25613"/>
                    <a:pt x="47307" y="25552"/>
                  </a:cubicBezTo>
                  <a:lnTo>
                    <a:pt x="47489" y="25522"/>
                  </a:lnTo>
                  <a:cubicBezTo>
                    <a:pt x="47611" y="25491"/>
                    <a:pt x="47732" y="25461"/>
                    <a:pt x="47823" y="25400"/>
                  </a:cubicBezTo>
                  <a:cubicBezTo>
                    <a:pt x="47975" y="25309"/>
                    <a:pt x="48127" y="25248"/>
                    <a:pt x="48279" y="25157"/>
                  </a:cubicBezTo>
                  <a:cubicBezTo>
                    <a:pt x="48401" y="25066"/>
                    <a:pt x="48461" y="24975"/>
                    <a:pt x="48492" y="24853"/>
                  </a:cubicBezTo>
                  <a:lnTo>
                    <a:pt x="48765" y="24732"/>
                  </a:lnTo>
                  <a:cubicBezTo>
                    <a:pt x="48856" y="24671"/>
                    <a:pt x="48978" y="24580"/>
                    <a:pt x="49069" y="24489"/>
                  </a:cubicBezTo>
                  <a:cubicBezTo>
                    <a:pt x="49191" y="24367"/>
                    <a:pt x="49282" y="24215"/>
                    <a:pt x="49403" y="24094"/>
                  </a:cubicBezTo>
                  <a:cubicBezTo>
                    <a:pt x="49555" y="23942"/>
                    <a:pt x="49646" y="23760"/>
                    <a:pt x="49738" y="23547"/>
                  </a:cubicBezTo>
                  <a:cubicBezTo>
                    <a:pt x="49829" y="23243"/>
                    <a:pt x="49889" y="22939"/>
                    <a:pt x="49859" y="22605"/>
                  </a:cubicBezTo>
                  <a:cubicBezTo>
                    <a:pt x="49768" y="22149"/>
                    <a:pt x="49616" y="21694"/>
                    <a:pt x="49403" y="21268"/>
                  </a:cubicBezTo>
                  <a:cubicBezTo>
                    <a:pt x="49160" y="20782"/>
                    <a:pt x="48917" y="20296"/>
                    <a:pt x="48705" y="19962"/>
                  </a:cubicBezTo>
                  <a:cubicBezTo>
                    <a:pt x="48492" y="19536"/>
                    <a:pt x="48218" y="19111"/>
                    <a:pt x="48006" y="18777"/>
                  </a:cubicBezTo>
                  <a:cubicBezTo>
                    <a:pt x="47763" y="18473"/>
                    <a:pt x="47550" y="18139"/>
                    <a:pt x="47307" y="17835"/>
                  </a:cubicBezTo>
                  <a:lnTo>
                    <a:pt x="47185" y="17683"/>
                  </a:lnTo>
                  <a:cubicBezTo>
                    <a:pt x="46578" y="16863"/>
                    <a:pt x="45909" y="16042"/>
                    <a:pt x="45362" y="15374"/>
                  </a:cubicBezTo>
                  <a:lnTo>
                    <a:pt x="45241" y="15222"/>
                  </a:lnTo>
                  <a:cubicBezTo>
                    <a:pt x="44967" y="14888"/>
                    <a:pt x="44694" y="14554"/>
                    <a:pt x="44421" y="14219"/>
                  </a:cubicBezTo>
                  <a:cubicBezTo>
                    <a:pt x="44117" y="13855"/>
                    <a:pt x="43783" y="13490"/>
                    <a:pt x="43509" y="13095"/>
                  </a:cubicBezTo>
                  <a:cubicBezTo>
                    <a:pt x="42841" y="12275"/>
                    <a:pt x="42172" y="11485"/>
                    <a:pt x="41625" y="10908"/>
                  </a:cubicBezTo>
                  <a:cubicBezTo>
                    <a:pt x="40927" y="10148"/>
                    <a:pt x="40137" y="9389"/>
                    <a:pt x="39468" y="8751"/>
                  </a:cubicBezTo>
                  <a:lnTo>
                    <a:pt x="39316" y="8599"/>
                  </a:lnTo>
                  <a:cubicBezTo>
                    <a:pt x="39012" y="8325"/>
                    <a:pt x="38709" y="8021"/>
                    <a:pt x="38374" y="7718"/>
                  </a:cubicBezTo>
                  <a:cubicBezTo>
                    <a:pt x="37979" y="7383"/>
                    <a:pt x="37554" y="7019"/>
                    <a:pt x="37189" y="6745"/>
                  </a:cubicBezTo>
                  <a:cubicBezTo>
                    <a:pt x="36825" y="6472"/>
                    <a:pt x="36430" y="6168"/>
                    <a:pt x="35974" y="5834"/>
                  </a:cubicBezTo>
                  <a:lnTo>
                    <a:pt x="35610" y="5591"/>
                  </a:lnTo>
                  <a:lnTo>
                    <a:pt x="35366" y="5439"/>
                  </a:lnTo>
                  <a:lnTo>
                    <a:pt x="35306" y="5378"/>
                  </a:lnTo>
                  <a:cubicBezTo>
                    <a:pt x="35123" y="5257"/>
                    <a:pt x="34941" y="5135"/>
                    <a:pt x="34759" y="5013"/>
                  </a:cubicBezTo>
                  <a:cubicBezTo>
                    <a:pt x="34364" y="4740"/>
                    <a:pt x="33908" y="4497"/>
                    <a:pt x="33331" y="4163"/>
                  </a:cubicBezTo>
                  <a:cubicBezTo>
                    <a:pt x="32966" y="3980"/>
                    <a:pt x="32571" y="3737"/>
                    <a:pt x="32146" y="3494"/>
                  </a:cubicBezTo>
                  <a:cubicBezTo>
                    <a:pt x="31781" y="3282"/>
                    <a:pt x="31447" y="3069"/>
                    <a:pt x="31083" y="2887"/>
                  </a:cubicBezTo>
                  <a:cubicBezTo>
                    <a:pt x="30748" y="2735"/>
                    <a:pt x="30414" y="2613"/>
                    <a:pt x="30110" y="2461"/>
                  </a:cubicBezTo>
                  <a:lnTo>
                    <a:pt x="29958" y="2401"/>
                  </a:lnTo>
                  <a:lnTo>
                    <a:pt x="29411" y="2188"/>
                  </a:lnTo>
                  <a:lnTo>
                    <a:pt x="28925" y="1975"/>
                  </a:lnTo>
                  <a:cubicBezTo>
                    <a:pt x="28530" y="1823"/>
                    <a:pt x="28196" y="1671"/>
                    <a:pt x="27771" y="1519"/>
                  </a:cubicBezTo>
                  <a:cubicBezTo>
                    <a:pt x="27376" y="1398"/>
                    <a:pt x="26950" y="1246"/>
                    <a:pt x="26555" y="1124"/>
                  </a:cubicBezTo>
                  <a:lnTo>
                    <a:pt x="26404" y="1064"/>
                  </a:lnTo>
                  <a:lnTo>
                    <a:pt x="26130" y="973"/>
                  </a:lnTo>
                  <a:cubicBezTo>
                    <a:pt x="25978" y="912"/>
                    <a:pt x="25826" y="881"/>
                    <a:pt x="25674" y="821"/>
                  </a:cubicBezTo>
                  <a:cubicBezTo>
                    <a:pt x="25431" y="730"/>
                    <a:pt x="25158" y="669"/>
                    <a:pt x="24884" y="608"/>
                  </a:cubicBezTo>
                  <a:lnTo>
                    <a:pt x="24854" y="608"/>
                  </a:lnTo>
                  <a:cubicBezTo>
                    <a:pt x="24368" y="486"/>
                    <a:pt x="23912" y="395"/>
                    <a:pt x="23396" y="304"/>
                  </a:cubicBezTo>
                  <a:lnTo>
                    <a:pt x="23274" y="274"/>
                  </a:lnTo>
                  <a:cubicBezTo>
                    <a:pt x="22818" y="213"/>
                    <a:pt x="22363" y="122"/>
                    <a:pt x="21907" y="61"/>
                  </a:cubicBezTo>
                  <a:cubicBezTo>
                    <a:pt x="21390" y="31"/>
                    <a:pt x="20874" y="0"/>
                    <a:pt x="203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 name="Google Shape;61;p3"/>
          <p:cNvGrpSpPr/>
          <p:nvPr/>
        </p:nvGrpSpPr>
        <p:grpSpPr>
          <a:xfrm>
            <a:off x="295547" y="4265442"/>
            <a:ext cx="483086" cy="429802"/>
            <a:chOff x="295547" y="4265442"/>
            <a:chExt cx="483086" cy="429802"/>
          </a:xfrm>
        </p:grpSpPr>
        <p:sp>
          <p:nvSpPr>
            <p:cNvPr id="62" name="Google Shape;62;p3"/>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3"/>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 name="Google Shape;64;p3"/>
          <p:cNvSpPr/>
          <p:nvPr/>
        </p:nvSpPr>
        <p:spPr>
          <a:xfrm rot="-341310">
            <a:off x="5738969" y="44328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 name="Google Shape;65;p3"/>
          <p:cNvGrpSpPr/>
          <p:nvPr/>
        </p:nvGrpSpPr>
        <p:grpSpPr>
          <a:xfrm>
            <a:off x="5180204" y="-193951"/>
            <a:ext cx="483354" cy="535768"/>
            <a:chOff x="4846427" y="-66500"/>
            <a:chExt cx="315649" cy="349878"/>
          </a:xfrm>
        </p:grpSpPr>
        <p:sp>
          <p:nvSpPr>
            <p:cNvPr id="66" name="Google Shape;66;p3"/>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3"/>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3"/>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3"/>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 name="Google Shape;70;p3"/>
          <p:cNvSpPr txBox="1"/>
          <p:nvPr>
            <p:ph type="title"/>
          </p:nvPr>
        </p:nvSpPr>
        <p:spPr>
          <a:xfrm>
            <a:off x="4081175" y="2347425"/>
            <a:ext cx="4114200" cy="7362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71" name="Google Shape;71;p3"/>
          <p:cNvSpPr txBox="1"/>
          <p:nvPr>
            <p:ph hasCustomPrompt="1" idx="2" type="title"/>
          </p:nvPr>
        </p:nvSpPr>
        <p:spPr>
          <a:xfrm>
            <a:off x="4081175" y="1534550"/>
            <a:ext cx="1282200" cy="7362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72" name="Google Shape;72;p3"/>
          <p:cNvSpPr txBox="1"/>
          <p:nvPr>
            <p:ph idx="1" type="subTitle"/>
          </p:nvPr>
        </p:nvSpPr>
        <p:spPr>
          <a:xfrm>
            <a:off x="4081175" y="3070750"/>
            <a:ext cx="4260600" cy="538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3" name="Shape 73"/>
        <p:cNvGrpSpPr/>
        <p:nvPr/>
      </p:nvGrpSpPr>
      <p:grpSpPr>
        <a:xfrm>
          <a:off x="0" y="0"/>
          <a:ext cx="0" cy="0"/>
          <a:chOff x="0" y="0"/>
          <a:chExt cx="0" cy="0"/>
        </a:xfrm>
      </p:grpSpPr>
      <p:sp>
        <p:nvSpPr>
          <p:cNvPr id="74" name="Google Shape;74;p4"/>
          <p:cNvSpPr/>
          <p:nvPr/>
        </p:nvSpPr>
        <p:spPr>
          <a:xfrm>
            <a:off x="8139895" y="4192640"/>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4"/>
          <p:cNvSpPr/>
          <p:nvPr/>
        </p:nvSpPr>
        <p:spPr>
          <a:xfrm>
            <a:off x="8416600" y="267575"/>
            <a:ext cx="737885" cy="781680"/>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rot="613861">
            <a:off x="119049" y="3835079"/>
            <a:ext cx="373548" cy="1285457"/>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rot="613861">
            <a:off x="-153466" y="4030354"/>
            <a:ext cx="310712" cy="1051046"/>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 name="Google Shape;78;p4"/>
          <p:cNvGrpSpPr/>
          <p:nvPr/>
        </p:nvGrpSpPr>
        <p:grpSpPr>
          <a:xfrm>
            <a:off x="8178450" y="89522"/>
            <a:ext cx="572406" cy="682360"/>
            <a:chOff x="8178450" y="89522"/>
            <a:chExt cx="572406" cy="682360"/>
          </a:xfrm>
        </p:grpSpPr>
        <p:sp>
          <p:nvSpPr>
            <p:cNvPr id="79" name="Google Shape;79;p4"/>
            <p:cNvSpPr/>
            <p:nvPr/>
          </p:nvSpPr>
          <p:spPr>
            <a:xfrm>
              <a:off x="8324625" y="5808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a:off x="8501702" y="4694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a:off x="8357560" y="2738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a:off x="8178450" y="3911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a:off x="8584040" y="895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 name="Google Shape;84;p4"/>
          <p:cNvSpPr/>
          <p:nvPr/>
        </p:nvSpPr>
        <p:spPr>
          <a:xfrm rot="535568">
            <a:off x="8389291" y="4100132"/>
            <a:ext cx="251651" cy="428694"/>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a:off x="248125" y="206119"/>
            <a:ext cx="391289" cy="329072"/>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4"/>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87" name="Google Shape;87;p4"/>
          <p:cNvSpPr txBox="1"/>
          <p:nvPr>
            <p:ph idx="1" type="body"/>
          </p:nvPr>
        </p:nvSpPr>
        <p:spPr>
          <a:xfrm>
            <a:off x="727300" y="1180075"/>
            <a:ext cx="7689300" cy="34236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sz="1200"/>
            </a:lvl1pPr>
            <a:lvl2pPr indent="-317500" lvl="1" marL="914400" rtl="0">
              <a:lnSpc>
                <a:spcPct val="115000"/>
              </a:lnSpc>
              <a:spcBef>
                <a:spcPts val="1600"/>
              </a:spcBef>
              <a:spcAft>
                <a:spcPts val="0"/>
              </a:spcAft>
              <a:buSzPts val="1400"/>
              <a:buFont typeface="Raleway"/>
              <a:buChar char="○"/>
              <a:defRPr/>
            </a:lvl2pPr>
            <a:lvl3pPr indent="-317500" lvl="2" marL="1371600" rtl="0">
              <a:lnSpc>
                <a:spcPct val="115000"/>
              </a:lnSpc>
              <a:spcBef>
                <a:spcPts val="1600"/>
              </a:spcBef>
              <a:spcAft>
                <a:spcPts val="0"/>
              </a:spcAft>
              <a:buSzPts val="1400"/>
              <a:buFont typeface="Raleway"/>
              <a:buChar char="■"/>
              <a:defRPr/>
            </a:lvl3pPr>
            <a:lvl4pPr indent="-317500" lvl="3" marL="1828800" rtl="0">
              <a:lnSpc>
                <a:spcPct val="115000"/>
              </a:lnSpc>
              <a:spcBef>
                <a:spcPts val="1600"/>
              </a:spcBef>
              <a:spcAft>
                <a:spcPts val="0"/>
              </a:spcAft>
              <a:buSzPts val="1400"/>
              <a:buFont typeface="Raleway"/>
              <a:buChar char="●"/>
              <a:defRPr/>
            </a:lvl4pPr>
            <a:lvl5pPr indent="-317500" lvl="4" marL="2286000" rtl="0">
              <a:lnSpc>
                <a:spcPct val="115000"/>
              </a:lnSpc>
              <a:spcBef>
                <a:spcPts val="1600"/>
              </a:spcBef>
              <a:spcAft>
                <a:spcPts val="0"/>
              </a:spcAft>
              <a:buSzPts val="1400"/>
              <a:buFont typeface="Raleway"/>
              <a:buChar char="○"/>
              <a:defRPr/>
            </a:lvl5pPr>
            <a:lvl6pPr indent="-317500" lvl="5" marL="2743200" rtl="0">
              <a:lnSpc>
                <a:spcPct val="115000"/>
              </a:lnSpc>
              <a:spcBef>
                <a:spcPts val="1600"/>
              </a:spcBef>
              <a:spcAft>
                <a:spcPts val="0"/>
              </a:spcAft>
              <a:buSzPts val="1400"/>
              <a:buFont typeface="Raleway"/>
              <a:buChar char="■"/>
              <a:defRPr/>
            </a:lvl6pPr>
            <a:lvl7pPr indent="-317500" lvl="6" marL="3200400" rtl="0">
              <a:lnSpc>
                <a:spcPct val="115000"/>
              </a:lnSpc>
              <a:spcBef>
                <a:spcPts val="1600"/>
              </a:spcBef>
              <a:spcAft>
                <a:spcPts val="0"/>
              </a:spcAft>
              <a:buSzPts val="1400"/>
              <a:buFont typeface="Raleway"/>
              <a:buChar char="●"/>
              <a:defRPr/>
            </a:lvl7pPr>
            <a:lvl8pPr indent="-317500" lvl="7" marL="3657600" rtl="0">
              <a:lnSpc>
                <a:spcPct val="115000"/>
              </a:lnSpc>
              <a:spcBef>
                <a:spcPts val="1600"/>
              </a:spcBef>
              <a:spcAft>
                <a:spcPts val="0"/>
              </a:spcAft>
              <a:buSzPts val="1400"/>
              <a:buFont typeface="Raleway"/>
              <a:buChar char="○"/>
              <a:defRPr/>
            </a:lvl8pPr>
            <a:lvl9pPr indent="-317500" lvl="8" marL="4114800" rtl="0">
              <a:lnSpc>
                <a:spcPct val="115000"/>
              </a:lnSpc>
              <a:spcBef>
                <a:spcPts val="1600"/>
              </a:spcBef>
              <a:spcAft>
                <a:spcPts val="1600"/>
              </a:spcAft>
              <a:buSzPts val="1400"/>
              <a:buFont typeface="Raleway"/>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8" name="Shape 88"/>
        <p:cNvGrpSpPr/>
        <p:nvPr/>
      </p:nvGrpSpPr>
      <p:grpSpPr>
        <a:xfrm>
          <a:off x="0" y="0"/>
          <a:ext cx="0" cy="0"/>
          <a:chOff x="0" y="0"/>
          <a:chExt cx="0" cy="0"/>
        </a:xfrm>
      </p:grpSpPr>
      <p:sp>
        <p:nvSpPr>
          <p:cNvPr id="89" name="Google Shape;89;p5"/>
          <p:cNvSpPr/>
          <p:nvPr/>
        </p:nvSpPr>
        <p:spPr>
          <a:xfrm rot="8760841">
            <a:off x="7887244" y="3820761"/>
            <a:ext cx="1690652" cy="140538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 name="Google Shape;90;p5"/>
          <p:cNvGrpSpPr/>
          <p:nvPr/>
        </p:nvGrpSpPr>
        <p:grpSpPr>
          <a:xfrm>
            <a:off x="-128480" y="3907789"/>
            <a:ext cx="767866" cy="830189"/>
            <a:chOff x="-128480" y="3907789"/>
            <a:chExt cx="767866" cy="830189"/>
          </a:xfrm>
        </p:grpSpPr>
        <p:sp>
          <p:nvSpPr>
            <p:cNvPr id="91" name="Google Shape;91;p5"/>
            <p:cNvSpPr/>
            <p:nvPr/>
          </p:nvSpPr>
          <p:spPr>
            <a:xfrm rot="930232">
              <a:off x="-33776" y="391403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5"/>
            <p:cNvSpPr/>
            <p:nvPr/>
          </p:nvSpPr>
          <p:spPr>
            <a:xfrm rot="930232">
              <a:off x="162983" y="392802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5"/>
            <p:cNvSpPr/>
            <p:nvPr/>
          </p:nvSpPr>
          <p:spPr>
            <a:xfrm rot="930232">
              <a:off x="390026" y="398159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 name="Google Shape;94;p5"/>
          <p:cNvSpPr/>
          <p:nvPr/>
        </p:nvSpPr>
        <p:spPr>
          <a:xfrm rot="-1443878">
            <a:off x="-125662" y="26289"/>
            <a:ext cx="1070224" cy="98662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5"/>
          <p:cNvSpPr/>
          <p:nvPr/>
        </p:nvSpPr>
        <p:spPr>
          <a:xfrm>
            <a:off x="639375" y="-66512"/>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 name="Google Shape;96;p5"/>
          <p:cNvGrpSpPr/>
          <p:nvPr/>
        </p:nvGrpSpPr>
        <p:grpSpPr>
          <a:xfrm>
            <a:off x="8446375" y="3346247"/>
            <a:ext cx="572406" cy="682360"/>
            <a:chOff x="8446375" y="3346247"/>
            <a:chExt cx="572406" cy="682360"/>
          </a:xfrm>
        </p:grpSpPr>
        <p:sp>
          <p:nvSpPr>
            <p:cNvPr id="97" name="Google Shape;97;p5"/>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5"/>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5"/>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5"/>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5"/>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 name="Google Shape;102;p5"/>
          <p:cNvSpPr/>
          <p:nvPr/>
        </p:nvSpPr>
        <p:spPr>
          <a:xfrm rot="6689635">
            <a:off x="8557534" y="-268893"/>
            <a:ext cx="373566" cy="1285518"/>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 name="Google Shape;103;p5"/>
          <p:cNvGrpSpPr/>
          <p:nvPr/>
        </p:nvGrpSpPr>
        <p:grpSpPr>
          <a:xfrm>
            <a:off x="7915789" y="108771"/>
            <a:ext cx="595931" cy="530198"/>
            <a:chOff x="7915789" y="108771"/>
            <a:chExt cx="595931" cy="530198"/>
          </a:xfrm>
        </p:grpSpPr>
        <p:sp>
          <p:nvSpPr>
            <p:cNvPr id="104" name="Google Shape;104;p5"/>
            <p:cNvSpPr/>
            <p:nvPr/>
          </p:nvSpPr>
          <p:spPr>
            <a:xfrm rot="1520042">
              <a:off x="8076449" y="166765"/>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5"/>
            <p:cNvSpPr/>
            <p:nvPr/>
          </p:nvSpPr>
          <p:spPr>
            <a:xfrm rot="1520042">
              <a:off x="7998035" y="142242"/>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 name="Google Shape;106;p5"/>
          <p:cNvSpPr txBox="1"/>
          <p:nvPr>
            <p:ph idx="1" type="subTitle"/>
          </p:nvPr>
        </p:nvSpPr>
        <p:spPr>
          <a:xfrm>
            <a:off x="1391650" y="2531625"/>
            <a:ext cx="2695800" cy="471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2000"/>
              <a:buFont typeface="Bebas Neue"/>
              <a:buNone/>
              <a:defRPr b="1" sz="2000">
                <a:solidFill>
                  <a:schemeClr val="dk1"/>
                </a:solidFill>
                <a:latin typeface="Poppins"/>
                <a:ea typeface="Poppins"/>
                <a:cs typeface="Poppins"/>
                <a:sym typeface="Poppins"/>
              </a:defRPr>
            </a:lvl1pPr>
            <a:lvl2pPr lvl="1" algn="ctr">
              <a:lnSpc>
                <a:spcPct val="100000"/>
              </a:lnSpc>
              <a:spcBef>
                <a:spcPts val="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2pPr>
            <a:lvl3pPr lvl="2"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3pPr>
            <a:lvl4pPr lvl="3"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4pPr>
            <a:lvl5pPr lvl="4"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5pPr>
            <a:lvl6pPr lvl="5"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6pPr>
            <a:lvl7pPr lvl="6"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7pPr>
            <a:lvl8pPr lvl="7"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8pPr>
            <a:lvl9pPr lvl="8" algn="ctr">
              <a:lnSpc>
                <a:spcPct val="100000"/>
              </a:lnSpc>
              <a:spcBef>
                <a:spcPts val="1600"/>
              </a:spcBef>
              <a:spcAft>
                <a:spcPts val="1600"/>
              </a:spcAft>
              <a:buClr>
                <a:schemeClr val="dk1"/>
              </a:buClr>
              <a:buSzPts val="2000"/>
              <a:buFont typeface="Bebas Neue"/>
              <a:buNone/>
              <a:defRPr sz="2000">
                <a:solidFill>
                  <a:schemeClr val="dk1"/>
                </a:solidFill>
                <a:latin typeface="Bebas Neue"/>
                <a:ea typeface="Bebas Neue"/>
                <a:cs typeface="Bebas Neue"/>
                <a:sym typeface="Bebas Neue"/>
              </a:defRPr>
            </a:lvl9pPr>
          </a:lstStyle>
          <a:p/>
        </p:txBody>
      </p:sp>
      <p:sp>
        <p:nvSpPr>
          <p:cNvPr id="107" name="Google Shape;107;p5"/>
          <p:cNvSpPr txBox="1"/>
          <p:nvPr>
            <p:ph idx="2" type="subTitle"/>
          </p:nvPr>
        </p:nvSpPr>
        <p:spPr>
          <a:xfrm>
            <a:off x="5056587" y="2531625"/>
            <a:ext cx="2695800" cy="471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0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2pPr>
            <a:lvl3pPr lvl="2"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3pPr>
            <a:lvl4pPr lvl="3"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4pPr>
            <a:lvl5pPr lvl="4"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5pPr>
            <a:lvl6pPr lvl="5"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6pPr>
            <a:lvl7pPr lvl="6"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7pPr>
            <a:lvl8pPr lvl="7"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8pPr>
            <a:lvl9pPr lvl="8" rtl="0" algn="ctr">
              <a:lnSpc>
                <a:spcPct val="100000"/>
              </a:lnSpc>
              <a:spcBef>
                <a:spcPts val="1600"/>
              </a:spcBef>
              <a:spcAft>
                <a:spcPts val="1600"/>
              </a:spcAft>
              <a:buClr>
                <a:schemeClr val="dk1"/>
              </a:buClr>
              <a:buSzPts val="2000"/>
              <a:buFont typeface="Bebas Neue"/>
              <a:buNone/>
              <a:defRPr sz="2000">
                <a:solidFill>
                  <a:schemeClr val="dk1"/>
                </a:solidFill>
                <a:latin typeface="Bebas Neue"/>
                <a:ea typeface="Bebas Neue"/>
                <a:cs typeface="Bebas Neue"/>
                <a:sym typeface="Bebas Neue"/>
              </a:defRPr>
            </a:lvl9pPr>
          </a:lstStyle>
          <a:p/>
        </p:txBody>
      </p:sp>
      <p:sp>
        <p:nvSpPr>
          <p:cNvPr id="108" name="Google Shape;108;p5"/>
          <p:cNvSpPr txBox="1"/>
          <p:nvPr>
            <p:ph idx="3" type="subTitle"/>
          </p:nvPr>
        </p:nvSpPr>
        <p:spPr>
          <a:xfrm>
            <a:off x="1391650" y="2993250"/>
            <a:ext cx="2695800" cy="116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9" name="Google Shape;109;p5"/>
          <p:cNvSpPr txBox="1"/>
          <p:nvPr>
            <p:ph idx="4" type="subTitle"/>
          </p:nvPr>
        </p:nvSpPr>
        <p:spPr>
          <a:xfrm>
            <a:off x="5056587" y="2993250"/>
            <a:ext cx="2695800" cy="116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0" name="Google Shape;110;p5"/>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11" name="Shape 111"/>
        <p:cNvGrpSpPr/>
        <p:nvPr/>
      </p:nvGrpSpPr>
      <p:grpSpPr>
        <a:xfrm>
          <a:off x="0" y="0"/>
          <a:ext cx="0" cy="0"/>
          <a:chOff x="0" y="0"/>
          <a:chExt cx="0" cy="0"/>
        </a:xfrm>
      </p:grpSpPr>
      <p:sp>
        <p:nvSpPr>
          <p:cNvPr id="112" name="Google Shape;112;p6"/>
          <p:cNvSpPr/>
          <p:nvPr/>
        </p:nvSpPr>
        <p:spPr>
          <a:xfrm rot="1563590">
            <a:off x="386286" y="4444939"/>
            <a:ext cx="1070209" cy="98665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6"/>
          <p:cNvSpPr/>
          <p:nvPr/>
        </p:nvSpPr>
        <p:spPr>
          <a:xfrm>
            <a:off x="8084150" y="-341025"/>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6"/>
          <p:cNvSpPr/>
          <p:nvPr/>
        </p:nvSpPr>
        <p:spPr>
          <a:xfrm>
            <a:off x="7874302" y="164899"/>
            <a:ext cx="436021" cy="46194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6"/>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116" name="Google Shape;116;p6"/>
          <p:cNvGrpSpPr/>
          <p:nvPr/>
        </p:nvGrpSpPr>
        <p:grpSpPr>
          <a:xfrm>
            <a:off x="223925" y="54697"/>
            <a:ext cx="572406" cy="682360"/>
            <a:chOff x="223925" y="54697"/>
            <a:chExt cx="572406" cy="682360"/>
          </a:xfrm>
        </p:grpSpPr>
        <p:sp>
          <p:nvSpPr>
            <p:cNvPr id="117" name="Google Shape;117;p6"/>
            <p:cNvSpPr/>
            <p:nvPr/>
          </p:nvSpPr>
          <p:spPr>
            <a:xfrm>
              <a:off x="370100" y="54604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6"/>
            <p:cNvSpPr/>
            <p:nvPr/>
          </p:nvSpPr>
          <p:spPr>
            <a:xfrm>
              <a:off x="547177" y="43460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6"/>
            <p:cNvSpPr/>
            <p:nvPr/>
          </p:nvSpPr>
          <p:spPr>
            <a:xfrm>
              <a:off x="403035" y="23899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6"/>
            <p:cNvSpPr/>
            <p:nvPr/>
          </p:nvSpPr>
          <p:spPr>
            <a:xfrm>
              <a:off x="223925" y="35636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6"/>
            <p:cNvSpPr/>
            <p:nvPr/>
          </p:nvSpPr>
          <p:spPr>
            <a:xfrm>
              <a:off x="629515" y="5469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 name="Google Shape;122;p6"/>
          <p:cNvSpPr/>
          <p:nvPr/>
        </p:nvSpPr>
        <p:spPr>
          <a:xfrm rot="-584325">
            <a:off x="8540933" y="4826732"/>
            <a:ext cx="376727" cy="382670"/>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6"/>
          <p:cNvSpPr/>
          <p:nvPr/>
        </p:nvSpPr>
        <p:spPr>
          <a:xfrm rot="-584325">
            <a:off x="8190241" y="4525643"/>
            <a:ext cx="1035566" cy="687609"/>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 name="Google Shape;124;p6"/>
          <p:cNvGrpSpPr/>
          <p:nvPr/>
        </p:nvGrpSpPr>
        <p:grpSpPr>
          <a:xfrm>
            <a:off x="-82550" y="4170314"/>
            <a:ext cx="878866" cy="1093442"/>
            <a:chOff x="-82550" y="4170314"/>
            <a:chExt cx="878866" cy="1093442"/>
          </a:xfrm>
        </p:grpSpPr>
        <p:sp>
          <p:nvSpPr>
            <p:cNvPr id="125" name="Google Shape;125;p6"/>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6"/>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6"/>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28" name="Shape 128"/>
        <p:cNvGrpSpPr/>
        <p:nvPr/>
      </p:nvGrpSpPr>
      <p:grpSpPr>
        <a:xfrm>
          <a:off x="0" y="0"/>
          <a:ext cx="0" cy="0"/>
          <a:chOff x="0" y="0"/>
          <a:chExt cx="0" cy="0"/>
        </a:xfrm>
      </p:grpSpPr>
      <p:sp>
        <p:nvSpPr>
          <p:cNvPr id="129" name="Google Shape;129;p7"/>
          <p:cNvSpPr/>
          <p:nvPr/>
        </p:nvSpPr>
        <p:spPr>
          <a:xfrm>
            <a:off x="-526450" y="-506475"/>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 name="Google Shape;130;p7"/>
          <p:cNvGrpSpPr/>
          <p:nvPr/>
        </p:nvGrpSpPr>
        <p:grpSpPr>
          <a:xfrm rot="-10546643">
            <a:off x="546662" y="96509"/>
            <a:ext cx="551194" cy="657124"/>
            <a:chOff x="2636175" y="248775"/>
            <a:chExt cx="422325" cy="503450"/>
          </a:xfrm>
        </p:grpSpPr>
        <p:sp>
          <p:nvSpPr>
            <p:cNvPr id="131" name="Google Shape;131;p7"/>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7"/>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7"/>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7"/>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7"/>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 name="Google Shape;136;p7"/>
          <p:cNvSpPr/>
          <p:nvPr/>
        </p:nvSpPr>
        <p:spPr>
          <a:xfrm rot="6865797">
            <a:off x="1753661" y="423729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7"/>
          <p:cNvSpPr/>
          <p:nvPr/>
        </p:nvSpPr>
        <p:spPr>
          <a:xfrm rot="-492515">
            <a:off x="1849346" y="4414900"/>
            <a:ext cx="295313" cy="528465"/>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7"/>
          <p:cNvSpPr txBox="1"/>
          <p:nvPr>
            <p:ph type="title"/>
          </p:nvPr>
        </p:nvSpPr>
        <p:spPr>
          <a:xfrm>
            <a:off x="727350" y="1047338"/>
            <a:ext cx="44613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139" name="Google Shape;139;p7"/>
          <p:cNvSpPr txBox="1"/>
          <p:nvPr>
            <p:ph idx="1" type="body"/>
          </p:nvPr>
        </p:nvSpPr>
        <p:spPr>
          <a:xfrm>
            <a:off x="727300" y="1556075"/>
            <a:ext cx="4607400" cy="2540100"/>
          </a:xfrm>
          <a:prstGeom prst="rect">
            <a:avLst/>
          </a:prstGeom>
        </p:spPr>
        <p:txBody>
          <a:bodyPr anchorCtr="0" anchor="ctr" bIns="91425" lIns="91425" spcFirstLastPara="1" rIns="91425" wrap="square" tIns="91425">
            <a:noAutofit/>
          </a:bodyPr>
          <a:lstStyle>
            <a:lvl1pPr indent="-317500" lvl="0" marL="457200" rtl="0">
              <a:spcBef>
                <a:spcPts val="0"/>
              </a:spcBef>
              <a:spcAft>
                <a:spcPts val="0"/>
              </a:spcAft>
              <a:buSzPts val="1400"/>
              <a:buAutoNum type="arabicPeriod"/>
              <a:defRPr/>
            </a:lvl1pPr>
            <a:lvl2pPr indent="-317500" lvl="1" marL="914400" rtl="0">
              <a:lnSpc>
                <a:spcPct val="115000"/>
              </a:lnSpc>
              <a:spcBef>
                <a:spcPts val="1600"/>
              </a:spcBef>
              <a:spcAft>
                <a:spcPts val="0"/>
              </a:spcAft>
              <a:buSzPts val="1400"/>
              <a:buAutoNum type="alphaLcPeriod"/>
              <a:defRPr/>
            </a:lvl2pPr>
            <a:lvl3pPr indent="-317500" lvl="2" marL="1371600" rtl="0">
              <a:lnSpc>
                <a:spcPct val="115000"/>
              </a:lnSpc>
              <a:spcBef>
                <a:spcPts val="1600"/>
              </a:spcBef>
              <a:spcAft>
                <a:spcPts val="0"/>
              </a:spcAft>
              <a:buSzPts val="1400"/>
              <a:buAutoNum type="romanLcPeriod"/>
              <a:defRPr/>
            </a:lvl3pPr>
            <a:lvl4pPr indent="-317500" lvl="3" marL="1828800" rtl="0">
              <a:lnSpc>
                <a:spcPct val="115000"/>
              </a:lnSpc>
              <a:spcBef>
                <a:spcPts val="1600"/>
              </a:spcBef>
              <a:spcAft>
                <a:spcPts val="0"/>
              </a:spcAft>
              <a:buSzPts val="1400"/>
              <a:buAutoNum type="arabicPeriod"/>
              <a:defRPr/>
            </a:lvl4pPr>
            <a:lvl5pPr indent="-317500" lvl="4" marL="2286000" rtl="0">
              <a:lnSpc>
                <a:spcPct val="115000"/>
              </a:lnSpc>
              <a:spcBef>
                <a:spcPts val="1600"/>
              </a:spcBef>
              <a:spcAft>
                <a:spcPts val="0"/>
              </a:spcAft>
              <a:buSzPts val="1400"/>
              <a:buAutoNum type="alphaLcPeriod"/>
              <a:defRPr/>
            </a:lvl5pPr>
            <a:lvl6pPr indent="-317500" lvl="5" marL="2743200" rtl="0">
              <a:lnSpc>
                <a:spcPct val="115000"/>
              </a:lnSpc>
              <a:spcBef>
                <a:spcPts val="1600"/>
              </a:spcBef>
              <a:spcAft>
                <a:spcPts val="0"/>
              </a:spcAft>
              <a:buSzPts val="1400"/>
              <a:buAutoNum type="romanLcPeriod"/>
              <a:defRPr/>
            </a:lvl6pPr>
            <a:lvl7pPr indent="-317500" lvl="6" marL="3200400" rtl="0">
              <a:lnSpc>
                <a:spcPct val="115000"/>
              </a:lnSpc>
              <a:spcBef>
                <a:spcPts val="1600"/>
              </a:spcBef>
              <a:spcAft>
                <a:spcPts val="0"/>
              </a:spcAft>
              <a:buSzPts val="1400"/>
              <a:buAutoNum type="arabicPeriod"/>
              <a:defRPr/>
            </a:lvl7pPr>
            <a:lvl8pPr indent="-317500" lvl="7" marL="3657600" rtl="0">
              <a:lnSpc>
                <a:spcPct val="115000"/>
              </a:lnSpc>
              <a:spcBef>
                <a:spcPts val="1600"/>
              </a:spcBef>
              <a:spcAft>
                <a:spcPts val="0"/>
              </a:spcAft>
              <a:buSzPts val="1400"/>
              <a:buAutoNum type="alphaLcPeriod"/>
              <a:defRPr/>
            </a:lvl8pPr>
            <a:lvl9pPr indent="-317500" lvl="8" marL="4114800" rtl="0">
              <a:lnSpc>
                <a:spcPct val="115000"/>
              </a:lnSpc>
              <a:spcBef>
                <a:spcPts val="1600"/>
              </a:spcBef>
              <a:spcAft>
                <a:spcPts val="1600"/>
              </a:spcAft>
              <a:buSzPts val="1400"/>
              <a:buAutoNum type="romanLcPeriod"/>
              <a:defRPr/>
            </a:lvl9pPr>
          </a:lstStyle>
          <a:p/>
        </p:txBody>
      </p:sp>
      <p:sp>
        <p:nvSpPr>
          <p:cNvPr id="140" name="Google Shape;140;p7"/>
          <p:cNvSpPr/>
          <p:nvPr/>
        </p:nvSpPr>
        <p:spPr>
          <a:xfrm flipH="1" rot="-399774">
            <a:off x="1743014" y="259000"/>
            <a:ext cx="394943" cy="33214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 name="Google Shape;141;p7"/>
          <p:cNvGrpSpPr/>
          <p:nvPr/>
        </p:nvGrpSpPr>
        <p:grpSpPr>
          <a:xfrm flipH="1" rot="457519">
            <a:off x="7977256" y="-6890"/>
            <a:ext cx="878904" cy="1093489"/>
            <a:chOff x="-82550" y="4170314"/>
            <a:chExt cx="878866" cy="1093442"/>
          </a:xfrm>
        </p:grpSpPr>
        <p:sp>
          <p:nvSpPr>
            <p:cNvPr id="142" name="Google Shape;142;p7"/>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7"/>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7"/>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 name="Google Shape;145;p7"/>
          <p:cNvSpPr/>
          <p:nvPr/>
        </p:nvSpPr>
        <p:spPr>
          <a:xfrm rot="-1820385">
            <a:off x="8175018" y="4523240"/>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2"/>
        </a:solidFill>
      </p:bgPr>
    </p:bg>
    <p:spTree>
      <p:nvGrpSpPr>
        <p:cNvPr id="146" name="Shape 146"/>
        <p:cNvGrpSpPr/>
        <p:nvPr/>
      </p:nvGrpSpPr>
      <p:grpSpPr>
        <a:xfrm>
          <a:off x="0" y="0"/>
          <a:ext cx="0" cy="0"/>
          <a:chOff x="0" y="0"/>
          <a:chExt cx="0" cy="0"/>
        </a:xfrm>
      </p:grpSpPr>
      <p:sp>
        <p:nvSpPr>
          <p:cNvPr id="147" name="Google Shape;147;p8"/>
          <p:cNvSpPr/>
          <p:nvPr/>
        </p:nvSpPr>
        <p:spPr>
          <a:xfrm>
            <a:off x="8034850" y="3466375"/>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rot="613861">
            <a:off x="10574" y="3889329"/>
            <a:ext cx="373548" cy="1285457"/>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 name="Google Shape;149;p8"/>
          <p:cNvGrpSpPr/>
          <p:nvPr/>
        </p:nvGrpSpPr>
        <p:grpSpPr>
          <a:xfrm rot="44495">
            <a:off x="187013" y="4168744"/>
            <a:ext cx="720891" cy="799803"/>
            <a:chOff x="134059" y="4302869"/>
            <a:chExt cx="572406" cy="682360"/>
          </a:xfrm>
        </p:grpSpPr>
        <p:sp>
          <p:nvSpPr>
            <p:cNvPr id="150" name="Google Shape;150;p8"/>
            <p:cNvSpPr/>
            <p:nvPr/>
          </p:nvSpPr>
          <p:spPr>
            <a:xfrm>
              <a:off x="280234" y="4794219"/>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a:off x="457311" y="4682775"/>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a:off x="313169" y="4487163"/>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8"/>
            <p:cNvSpPr/>
            <p:nvPr/>
          </p:nvSpPr>
          <p:spPr>
            <a:xfrm>
              <a:off x="134059" y="4604537"/>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8"/>
            <p:cNvSpPr/>
            <p:nvPr/>
          </p:nvSpPr>
          <p:spPr>
            <a:xfrm>
              <a:off x="539649" y="4302869"/>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 name="Google Shape;155;p8"/>
          <p:cNvSpPr/>
          <p:nvPr/>
        </p:nvSpPr>
        <p:spPr>
          <a:xfrm rot="-3837907">
            <a:off x="4113214" y="3691605"/>
            <a:ext cx="917562" cy="1934008"/>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8"/>
          <p:cNvSpPr/>
          <p:nvPr/>
        </p:nvSpPr>
        <p:spPr>
          <a:xfrm rot="3185757">
            <a:off x="6968389" y="-258061"/>
            <a:ext cx="1444252" cy="1331373"/>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 name="Google Shape;157;p8"/>
          <p:cNvGrpSpPr/>
          <p:nvPr/>
        </p:nvGrpSpPr>
        <p:grpSpPr>
          <a:xfrm>
            <a:off x="4295963" y="4660625"/>
            <a:ext cx="252200" cy="279550"/>
            <a:chOff x="4295963" y="4660625"/>
            <a:chExt cx="252200" cy="279550"/>
          </a:xfrm>
        </p:grpSpPr>
        <p:sp>
          <p:nvSpPr>
            <p:cNvPr id="158" name="Google Shape;158;p8"/>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8"/>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8"/>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8"/>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 name="Google Shape;162;p8"/>
          <p:cNvGrpSpPr/>
          <p:nvPr/>
        </p:nvGrpSpPr>
        <p:grpSpPr>
          <a:xfrm>
            <a:off x="7753978" y="3962376"/>
            <a:ext cx="1292405" cy="1145009"/>
            <a:chOff x="7753978" y="3962376"/>
            <a:chExt cx="1292405" cy="1145009"/>
          </a:xfrm>
        </p:grpSpPr>
        <p:sp>
          <p:nvSpPr>
            <p:cNvPr id="163" name="Google Shape;163;p8"/>
            <p:cNvSpPr/>
            <p:nvPr/>
          </p:nvSpPr>
          <p:spPr>
            <a:xfrm flipH="1" rot="-775894">
              <a:off x="8734532" y="3972164"/>
              <a:ext cx="201682" cy="1007216"/>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8"/>
            <p:cNvSpPr/>
            <p:nvPr/>
          </p:nvSpPr>
          <p:spPr>
            <a:xfrm flipH="1" rot="-775894">
              <a:off x="8422334" y="3978406"/>
              <a:ext cx="240532" cy="1039779"/>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8"/>
            <p:cNvSpPr/>
            <p:nvPr/>
          </p:nvSpPr>
          <p:spPr>
            <a:xfrm flipH="1" rot="-775894">
              <a:off x="8135956" y="4039029"/>
              <a:ext cx="210046" cy="1036633"/>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8"/>
            <p:cNvSpPr/>
            <p:nvPr/>
          </p:nvSpPr>
          <p:spPr>
            <a:xfrm flipH="1" rot="-775894">
              <a:off x="7864388" y="4083343"/>
              <a:ext cx="223699" cy="101184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 name="Google Shape;167;p8"/>
          <p:cNvSpPr/>
          <p:nvPr/>
        </p:nvSpPr>
        <p:spPr>
          <a:xfrm>
            <a:off x="-149501" y="-84327"/>
            <a:ext cx="1908383" cy="1113173"/>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 name="Google Shape;168;p8"/>
          <p:cNvGrpSpPr/>
          <p:nvPr/>
        </p:nvGrpSpPr>
        <p:grpSpPr>
          <a:xfrm>
            <a:off x="304333" y="142909"/>
            <a:ext cx="751382" cy="993699"/>
            <a:chOff x="304333" y="142909"/>
            <a:chExt cx="751382" cy="993699"/>
          </a:xfrm>
        </p:grpSpPr>
        <p:sp>
          <p:nvSpPr>
            <p:cNvPr id="169" name="Google Shape;169;p8"/>
            <p:cNvSpPr/>
            <p:nvPr/>
          </p:nvSpPr>
          <p:spPr>
            <a:xfrm>
              <a:off x="304333" y="165476"/>
              <a:ext cx="224671" cy="971133"/>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8"/>
            <p:cNvSpPr/>
            <p:nvPr/>
          </p:nvSpPr>
          <p:spPr>
            <a:xfrm>
              <a:off x="605477" y="157631"/>
              <a:ext cx="196196" cy="96819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8"/>
            <p:cNvSpPr/>
            <p:nvPr/>
          </p:nvSpPr>
          <p:spPr>
            <a:xfrm>
              <a:off x="846767" y="142909"/>
              <a:ext cx="208949" cy="945047"/>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 name="Google Shape;172;p8"/>
          <p:cNvSpPr/>
          <p:nvPr/>
        </p:nvSpPr>
        <p:spPr>
          <a:xfrm>
            <a:off x="3150863" y="-42857"/>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8"/>
          <p:cNvSpPr txBox="1"/>
          <p:nvPr>
            <p:ph type="title"/>
          </p:nvPr>
        </p:nvSpPr>
        <p:spPr>
          <a:xfrm>
            <a:off x="1395775" y="1384800"/>
            <a:ext cx="4702500" cy="23739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6500">
                <a:solidFill>
                  <a:schemeClr val="lt1"/>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174" name="Google Shape;174;p8"/>
          <p:cNvSpPr/>
          <p:nvPr/>
        </p:nvSpPr>
        <p:spPr>
          <a:xfrm>
            <a:off x="8724400" y="17236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8"/>
          <p:cNvSpPr/>
          <p:nvPr/>
        </p:nvSpPr>
        <p:spPr>
          <a:xfrm rot="399578">
            <a:off x="5123102" y="273302"/>
            <a:ext cx="295314" cy="52846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8"/>
          <p:cNvSpPr/>
          <p:nvPr/>
        </p:nvSpPr>
        <p:spPr>
          <a:xfrm rot="399578">
            <a:off x="402352" y="1958452"/>
            <a:ext cx="295314" cy="52846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77" name="Shape 177"/>
        <p:cNvGrpSpPr/>
        <p:nvPr/>
      </p:nvGrpSpPr>
      <p:grpSpPr>
        <a:xfrm>
          <a:off x="0" y="0"/>
          <a:ext cx="0" cy="0"/>
          <a:chOff x="0" y="0"/>
          <a:chExt cx="0" cy="0"/>
        </a:xfrm>
      </p:grpSpPr>
      <p:sp>
        <p:nvSpPr>
          <p:cNvPr id="178" name="Google Shape;178;p9"/>
          <p:cNvSpPr/>
          <p:nvPr/>
        </p:nvSpPr>
        <p:spPr>
          <a:xfrm rot="9482715">
            <a:off x="-781312" y="2986"/>
            <a:ext cx="1866368" cy="1551451"/>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 name="Google Shape;179;p9"/>
          <p:cNvGrpSpPr/>
          <p:nvPr/>
        </p:nvGrpSpPr>
        <p:grpSpPr>
          <a:xfrm>
            <a:off x="157588" y="-289649"/>
            <a:ext cx="1219992" cy="1237898"/>
            <a:chOff x="157588" y="-289649"/>
            <a:chExt cx="1219992" cy="1237898"/>
          </a:xfrm>
        </p:grpSpPr>
        <p:sp>
          <p:nvSpPr>
            <p:cNvPr id="180" name="Google Shape;180;p9"/>
            <p:cNvSpPr/>
            <p:nvPr/>
          </p:nvSpPr>
          <p:spPr>
            <a:xfrm>
              <a:off x="157588" y="-194325"/>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9"/>
            <p:cNvSpPr/>
            <p:nvPr/>
          </p:nvSpPr>
          <p:spPr>
            <a:xfrm>
              <a:off x="464966" y="-262240"/>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9"/>
            <p:cNvSpPr/>
            <p:nvPr/>
          </p:nvSpPr>
          <p:spPr>
            <a:xfrm>
              <a:off x="830730" y="-271769"/>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9"/>
            <p:cNvSpPr/>
            <p:nvPr/>
          </p:nvSpPr>
          <p:spPr>
            <a:xfrm>
              <a:off x="1123796" y="-289649"/>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 name="Google Shape;184;p9"/>
          <p:cNvSpPr/>
          <p:nvPr/>
        </p:nvSpPr>
        <p:spPr>
          <a:xfrm rot="410715">
            <a:off x="576288" y="4339232"/>
            <a:ext cx="219842" cy="393425"/>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9"/>
          <p:cNvSpPr/>
          <p:nvPr/>
        </p:nvSpPr>
        <p:spPr>
          <a:xfrm rot="448387">
            <a:off x="8359750" y="54549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9"/>
          <p:cNvSpPr txBox="1"/>
          <p:nvPr>
            <p:ph type="title"/>
          </p:nvPr>
        </p:nvSpPr>
        <p:spPr>
          <a:xfrm>
            <a:off x="776100" y="1253175"/>
            <a:ext cx="37959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4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87" name="Google Shape;187;p9"/>
          <p:cNvSpPr txBox="1"/>
          <p:nvPr>
            <p:ph idx="1" type="subTitle"/>
          </p:nvPr>
        </p:nvSpPr>
        <p:spPr>
          <a:xfrm>
            <a:off x="776100" y="2145000"/>
            <a:ext cx="3831000" cy="1764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88" name="Google Shape;188;p9"/>
          <p:cNvSpPr/>
          <p:nvPr/>
        </p:nvSpPr>
        <p:spPr>
          <a:xfrm>
            <a:off x="8029176" y="3981964"/>
            <a:ext cx="1348731" cy="1243365"/>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2"/>
        </a:solidFill>
      </p:bgPr>
    </p:bg>
    <p:spTree>
      <p:nvGrpSpPr>
        <p:cNvPr id="189" name="Shape 189"/>
        <p:cNvGrpSpPr/>
        <p:nvPr/>
      </p:nvGrpSpPr>
      <p:grpSpPr>
        <a:xfrm>
          <a:off x="0" y="0"/>
          <a:ext cx="0" cy="0"/>
          <a:chOff x="0" y="0"/>
          <a:chExt cx="0" cy="0"/>
        </a:xfrm>
      </p:grpSpPr>
      <p:sp>
        <p:nvSpPr>
          <p:cNvPr id="190" name="Google Shape;190;p10"/>
          <p:cNvSpPr/>
          <p:nvPr/>
        </p:nvSpPr>
        <p:spPr>
          <a:xfrm flipH="1" rot="1086392">
            <a:off x="-320109" y="4231721"/>
            <a:ext cx="1951186" cy="1138140"/>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 name="Google Shape;191;p10"/>
          <p:cNvGrpSpPr/>
          <p:nvPr/>
        </p:nvGrpSpPr>
        <p:grpSpPr>
          <a:xfrm>
            <a:off x="913500" y="4201148"/>
            <a:ext cx="1383661" cy="1443739"/>
            <a:chOff x="8085825" y="1477998"/>
            <a:chExt cx="1383661" cy="1443739"/>
          </a:xfrm>
        </p:grpSpPr>
        <p:sp>
          <p:nvSpPr>
            <p:cNvPr id="192" name="Google Shape;192;p10"/>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0"/>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0"/>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0"/>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 name="Google Shape;196;p10"/>
          <p:cNvSpPr/>
          <p:nvPr/>
        </p:nvSpPr>
        <p:spPr>
          <a:xfrm>
            <a:off x="3793400" y="381450"/>
            <a:ext cx="416652" cy="35037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0"/>
          <p:cNvSpPr/>
          <p:nvPr/>
        </p:nvSpPr>
        <p:spPr>
          <a:xfrm rot="292123">
            <a:off x="287708" y="381448"/>
            <a:ext cx="307707" cy="803619"/>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 name="Google Shape;198;p10"/>
          <p:cNvGrpSpPr/>
          <p:nvPr/>
        </p:nvGrpSpPr>
        <p:grpSpPr>
          <a:xfrm>
            <a:off x="8416805" y="-121990"/>
            <a:ext cx="518742" cy="618388"/>
            <a:chOff x="2636175" y="248775"/>
            <a:chExt cx="422325" cy="503450"/>
          </a:xfrm>
        </p:grpSpPr>
        <p:sp>
          <p:nvSpPr>
            <p:cNvPr id="199" name="Google Shape;199;p10"/>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0"/>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0"/>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0"/>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0"/>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 name="Google Shape;204;p10"/>
          <p:cNvSpPr/>
          <p:nvPr/>
        </p:nvSpPr>
        <p:spPr>
          <a:xfrm rot="-1251821">
            <a:off x="8366893" y="4048242"/>
            <a:ext cx="408398" cy="442029"/>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0"/>
          <p:cNvSpPr txBox="1"/>
          <p:nvPr>
            <p:ph type="title"/>
          </p:nvPr>
        </p:nvSpPr>
        <p:spPr>
          <a:xfrm>
            <a:off x="4629200" y="539850"/>
            <a:ext cx="3787500" cy="1098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2"/>
        </a:solidFill>
      </p:bgPr>
    </p:bg>
    <p:spTree>
      <p:nvGrpSpPr>
        <p:cNvPr id="206" name="Shape 206"/>
        <p:cNvGrpSpPr/>
        <p:nvPr/>
      </p:nvGrpSpPr>
      <p:grpSpPr>
        <a:xfrm>
          <a:off x="0" y="0"/>
          <a:ext cx="0" cy="0"/>
          <a:chOff x="0" y="0"/>
          <a:chExt cx="0" cy="0"/>
        </a:xfrm>
      </p:grpSpPr>
      <p:sp>
        <p:nvSpPr>
          <p:cNvPr id="207" name="Google Shape;207;p11"/>
          <p:cNvSpPr/>
          <p:nvPr/>
        </p:nvSpPr>
        <p:spPr>
          <a:xfrm rot="-3883519">
            <a:off x="-167732" y="3097253"/>
            <a:ext cx="1216485" cy="112147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 name="Google Shape;208;p11"/>
          <p:cNvGrpSpPr/>
          <p:nvPr/>
        </p:nvGrpSpPr>
        <p:grpSpPr>
          <a:xfrm>
            <a:off x="488377" y="2897975"/>
            <a:ext cx="315649" cy="349878"/>
            <a:chOff x="488377" y="2897975"/>
            <a:chExt cx="315649" cy="349878"/>
          </a:xfrm>
        </p:grpSpPr>
        <p:sp>
          <p:nvSpPr>
            <p:cNvPr id="209" name="Google Shape;209;p11"/>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1"/>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1"/>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1"/>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 name="Google Shape;213;p11"/>
          <p:cNvSpPr/>
          <p:nvPr/>
        </p:nvSpPr>
        <p:spPr>
          <a:xfrm rot="7898116">
            <a:off x="7852656" y="3575389"/>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1"/>
          <p:cNvSpPr/>
          <p:nvPr/>
        </p:nvSpPr>
        <p:spPr>
          <a:xfrm rot="504363">
            <a:off x="6922883" y="-29224"/>
            <a:ext cx="1951202" cy="1138150"/>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1"/>
          <p:cNvSpPr/>
          <p:nvPr/>
        </p:nvSpPr>
        <p:spPr>
          <a:xfrm>
            <a:off x="8469650" y="5673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 name="Google Shape;216;p11"/>
          <p:cNvGrpSpPr/>
          <p:nvPr/>
        </p:nvGrpSpPr>
        <p:grpSpPr>
          <a:xfrm>
            <a:off x="3" y="28688"/>
            <a:ext cx="1292405" cy="1145009"/>
            <a:chOff x="3" y="28688"/>
            <a:chExt cx="1292405" cy="1145009"/>
          </a:xfrm>
        </p:grpSpPr>
        <p:sp>
          <p:nvSpPr>
            <p:cNvPr id="217" name="Google Shape;217;p11"/>
            <p:cNvSpPr/>
            <p:nvPr/>
          </p:nvSpPr>
          <p:spPr>
            <a:xfrm flipH="1" rot="-775894">
              <a:off x="980557" y="38476"/>
              <a:ext cx="201682" cy="1007216"/>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1"/>
            <p:cNvSpPr/>
            <p:nvPr/>
          </p:nvSpPr>
          <p:spPr>
            <a:xfrm flipH="1" rot="-775894">
              <a:off x="668359" y="44718"/>
              <a:ext cx="240532" cy="1039779"/>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1"/>
            <p:cNvSpPr/>
            <p:nvPr/>
          </p:nvSpPr>
          <p:spPr>
            <a:xfrm flipH="1" rot="-775894">
              <a:off x="381981" y="105342"/>
              <a:ext cx="210046" cy="1036633"/>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1"/>
            <p:cNvSpPr/>
            <p:nvPr/>
          </p:nvSpPr>
          <p:spPr>
            <a:xfrm flipH="1" rot="-775894">
              <a:off x="110413" y="149656"/>
              <a:ext cx="223699" cy="101184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 name="Google Shape;221;p11"/>
          <p:cNvSpPr/>
          <p:nvPr/>
        </p:nvSpPr>
        <p:spPr>
          <a:xfrm rot="4784323">
            <a:off x="2191680" y="4345457"/>
            <a:ext cx="373583" cy="1285579"/>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1"/>
          <p:cNvSpPr/>
          <p:nvPr/>
        </p:nvSpPr>
        <p:spPr>
          <a:xfrm rot="3814763">
            <a:off x="1979073" y="4265453"/>
            <a:ext cx="310730" cy="105110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1"/>
          <p:cNvSpPr txBox="1"/>
          <p:nvPr>
            <p:ph hasCustomPrompt="1" type="title"/>
          </p:nvPr>
        </p:nvSpPr>
        <p:spPr>
          <a:xfrm>
            <a:off x="1594650" y="1568100"/>
            <a:ext cx="5954700" cy="151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9500">
                <a:solidFill>
                  <a:schemeClr val="l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24" name="Google Shape;224;p11"/>
          <p:cNvSpPr txBox="1"/>
          <p:nvPr>
            <p:ph idx="1" type="subTitle"/>
          </p:nvPr>
        </p:nvSpPr>
        <p:spPr>
          <a:xfrm>
            <a:off x="2017500" y="3079200"/>
            <a:ext cx="5109000" cy="496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225" name="Google Shape;225;p11"/>
          <p:cNvSpPr/>
          <p:nvPr/>
        </p:nvSpPr>
        <p:spPr>
          <a:xfrm rot="-341310">
            <a:off x="5738969" y="44328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1"/>
          <p:cNvSpPr/>
          <p:nvPr/>
        </p:nvSpPr>
        <p:spPr>
          <a:xfrm rot="-470258">
            <a:off x="2731850" y="484708"/>
            <a:ext cx="426238" cy="349877"/>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27" name="Shape 227"/>
        <p:cNvGrpSpPr/>
        <p:nvPr/>
      </p:nvGrpSpPr>
      <p:grpSpPr>
        <a:xfrm>
          <a:off x="0" y="0"/>
          <a:ext cx="0" cy="0"/>
          <a:chOff x="0" y="0"/>
          <a:chExt cx="0" cy="0"/>
        </a:xfrm>
      </p:grpSpPr>
      <p:sp>
        <p:nvSpPr>
          <p:cNvPr id="228" name="Google Shape;228;p12"/>
          <p:cNvSpPr/>
          <p:nvPr/>
        </p:nvSpPr>
        <p:spPr>
          <a:xfrm>
            <a:off x="0" y="-9025"/>
            <a:ext cx="9144000" cy="5152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29" name="Shape 229"/>
        <p:cNvGrpSpPr/>
        <p:nvPr/>
      </p:nvGrpSpPr>
      <p:grpSpPr>
        <a:xfrm>
          <a:off x="0" y="0"/>
          <a:ext cx="0" cy="0"/>
          <a:chOff x="0" y="0"/>
          <a:chExt cx="0" cy="0"/>
        </a:xfrm>
      </p:grpSpPr>
      <p:sp>
        <p:nvSpPr>
          <p:cNvPr id="230" name="Google Shape;230;p13"/>
          <p:cNvSpPr/>
          <p:nvPr/>
        </p:nvSpPr>
        <p:spPr>
          <a:xfrm rot="-780553">
            <a:off x="-236180" y="-66629"/>
            <a:ext cx="1206158" cy="1002640"/>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 name="Google Shape;231;p13"/>
          <p:cNvGrpSpPr/>
          <p:nvPr/>
        </p:nvGrpSpPr>
        <p:grpSpPr>
          <a:xfrm>
            <a:off x="80700" y="476022"/>
            <a:ext cx="572406" cy="682360"/>
            <a:chOff x="80700" y="476022"/>
            <a:chExt cx="572406" cy="682360"/>
          </a:xfrm>
        </p:grpSpPr>
        <p:sp>
          <p:nvSpPr>
            <p:cNvPr id="232" name="Google Shape;232;p13"/>
            <p:cNvSpPr/>
            <p:nvPr/>
          </p:nvSpPr>
          <p:spPr>
            <a:xfrm>
              <a:off x="226875" y="9673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3"/>
            <p:cNvSpPr/>
            <p:nvPr/>
          </p:nvSpPr>
          <p:spPr>
            <a:xfrm>
              <a:off x="403952" y="8559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3"/>
            <p:cNvSpPr/>
            <p:nvPr/>
          </p:nvSpPr>
          <p:spPr>
            <a:xfrm>
              <a:off x="259810" y="6603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3"/>
            <p:cNvSpPr/>
            <p:nvPr/>
          </p:nvSpPr>
          <p:spPr>
            <a:xfrm>
              <a:off x="80700" y="7776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3"/>
            <p:cNvSpPr/>
            <p:nvPr/>
          </p:nvSpPr>
          <p:spPr>
            <a:xfrm>
              <a:off x="486290" y="4760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 name="Google Shape;237;p13"/>
          <p:cNvSpPr/>
          <p:nvPr/>
        </p:nvSpPr>
        <p:spPr>
          <a:xfrm rot="-5030280">
            <a:off x="-191326" y="4123314"/>
            <a:ext cx="1196599" cy="1062235"/>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3"/>
          <p:cNvSpPr/>
          <p:nvPr/>
        </p:nvSpPr>
        <p:spPr>
          <a:xfrm rot="448387">
            <a:off x="1745975" y="11399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 name="Google Shape;239;p13"/>
          <p:cNvGrpSpPr/>
          <p:nvPr/>
        </p:nvGrpSpPr>
        <p:grpSpPr>
          <a:xfrm>
            <a:off x="8477170" y="29839"/>
            <a:ext cx="767866" cy="830189"/>
            <a:chOff x="8477170" y="29839"/>
            <a:chExt cx="767866" cy="830189"/>
          </a:xfrm>
        </p:grpSpPr>
        <p:sp>
          <p:nvSpPr>
            <p:cNvPr id="240" name="Google Shape;240;p13"/>
            <p:cNvSpPr/>
            <p:nvPr/>
          </p:nvSpPr>
          <p:spPr>
            <a:xfrm rot="930232">
              <a:off x="8571874" y="3608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3"/>
            <p:cNvSpPr/>
            <p:nvPr/>
          </p:nvSpPr>
          <p:spPr>
            <a:xfrm rot="930232">
              <a:off x="8768633" y="5007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3"/>
            <p:cNvSpPr/>
            <p:nvPr/>
          </p:nvSpPr>
          <p:spPr>
            <a:xfrm rot="930232">
              <a:off x="8995676" y="10364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 name="Google Shape;243;p13"/>
          <p:cNvSpPr/>
          <p:nvPr/>
        </p:nvSpPr>
        <p:spPr>
          <a:xfrm>
            <a:off x="8262850" y="59625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3"/>
          <p:cNvSpPr/>
          <p:nvPr/>
        </p:nvSpPr>
        <p:spPr>
          <a:xfrm>
            <a:off x="8771050" y="38503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3"/>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46" name="Google Shape;246;p13"/>
          <p:cNvSpPr txBox="1"/>
          <p:nvPr>
            <p:ph hasCustomPrompt="1" idx="2" type="title"/>
          </p:nvPr>
        </p:nvSpPr>
        <p:spPr>
          <a:xfrm>
            <a:off x="723879" y="1774498"/>
            <a:ext cx="6891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7" name="Google Shape;247;p13"/>
          <p:cNvSpPr txBox="1"/>
          <p:nvPr>
            <p:ph idx="1" type="subTitle"/>
          </p:nvPr>
        </p:nvSpPr>
        <p:spPr>
          <a:xfrm>
            <a:off x="1396954" y="2231625"/>
            <a:ext cx="2622600" cy="59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48" name="Google Shape;248;p13"/>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249" name="Google Shape;249;p13"/>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50" name="Google Shape;250;p13"/>
          <p:cNvSpPr txBox="1"/>
          <p:nvPr>
            <p:ph hasCustomPrompt="1" idx="5" type="title"/>
          </p:nvPr>
        </p:nvSpPr>
        <p:spPr>
          <a:xfrm>
            <a:off x="4911446" y="1774498"/>
            <a:ext cx="6891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51" name="Google Shape;251;p13"/>
          <p:cNvSpPr txBox="1"/>
          <p:nvPr>
            <p:ph idx="6" type="subTitle"/>
          </p:nvPr>
        </p:nvSpPr>
        <p:spPr>
          <a:xfrm>
            <a:off x="5602600" y="2231625"/>
            <a:ext cx="2622600" cy="59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52" name="Google Shape;252;p13"/>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53" name="Google Shape;253;p13"/>
          <p:cNvSpPr txBox="1"/>
          <p:nvPr>
            <p:ph hasCustomPrompt="1" idx="8" type="title"/>
          </p:nvPr>
        </p:nvSpPr>
        <p:spPr>
          <a:xfrm>
            <a:off x="723879" y="3313998"/>
            <a:ext cx="6891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54" name="Google Shape;254;p13"/>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55" name="Google Shape;255;p13"/>
          <p:cNvSpPr txBox="1"/>
          <p:nvPr>
            <p:ph idx="13" type="title"/>
          </p:nvPr>
        </p:nvSpPr>
        <p:spPr>
          <a:xfrm>
            <a:off x="5584521" y="3342050"/>
            <a:ext cx="28356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56" name="Google Shape;256;p13"/>
          <p:cNvSpPr txBox="1"/>
          <p:nvPr>
            <p:ph hasCustomPrompt="1" idx="14" type="title"/>
          </p:nvPr>
        </p:nvSpPr>
        <p:spPr>
          <a:xfrm>
            <a:off x="4911446" y="3313998"/>
            <a:ext cx="6891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57" name="Google Shape;257;p13"/>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58" name="Google Shape;258;p13"/>
          <p:cNvSpPr/>
          <p:nvPr/>
        </p:nvSpPr>
        <p:spPr>
          <a:xfrm rot="532356">
            <a:off x="8569204" y="4622863"/>
            <a:ext cx="273783" cy="316212"/>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BLANK_1_2">
    <p:spTree>
      <p:nvGrpSpPr>
        <p:cNvPr id="259" name="Shape 259"/>
        <p:cNvGrpSpPr/>
        <p:nvPr/>
      </p:nvGrpSpPr>
      <p:grpSpPr>
        <a:xfrm>
          <a:off x="0" y="0"/>
          <a:ext cx="0" cy="0"/>
          <a:chOff x="0" y="0"/>
          <a:chExt cx="0" cy="0"/>
        </a:xfrm>
      </p:grpSpPr>
      <p:sp>
        <p:nvSpPr>
          <p:cNvPr id="260" name="Google Shape;260;p14"/>
          <p:cNvSpPr/>
          <p:nvPr/>
        </p:nvSpPr>
        <p:spPr>
          <a:xfrm rot="-780553">
            <a:off x="8208670" y="-285404"/>
            <a:ext cx="1206158" cy="1002640"/>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 name="Google Shape;261;p14"/>
          <p:cNvGrpSpPr/>
          <p:nvPr/>
        </p:nvGrpSpPr>
        <p:grpSpPr>
          <a:xfrm>
            <a:off x="80700" y="476022"/>
            <a:ext cx="572406" cy="682360"/>
            <a:chOff x="80700" y="476022"/>
            <a:chExt cx="572406" cy="682360"/>
          </a:xfrm>
        </p:grpSpPr>
        <p:sp>
          <p:nvSpPr>
            <p:cNvPr id="262" name="Google Shape;262;p14"/>
            <p:cNvSpPr/>
            <p:nvPr/>
          </p:nvSpPr>
          <p:spPr>
            <a:xfrm>
              <a:off x="226875" y="9673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4"/>
            <p:cNvSpPr/>
            <p:nvPr/>
          </p:nvSpPr>
          <p:spPr>
            <a:xfrm>
              <a:off x="403952" y="8559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4"/>
            <p:cNvSpPr/>
            <p:nvPr/>
          </p:nvSpPr>
          <p:spPr>
            <a:xfrm>
              <a:off x="259810" y="6603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4"/>
            <p:cNvSpPr/>
            <p:nvPr/>
          </p:nvSpPr>
          <p:spPr>
            <a:xfrm>
              <a:off x="80700" y="7776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4"/>
            <p:cNvSpPr/>
            <p:nvPr/>
          </p:nvSpPr>
          <p:spPr>
            <a:xfrm>
              <a:off x="486290" y="4760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 name="Google Shape;267;p14"/>
          <p:cNvSpPr/>
          <p:nvPr/>
        </p:nvSpPr>
        <p:spPr>
          <a:xfrm rot="-5030280">
            <a:off x="8402774" y="4361239"/>
            <a:ext cx="1196599" cy="1062235"/>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4"/>
          <p:cNvSpPr/>
          <p:nvPr/>
        </p:nvSpPr>
        <p:spPr>
          <a:xfrm rot="448387">
            <a:off x="182100" y="2570824"/>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 name="Google Shape;269;p14"/>
          <p:cNvGrpSpPr/>
          <p:nvPr/>
        </p:nvGrpSpPr>
        <p:grpSpPr>
          <a:xfrm>
            <a:off x="-158055" y="1378876"/>
            <a:ext cx="767866" cy="830189"/>
            <a:chOff x="8477170" y="29839"/>
            <a:chExt cx="767866" cy="830189"/>
          </a:xfrm>
        </p:grpSpPr>
        <p:sp>
          <p:nvSpPr>
            <p:cNvPr id="270" name="Google Shape;270;p14"/>
            <p:cNvSpPr/>
            <p:nvPr/>
          </p:nvSpPr>
          <p:spPr>
            <a:xfrm rot="930232">
              <a:off x="8571874" y="3608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4"/>
            <p:cNvSpPr/>
            <p:nvPr/>
          </p:nvSpPr>
          <p:spPr>
            <a:xfrm rot="930232">
              <a:off x="8768633" y="5007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4"/>
            <p:cNvSpPr/>
            <p:nvPr/>
          </p:nvSpPr>
          <p:spPr>
            <a:xfrm rot="930232">
              <a:off x="8995676" y="10364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 name="Google Shape;273;p14"/>
          <p:cNvSpPr/>
          <p:nvPr/>
        </p:nvSpPr>
        <p:spPr>
          <a:xfrm>
            <a:off x="8657900" y="3235225"/>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4"/>
          <p:cNvSpPr/>
          <p:nvPr/>
        </p:nvSpPr>
        <p:spPr>
          <a:xfrm>
            <a:off x="-198150" y="469663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4"/>
          <p:cNvSpPr txBox="1"/>
          <p:nvPr>
            <p:ph type="title"/>
          </p:nvPr>
        </p:nvSpPr>
        <p:spPr>
          <a:xfrm>
            <a:off x="1575625" y="1157550"/>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76" name="Google Shape;276;p14"/>
          <p:cNvSpPr txBox="1"/>
          <p:nvPr>
            <p:ph hasCustomPrompt="1" idx="2" type="title"/>
          </p:nvPr>
        </p:nvSpPr>
        <p:spPr>
          <a:xfrm>
            <a:off x="808291" y="14300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77" name="Google Shape;277;p14"/>
          <p:cNvSpPr txBox="1"/>
          <p:nvPr>
            <p:ph idx="1" type="subTitle"/>
          </p:nvPr>
        </p:nvSpPr>
        <p:spPr>
          <a:xfrm>
            <a:off x="1575625" y="1519623"/>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78" name="Google Shape;278;p14"/>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279" name="Google Shape;279;p14"/>
          <p:cNvSpPr txBox="1"/>
          <p:nvPr>
            <p:ph idx="4" type="title"/>
          </p:nvPr>
        </p:nvSpPr>
        <p:spPr>
          <a:xfrm>
            <a:off x="5440038" y="1157550"/>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80" name="Google Shape;280;p14"/>
          <p:cNvSpPr txBox="1"/>
          <p:nvPr>
            <p:ph hasCustomPrompt="1" idx="5" type="title"/>
          </p:nvPr>
        </p:nvSpPr>
        <p:spPr>
          <a:xfrm>
            <a:off x="4678411" y="14300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1" name="Google Shape;281;p14"/>
          <p:cNvSpPr txBox="1"/>
          <p:nvPr>
            <p:ph idx="6" type="subTitle"/>
          </p:nvPr>
        </p:nvSpPr>
        <p:spPr>
          <a:xfrm>
            <a:off x="5440038" y="1519623"/>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82" name="Google Shape;282;p14"/>
          <p:cNvSpPr txBox="1"/>
          <p:nvPr>
            <p:ph idx="7" type="title"/>
          </p:nvPr>
        </p:nvSpPr>
        <p:spPr>
          <a:xfrm>
            <a:off x="1575625" y="2445757"/>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83" name="Google Shape;283;p14"/>
          <p:cNvSpPr txBox="1"/>
          <p:nvPr>
            <p:ph hasCustomPrompt="1" idx="8" type="title"/>
          </p:nvPr>
        </p:nvSpPr>
        <p:spPr>
          <a:xfrm>
            <a:off x="808291" y="26873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4" name="Google Shape;284;p14"/>
          <p:cNvSpPr txBox="1"/>
          <p:nvPr>
            <p:ph idx="9" type="subTitle"/>
          </p:nvPr>
        </p:nvSpPr>
        <p:spPr>
          <a:xfrm>
            <a:off x="1575625" y="2812430"/>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85" name="Google Shape;285;p14"/>
          <p:cNvSpPr txBox="1"/>
          <p:nvPr>
            <p:ph idx="13" type="title"/>
          </p:nvPr>
        </p:nvSpPr>
        <p:spPr>
          <a:xfrm>
            <a:off x="5440038" y="2381158"/>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86" name="Google Shape;286;p14"/>
          <p:cNvSpPr txBox="1"/>
          <p:nvPr>
            <p:ph hasCustomPrompt="1" idx="14" type="title"/>
          </p:nvPr>
        </p:nvSpPr>
        <p:spPr>
          <a:xfrm>
            <a:off x="4678411" y="26873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7" name="Google Shape;287;p14"/>
          <p:cNvSpPr txBox="1"/>
          <p:nvPr>
            <p:ph idx="15" type="subTitle"/>
          </p:nvPr>
        </p:nvSpPr>
        <p:spPr>
          <a:xfrm>
            <a:off x="5440038" y="2747830"/>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88" name="Google Shape;288;p14"/>
          <p:cNvSpPr/>
          <p:nvPr/>
        </p:nvSpPr>
        <p:spPr>
          <a:xfrm rot="532356">
            <a:off x="7814779" y="57800"/>
            <a:ext cx="273783" cy="316212"/>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4"/>
          <p:cNvSpPr txBox="1"/>
          <p:nvPr>
            <p:ph idx="16" type="title"/>
          </p:nvPr>
        </p:nvSpPr>
        <p:spPr>
          <a:xfrm>
            <a:off x="1575625" y="3676752"/>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90" name="Google Shape;290;p14"/>
          <p:cNvSpPr txBox="1"/>
          <p:nvPr>
            <p:ph hasCustomPrompt="1" idx="17" type="title"/>
          </p:nvPr>
        </p:nvSpPr>
        <p:spPr>
          <a:xfrm>
            <a:off x="808291" y="39446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1" name="Google Shape;291;p14"/>
          <p:cNvSpPr txBox="1"/>
          <p:nvPr>
            <p:ph idx="18" type="subTitle"/>
          </p:nvPr>
        </p:nvSpPr>
        <p:spPr>
          <a:xfrm>
            <a:off x="1575625" y="4038825"/>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92" name="Google Shape;292;p14"/>
          <p:cNvSpPr txBox="1"/>
          <p:nvPr>
            <p:ph idx="19" type="title"/>
          </p:nvPr>
        </p:nvSpPr>
        <p:spPr>
          <a:xfrm>
            <a:off x="5440038" y="3676740"/>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93" name="Google Shape;293;p14"/>
          <p:cNvSpPr txBox="1"/>
          <p:nvPr>
            <p:ph hasCustomPrompt="1" idx="20" type="title"/>
          </p:nvPr>
        </p:nvSpPr>
        <p:spPr>
          <a:xfrm>
            <a:off x="4678411" y="39446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4" name="Google Shape;294;p14"/>
          <p:cNvSpPr txBox="1"/>
          <p:nvPr>
            <p:ph idx="21" type="subTitle"/>
          </p:nvPr>
        </p:nvSpPr>
        <p:spPr>
          <a:xfrm>
            <a:off x="5440038" y="4038813"/>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1">
  <p:cSld name="CUSTOM_15">
    <p:bg>
      <p:bgPr>
        <a:solidFill>
          <a:schemeClr val="accent4"/>
        </a:solidFill>
      </p:bgPr>
    </p:bg>
    <p:spTree>
      <p:nvGrpSpPr>
        <p:cNvPr id="295" name="Shape 295"/>
        <p:cNvGrpSpPr/>
        <p:nvPr/>
      </p:nvGrpSpPr>
      <p:grpSpPr>
        <a:xfrm>
          <a:off x="0" y="0"/>
          <a:ext cx="0" cy="0"/>
          <a:chOff x="0" y="0"/>
          <a:chExt cx="0" cy="0"/>
        </a:xfrm>
      </p:grpSpPr>
      <p:sp>
        <p:nvSpPr>
          <p:cNvPr id="296" name="Google Shape;296;p15"/>
          <p:cNvSpPr/>
          <p:nvPr/>
        </p:nvSpPr>
        <p:spPr>
          <a:xfrm rot="-3837907">
            <a:off x="91226" y="-629320"/>
            <a:ext cx="917562" cy="1934008"/>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5"/>
          <p:cNvSpPr/>
          <p:nvPr/>
        </p:nvSpPr>
        <p:spPr>
          <a:xfrm rot="3185757">
            <a:off x="-417624" y="4413139"/>
            <a:ext cx="1444252" cy="1331373"/>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 name="Google Shape;298;p15"/>
          <p:cNvGrpSpPr/>
          <p:nvPr/>
        </p:nvGrpSpPr>
        <p:grpSpPr>
          <a:xfrm>
            <a:off x="120513" y="790825"/>
            <a:ext cx="252200" cy="279550"/>
            <a:chOff x="4295963" y="4660625"/>
            <a:chExt cx="252200" cy="279550"/>
          </a:xfrm>
        </p:grpSpPr>
        <p:sp>
          <p:nvSpPr>
            <p:cNvPr id="299" name="Google Shape;299;p15"/>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5"/>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5"/>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5"/>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 name="Google Shape;303;p15"/>
          <p:cNvGrpSpPr/>
          <p:nvPr/>
        </p:nvGrpSpPr>
        <p:grpSpPr>
          <a:xfrm>
            <a:off x="-378667" y="3278284"/>
            <a:ext cx="751382" cy="993699"/>
            <a:chOff x="304333" y="142909"/>
            <a:chExt cx="751382" cy="993699"/>
          </a:xfrm>
        </p:grpSpPr>
        <p:sp>
          <p:nvSpPr>
            <p:cNvPr id="304" name="Google Shape;304;p15"/>
            <p:cNvSpPr/>
            <p:nvPr/>
          </p:nvSpPr>
          <p:spPr>
            <a:xfrm>
              <a:off x="304333" y="165476"/>
              <a:ext cx="224671" cy="971133"/>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5"/>
            <p:cNvSpPr/>
            <p:nvPr/>
          </p:nvSpPr>
          <p:spPr>
            <a:xfrm>
              <a:off x="605477" y="157631"/>
              <a:ext cx="196196" cy="96819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5"/>
            <p:cNvSpPr/>
            <p:nvPr/>
          </p:nvSpPr>
          <p:spPr>
            <a:xfrm>
              <a:off x="846767" y="142909"/>
              <a:ext cx="208949" cy="945047"/>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 name="Google Shape;307;p15"/>
          <p:cNvSpPr/>
          <p:nvPr/>
        </p:nvSpPr>
        <p:spPr>
          <a:xfrm>
            <a:off x="3150863" y="-42857"/>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5"/>
          <p:cNvSpPr/>
          <p:nvPr/>
        </p:nvSpPr>
        <p:spPr>
          <a:xfrm rot="399578">
            <a:off x="5123102" y="273302"/>
            <a:ext cx="295314" cy="52846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5"/>
          <p:cNvSpPr/>
          <p:nvPr/>
        </p:nvSpPr>
        <p:spPr>
          <a:xfrm rot="399578">
            <a:off x="402352" y="1958452"/>
            <a:ext cx="295314" cy="52846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5"/>
          <p:cNvSpPr txBox="1"/>
          <p:nvPr>
            <p:ph type="title"/>
          </p:nvPr>
        </p:nvSpPr>
        <p:spPr>
          <a:xfrm>
            <a:off x="733326" y="1384800"/>
            <a:ext cx="5024100" cy="23739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7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6">
    <p:bg>
      <p:bgPr>
        <a:solidFill>
          <a:schemeClr val="accent4"/>
        </a:solidFill>
      </p:bgPr>
    </p:bg>
    <p:spTree>
      <p:nvGrpSpPr>
        <p:cNvPr id="311" name="Shape 311"/>
        <p:cNvGrpSpPr/>
        <p:nvPr/>
      </p:nvGrpSpPr>
      <p:grpSpPr>
        <a:xfrm>
          <a:off x="0" y="0"/>
          <a:ext cx="0" cy="0"/>
          <a:chOff x="0" y="0"/>
          <a:chExt cx="0" cy="0"/>
        </a:xfrm>
      </p:grpSpPr>
      <p:sp>
        <p:nvSpPr>
          <p:cNvPr id="312" name="Google Shape;312;p16"/>
          <p:cNvSpPr txBox="1"/>
          <p:nvPr>
            <p:ph hasCustomPrompt="1" type="title"/>
          </p:nvPr>
        </p:nvSpPr>
        <p:spPr>
          <a:xfrm>
            <a:off x="3713650" y="1633350"/>
            <a:ext cx="4746600" cy="15111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dk2"/>
              </a:buClr>
              <a:buSzPts val="9600"/>
              <a:buNone/>
              <a:defRPr sz="9000">
                <a:solidFill>
                  <a:schemeClr val="dk2"/>
                </a:solidFill>
              </a:defRPr>
            </a:lvl1pPr>
            <a:lvl2pPr lvl="1" rtl="0" algn="ctr">
              <a:spcBef>
                <a:spcPts val="0"/>
              </a:spcBef>
              <a:spcAft>
                <a:spcPts val="0"/>
              </a:spcAft>
              <a:buClr>
                <a:schemeClr val="dk2"/>
              </a:buClr>
              <a:buSzPts val="9600"/>
              <a:buNone/>
              <a:defRPr sz="9600">
                <a:solidFill>
                  <a:schemeClr val="dk2"/>
                </a:solidFill>
              </a:defRPr>
            </a:lvl2pPr>
            <a:lvl3pPr lvl="2" rtl="0" algn="ctr">
              <a:spcBef>
                <a:spcPts val="0"/>
              </a:spcBef>
              <a:spcAft>
                <a:spcPts val="0"/>
              </a:spcAft>
              <a:buClr>
                <a:schemeClr val="dk2"/>
              </a:buClr>
              <a:buSzPts val="9600"/>
              <a:buNone/>
              <a:defRPr sz="9600">
                <a:solidFill>
                  <a:schemeClr val="dk2"/>
                </a:solidFill>
              </a:defRPr>
            </a:lvl3pPr>
            <a:lvl4pPr lvl="3" rtl="0" algn="ctr">
              <a:spcBef>
                <a:spcPts val="0"/>
              </a:spcBef>
              <a:spcAft>
                <a:spcPts val="0"/>
              </a:spcAft>
              <a:buClr>
                <a:schemeClr val="dk2"/>
              </a:buClr>
              <a:buSzPts val="9600"/>
              <a:buNone/>
              <a:defRPr sz="9600">
                <a:solidFill>
                  <a:schemeClr val="dk2"/>
                </a:solidFill>
              </a:defRPr>
            </a:lvl4pPr>
            <a:lvl5pPr lvl="4" rtl="0" algn="ctr">
              <a:spcBef>
                <a:spcPts val="0"/>
              </a:spcBef>
              <a:spcAft>
                <a:spcPts val="0"/>
              </a:spcAft>
              <a:buClr>
                <a:schemeClr val="dk2"/>
              </a:buClr>
              <a:buSzPts val="9600"/>
              <a:buNone/>
              <a:defRPr sz="9600">
                <a:solidFill>
                  <a:schemeClr val="dk2"/>
                </a:solidFill>
              </a:defRPr>
            </a:lvl5pPr>
            <a:lvl6pPr lvl="5" rtl="0" algn="ctr">
              <a:spcBef>
                <a:spcPts val="0"/>
              </a:spcBef>
              <a:spcAft>
                <a:spcPts val="0"/>
              </a:spcAft>
              <a:buClr>
                <a:schemeClr val="dk2"/>
              </a:buClr>
              <a:buSzPts val="9600"/>
              <a:buNone/>
              <a:defRPr sz="9600">
                <a:solidFill>
                  <a:schemeClr val="dk2"/>
                </a:solidFill>
              </a:defRPr>
            </a:lvl6pPr>
            <a:lvl7pPr lvl="6" rtl="0" algn="ctr">
              <a:spcBef>
                <a:spcPts val="0"/>
              </a:spcBef>
              <a:spcAft>
                <a:spcPts val="0"/>
              </a:spcAft>
              <a:buClr>
                <a:schemeClr val="dk2"/>
              </a:buClr>
              <a:buSzPts val="9600"/>
              <a:buNone/>
              <a:defRPr sz="9600">
                <a:solidFill>
                  <a:schemeClr val="dk2"/>
                </a:solidFill>
              </a:defRPr>
            </a:lvl7pPr>
            <a:lvl8pPr lvl="7" rtl="0" algn="ctr">
              <a:spcBef>
                <a:spcPts val="0"/>
              </a:spcBef>
              <a:spcAft>
                <a:spcPts val="0"/>
              </a:spcAft>
              <a:buClr>
                <a:schemeClr val="dk2"/>
              </a:buClr>
              <a:buSzPts val="9600"/>
              <a:buNone/>
              <a:defRPr sz="9600">
                <a:solidFill>
                  <a:schemeClr val="dk2"/>
                </a:solidFill>
              </a:defRPr>
            </a:lvl8pPr>
            <a:lvl9pPr lvl="8" rtl="0" algn="ctr">
              <a:spcBef>
                <a:spcPts val="0"/>
              </a:spcBef>
              <a:spcAft>
                <a:spcPts val="0"/>
              </a:spcAft>
              <a:buClr>
                <a:schemeClr val="dk2"/>
              </a:buClr>
              <a:buSzPts val="9600"/>
              <a:buNone/>
              <a:defRPr sz="9600">
                <a:solidFill>
                  <a:schemeClr val="dk2"/>
                </a:solidFill>
              </a:defRPr>
            </a:lvl9pPr>
          </a:lstStyle>
          <a:p>
            <a:r>
              <a:t>xx%</a:t>
            </a:r>
          </a:p>
        </p:txBody>
      </p:sp>
      <p:sp>
        <p:nvSpPr>
          <p:cNvPr id="313" name="Google Shape;313;p16"/>
          <p:cNvSpPr txBox="1"/>
          <p:nvPr>
            <p:ph idx="1" type="subTitle"/>
          </p:nvPr>
        </p:nvSpPr>
        <p:spPr>
          <a:xfrm>
            <a:off x="3713867" y="3144450"/>
            <a:ext cx="4746000" cy="365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314" name="Google Shape;314;p16"/>
          <p:cNvSpPr/>
          <p:nvPr/>
        </p:nvSpPr>
        <p:spPr>
          <a:xfrm rot="4784323">
            <a:off x="8882905" y="-454380"/>
            <a:ext cx="373583" cy="1285579"/>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6"/>
          <p:cNvSpPr/>
          <p:nvPr/>
        </p:nvSpPr>
        <p:spPr>
          <a:xfrm rot="3814763">
            <a:off x="8670298" y="-534384"/>
            <a:ext cx="310730" cy="105110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6"/>
          <p:cNvSpPr/>
          <p:nvPr/>
        </p:nvSpPr>
        <p:spPr>
          <a:xfrm rot="-3883519">
            <a:off x="8589268" y="4230278"/>
            <a:ext cx="1216485" cy="112147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 name="Google Shape;317;p16"/>
          <p:cNvGrpSpPr/>
          <p:nvPr/>
        </p:nvGrpSpPr>
        <p:grpSpPr>
          <a:xfrm>
            <a:off x="7392278" y="4415738"/>
            <a:ext cx="1292405" cy="1145009"/>
            <a:chOff x="3" y="28688"/>
            <a:chExt cx="1292405" cy="1145009"/>
          </a:xfrm>
        </p:grpSpPr>
        <p:sp>
          <p:nvSpPr>
            <p:cNvPr id="318" name="Google Shape;318;p16"/>
            <p:cNvSpPr/>
            <p:nvPr/>
          </p:nvSpPr>
          <p:spPr>
            <a:xfrm flipH="1" rot="-775894">
              <a:off x="980557" y="38476"/>
              <a:ext cx="201682" cy="1007216"/>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6"/>
            <p:cNvSpPr/>
            <p:nvPr/>
          </p:nvSpPr>
          <p:spPr>
            <a:xfrm flipH="1" rot="-775894">
              <a:off x="668359" y="44718"/>
              <a:ext cx="240532" cy="1039779"/>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6"/>
            <p:cNvSpPr/>
            <p:nvPr/>
          </p:nvSpPr>
          <p:spPr>
            <a:xfrm flipH="1" rot="-775894">
              <a:off x="381981" y="105342"/>
              <a:ext cx="210046" cy="1036633"/>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6"/>
            <p:cNvSpPr/>
            <p:nvPr/>
          </p:nvSpPr>
          <p:spPr>
            <a:xfrm flipH="1" rot="-775894">
              <a:off x="110413" y="149656"/>
              <a:ext cx="223699" cy="101184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16"/>
          <p:cNvGrpSpPr/>
          <p:nvPr/>
        </p:nvGrpSpPr>
        <p:grpSpPr>
          <a:xfrm>
            <a:off x="5960763" y="157325"/>
            <a:ext cx="252200" cy="279550"/>
            <a:chOff x="4295963" y="4660625"/>
            <a:chExt cx="252200" cy="279550"/>
          </a:xfrm>
        </p:grpSpPr>
        <p:sp>
          <p:nvSpPr>
            <p:cNvPr id="323" name="Google Shape;323;p16"/>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6"/>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6"/>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6"/>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 name="Google Shape;327;p16"/>
          <p:cNvSpPr/>
          <p:nvPr/>
        </p:nvSpPr>
        <p:spPr>
          <a:xfrm>
            <a:off x="6392850" y="-403525"/>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accent2"/>
        </a:solidFill>
      </p:bgPr>
    </p:bg>
    <p:spTree>
      <p:nvGrpSpPr>
        <p:cNvPr id="328" name="Shape 328"/>
        <p:cNvGrpSpPr/>
        <p:nvPr/>
      </p:nvGrpSpPr>
      <p:grpSpPr>
        <a:xfrm>
          <a:off x="0" y="0"/>
          <a:ext cx="0" cy="0"/>
          <a:chOff x="0" y="0"/>
          <a:chExt cx="0" cy="0"/>
        </a:xfrm>
      </p:grpSpPr>
      <p:sp>
        <p:nvSpPr>
          <p:cNvPr id="329" name="Google Shape;329;p17"/>
          <p:cNvSpPr/>
          <p:nvPr/>
        </p:nvSpPr>
        <p:spPr>
          <a:xfrm rot="-3030967">
            <a:off x="7623718" y="127896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 name="Google Shape;330;p17"/>
          <p:cNvGrpSpPr/>
          <p:nvPr/>
        </p:nvGrpSpPr>
        <p:grpSpPr>
          <a:xfrm>
            <a:off x="8085825" y="1477998"/>
            <a:ext cx="1383661" cy="1443739"/>
            <a:chOff x="8085825" y="1477998"/>
            <a:chExt cx="1383661" cy="1443739"/>
          </a:xfrm>
        </p:grpSpPr>
        <p:sp>
          <p:nvSpPr>
            <p:cNvPr id="331" name="Google Shape;331;p17"/>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7"/>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7"/>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7"/>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 name="Google Shape;335;p17"/>
          <p:cNvSpPr/>
          <p:nvPr/>
        </p:nvSpPr>
        <p:spPr>
          <a:xfrm>
            <a:off x="8085813" y="342395"/>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7"/>
          <p:cNvSpPr/>
          <p:nvPr/>
        </p:nvSpPr>
        <p:spPr>
          <a:xfrm>
            <a:off x="573450" y="404820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7"/>
          <p:cNvSpPr/>
          <p:nvPr/>
        </p:nvSpPr>
        <p:spPr>
          <a:xfrm>
            <a:off x="2684775" y="-80100"/>
            <a:ext cx="1004175" cy="1024675"/>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 name="Google Shape;338;p17"/>
          <p:cNvGrpSpPr/>
          <p:nvPr/>
        </p:nvGrpSpPr>
        <p:grpSpPr>
          <a:xfrm>
            <a:off x="2636175" y="248775"/>
            <a:ext cx="422325" cy="503450"/>
            <a:chOff x="2636175" y="248775"/>
            <a:chExt cx="422325" cy="503450"/>
          </a:xfrm>
        </p:grpSpPr>
        <p:sp>
          <p:nvSpPr>
            <p:cNvPr id="339" name="Google Shape;339;p17"/>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7"/>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7"/>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7"/>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7"/>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 name="Google Shape;344;p17"/>
          <p:cNvSpPr/>
          <p:nvPr/>
        </p:nvSpPr>
        <p:spPr>
          <a:xfrm>
            <a:off x="2988600" y="440200"/>
            <a:ext cx="25" cy="25"/>
          </a:xfrm>
          <a:custGeom>
            <a:rect b="b" l="l" r="r" t="t"/>
            <a:pathLst>
              <a:path extrusionOk="0" h="1" w="1">
                <a:moveTo>
                  <a:pt x="1" y="0"/>
                </a:moveTo>
                <a:close/>
              </a:path>
            </a:pathLst>
          </a:custGeom>
          <a:solidFill>
            <a:srgbClr val="FFF2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7"/>
          <p:cNvSpPr/>
          <p:nvPr/>
        </p:nvSpPr>
        <p:spPr>
          <a:xfrm>
            <a:off x="2906775" y="4315421"/>
            <a:ext cx="1004186" cy="92575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7"/>
          <p:cNvSpPr/>
          <p:nvPr/>
        </p:nvSpPr>
        <p:spPr>
          <a:xfrm>
            <a:off x="2572313" y="431229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7"/>
          <p:cNvSpPr/>
          <p:nvPr/>
        </p:nvSpPr>
        <p:spPr>
          <a:xfrm rot="4943404">
            <a:off x="-322276" y="2035862"/>
            <a:ext cx="1118591" cy="312359"/>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7"/>
          <p:cNvSpPr/>
          <p:nvPr/>
        </p:nvSpPr>
        <p:spPr>
          <a:xfrm rot="4315122">
            <a:off x="-487297" y="2473125"/>
            <a:ext cx="1118618" cy="31236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7"/>
          <p:cNvSpPr txBox="1"/>
          <p:nvPr>
            <p:ph type="title"/>
          </p:nvPr>
        </p:nvSpPr>
        <p:spPr>
          <a:xfrm>
            <a:off x="2290050" y="3136538"/>
            <a:ext cx="4563900" cy="46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350" name="Google Shape;350;p17"/>
          <p:cNvSpPr txBox="1"/>
          <p:nvPr>
            <p:ph idx="1" type="subTitle"/>
          </p:nvPr>
        </p:nvSpPr>
        <p:spPr>
          <a:xfrm>
            <a:off x="1604250" y="1541963"/>
            <a:ext cx="5935500" cy="1594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000"/>
              <a:buNone/>
              <a:defRPr sz="25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BLANK_1_1_1">
    <p:bg>
      <p:bgPr>
        <a:solidFill>
          <a:schemeClr val="accent4"/>
        </a:solidFill>
      </p:bgPr>
    </p:bg>
    <p:spTree>
      <p:nvGrpSpPr>
        <p:cNvPr id="351" name="Shape 351"/>
        <p:cNvGrpSpPr/>
        <p:nvPr/>
      </p:nvGrpSpPr>
      <p:grpSpPr>
        <a:xfrm>
          <a:off x="0" y="0"/>
          <a:ext cx="0" cy="0"/>
          <a:chOff x="0" y="0"/>
          <a:chExt cx="0" cy="0"/>
        </a:xfrm>
      </p:grpSpPr>
      <p:sp>
        <p:nvSpPr>
          <p:cNvPr id="352" name="Google Shape;352;p18"/>
          <p:cNvSpPr/>
          <p:nvPr/>
        </p:nvSpPr>
        <p:spPr>
          <a:xfrm>
            <a:off x="8085813" y="342395"/>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8"/>
          <p:cNvSpPr txBox="1"/>
          <p:nvPr>
            <p:ph type="title"/>
          </p:nvPr>
        </p:nvSpPr>
        <p:spPr>
          <a:xfrm>
            <a:off x="4017275" y="3609738"/>
            <a:ext cx="4434900" cy="465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354" name="Google Shape;354;p18"/>
          <p:cNvSpPr txBox="1"/>
          <p:nvPr>
            <p:ph idx="1" type="subTitle"/>
          </p:nvPr>
        </p:nvSpPr>
        <p:spPr>
          <a:xfrm>
            <a:off x="4017275" y="1068763"/>
            <a:ext cx="4436700" cy="2541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_3">
    <p:spTree>
      <p:nvGrpSpPr>
        <p:cNvPr id="355" name="Shape 355"/>
        <p:cNvGrpSpPr/>
        <p:nvPr/>
      </p:nvGrpSpPr>
      <p:grpSpPr>
        <a:xfrm>
          <a:off x="0" y="0"/>
          <a:ext cx="0" cy="0"/>
          <a:chOff x="0" y="0"/>
          <a:chExt cx="0" cy="0"/>
        </a:xfrm>
      </p:grpSpPr>
      <p:sp>
        <p:nvSpPr>
          <p:cNvPr id="356" name="Google Shape;356;p19"/>
          <p:cNvSpPr/>
          <p:nvPr/>
        </p:nvSpPr>
        <p:spPr>
          <a:xfrm rot="-1842127">
            <a:off x="-705121" y="-191832"/>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 name="Google Shape;357;p19"/>
          <p:cNvGrpSpPr/>
          <p:nvPr/>
        </p:nvGrpSpPr>
        <p:grpSpPr>
          <a:xfrm>
            <a:off x="8416695" y="4403689"/>
            <a:ext cx="767866" cy="830189"/>
            <a:chOff x="-128480" y="3907789"/>
            <a:chExt cx="767866" cy="830189"/>
          </a:xfrm>
        </p:grpSpPr>
        <p:sp>
          <p:nvSpPr>
            <p:cNvPr id="358" name="Google Shape;358;p19"/>
            <p:cNvSpPr/>
            <p:nvPr/>
          </p:nvSpPr>
          <p:spPr>
            <a:xfrm rot="930232">
              <a:off x="-33776" y="391403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9"/>
            <p:cNvSpPr/>
            <p:nvPr/>
          </p:nvSpPr>
          <p:spPr>
            <a:xfrm rot="930232">
              <a:off x="162983" y="392802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9"/>
            <p:cNvSpPr/>
            <p:nvPr/>
          </p:nvSpPr>
          <p:spPr>
            <a:xfrm rot="930232">
              <a:off x="390026" y="398159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 name="Google Shape;361;p19"/>
          <p:cNvSpPr/>
          <p:nvPr/>
        </p:nvSpPr>
        <p:spPr>
          <a:xfrm>
            <a:off x="854050" y="-66512"/>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9"/>
          <p:cNvSpPr/>
          <p:nvPr/>
        </p:nvSpPr>
        <p:spPr>
          <a:xfrm rot="1871850">
            <a:off x="-127448" y="4201573"/>
            <a:ext cx="1894970" cy="1037621"/>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 name="Google Shape;363;p19"/>
          <p:cNvGrpSpPr/>
          <p:nvPr/>
        </p:nvGrpSpPr>
        <p:grpSpPr>
          <a:xfrm>
            <a:off x="1583602" y="4545438"/>
            <a:ext cx="315649" cy="349878"/>
            <a:chOff x="4846427" y="-66500"/>
            <a:chExt cx="315649" cy="349878"/>
          </a:xfrm>
        </p:grpSpPr>
        <p:sp>
          <p:nvSpPr>
            <p:cNvPr id="364" name="Google Shape;364;p19"/>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9"/>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9"/>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9"/>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 name="Google Shape;368;p19"/>
          <p:cNvSpPr/>
          <p:nvPr/>
        </p:nvSpPr>
        <p:spPr>
          <a:xfrm rot="7589800">
            <a:off x="8284401" y="-296009"/>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9"/>
          <p:cNvSpPr/>
          <p:nvPr/>
        </p:nvSpPr>
        <p:spPr>
          <a:xfrm rot="650906">
            <a:off x="7923891" y="140016"/>
            <a:ext cx="273772" cy="316203"/>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9"/>
          <p:cNvSpPr txBox="1"/>
          <p:nvPr>
            <p:ph hasCustomPrompt="1" type="title"/>
          </p:nvPr>
        </p:nvSpPr>
        <p:spPr>
          <a:xfrm>
            <a:off x="3048125" y="739800"/>
            <a:ext cx="3029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1" name="Google Shape;371;p19"/>
          <p:cNvSpPr txBox="1"/>
          <p:nvPr>
            <p:ph idx="1" type="subTitle"/>
          </p:nvPr>
        </p:nvSpPr>
        <p:spPr>
          <a:xfrm>
            <a:off x="6239000" y="794100"/>
            <a:ext cx="2177700" cy="71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2" name="Google Shape;372;p19"/>
          <p:cNvSpPr txBox="1"/>
          <p:nvPr>
            <p:ph hasCustomPrompt="1" idx="2" type="title"/>
          </p:nvPr>
        </p:nvSpPr>
        <p:spPr>
          <a:xfrm>
            <a:off x="3048125" y="2130450"/>
            <a:ext cx="3029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3" name="Google Shape;373;p19"/>
          <p:cNvSpPr txBox="1"/>
          <p:nvPr>
            <p:ph idx="3" type="subTitle"/>
          </p:nvPr>
        </p:nvSpPr>
        <p:spPr>
          <a:xfrm>
            <a:off x="6239000" y="2184750"/>
            <a:ext cx="2177700" cy="71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4" name="Google Shape;374;p19"/>
          <p:cNvSpPr txBox="1"/>
          <p:nvPr>
            <p:ph hasCustomPrompt="1" idx="4" type="title"/>
          </p:nvPr>
        </p:nvSpPr>
        <p:spPr>
          <a:xfrm>
            <a:off x="3048125" y="3575400"/>
            <a:ext cx="3029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5" name="Google Shape;375;p19"/>
          <p:cNvSpPr txBox="1"/>
          <p:nvPr>
            <p:ph idx="5" type="subTitle"/>
          </p:nvPr>
        </p:nvSpPr>
        <p:spPr>
          <a:xfrm>
            <a:off x="6239000" y="3629700"/>
            <a:ext cx="2177700" cy="71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BLANK_1_1_1_1_1_1_3_1">
    <p:spTree>
      <p:nvGrpSpPr>
        <p:cNvPr id="376" name="Shape 376"/>
        <p:cNvGrpSpPr/>
        <p:nvPr/>
      </p:nvGrpSpPr>
      <p:grpSpPr>
        <a:xfrm>
          <a:off x="0" y="0"/>
          <a:ext cx="0" cy="0"/>
          <a:chOff x="0" y="0"/>
          <a:chExt cx="0" cy="0"/>
        </a:xfrm>
      </p:grpSpPr>
      <p:sp>
        <p:nvSpPr>
          <p:cNvPr id="377" name="Google Shape;377;p20"/>
          <p:cNvSpPr txBox="1"/>
          <p:nvPr>
            <p:ph hasCustomPrompt="1" type="title"/>
          </p:nvPr>
        </p:nvSpPr>
        <p:spPr>
          <a:xfrm>
            <a:off x="727763" y="2777458"/>
            <a:ext cx="3537900" cy="548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6200"/>
              <a:buNone/>
              <a:defRPr sz="4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8" name="Google Shape;378;p20"/>
          <p:cNvSpPr txBox="1"/>
          <p:nvPr>
            <p:ph idx="1" type="subTitle"/>
          </p:nvPr>
        </p:nvSpPr>
        <p:spPr>
          <a:xfrm>
            <a:off x="727313" y="3295544"/>
            <a:ext cx="3538800" cy="7314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9" name="Google Shape;379;p20"/>
          <p:cNvSpPr txBox="1"/>
          <p:nvPr>
            <p:ph hasCustomPrompt="1" idx="2" type="title"/>
          </p:nvPr>
        </p:nvSpPr>
        <p:spPr>
          <a:xfrm>
            <a:off x="4881938" y="2777456"/>
            <a:ext cx="3534300" cy="548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6200"/>
              <a:buNone/>
              <a:defRPr sz="4000">
                <a:solidFill>
                  <a:schemeClr val="accent4"/>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80" name="Google Shape;380;p20"/>
          <p:cNvSpPr txBox="1"/>
          <p:nvPr>
            <p:ph idx="3" type="subTitle"/>
          </p:nvPr>
        </p:nvSpPr>
        <p:spPr>
          <a:xfrm>
            <a:off x="4881488" y="3295559"/>
            <a:ext cx="3535200" cy="7314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1" name="Google Shape;381;p20"/>
          <p:cNvSpPr txBox="1"/>
          <p:nvPr>
            <p:ph idx="4"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382" name="Google Shape;382;p20"/>
          <p:cNvSpPr/>
          <p:nvPr/>
        </p:nvSpPr>
        <p:spPr>
          <a:xfrm rot="-3030967">
            <a:off x="-750782" y="437876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 name="Google Shape;383;p20"/>
          <p:cNvGrpSpPr/>
          <p:nvPr/>
        </p:nvGrpSpPr>
        <p:grpSpPr>
          <a:xfrm>
            <a:off x="241513" y="4543626"/>
            <a:ext cx="1219992" cy="1237898"/>
            <a:chOff x="727288" y="3991176"/>
            <a:chExt cx="1219992" cy="1237898"/>
          </a:xfrm>
        </p:grpSpPr>
        <p:sp>
          <p:nvSpPr>
            <p:cNvPr id="384" name="Google Shape;384;p20"/>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0"/>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0"/>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0"/>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 name="Google Shape;388;p20"/>
          <p:cNvSpPr/>
          <p:nvPr/>
        </p:nvSpPr>
        <p:spPr>
          <a:xfrm>
            <a:off x="-657225" y="-356068"/>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 name="Google Shape;389;p20"/>
          <p:cNvGrpSpPr/>
          <p:nvPr/>
        </p:nvGrpSpPr>
        <p:grpSpPr>
          <a:xfrm>
            <a:off x="-677022" y="1099313"/>
            <a:ext cx="1270599" cy="1053621"/>
            <a:chOff x="-142022" y="90588"/>
            <a:chExt cx="1270599" cy="1053621"/>
          </a:xfrm>
        </p:grpSpPr>
        <p:sp>
          <p:nvSpPr>
            <p:cNvPr id="390" name="Google Shape;390;p20"/>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0"/>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0"/>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0"/>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0"/>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0"/>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0"/>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0"/>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0"/>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0"/>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0"/>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0"/>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0"/>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0"/>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 name="Google Shape;404;p20"/>
          <p:cNvSpPr/>
          <p:nvPr/>
        </p:nvSpPr>
        <p:spPr>
          <a:xfrm rot="-2048291">
            <a:off x="1348950" y="-298112"/>
            <a:ext cx="386656" cy="586360"/>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0"/>
          <p:cNvSpPr/>
          <p:nvPr/>
        </p:nvSpPr>
        <p:spPr>
          <a:xfrm rot="487433">
            <a:off x="7938703" y="282301"/>
            <a:ext cx="1723646" cy="943810"/>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 name="Google Shape;406;p20"/>
          <p:cNvGrpSpPr/>
          <p:nvPr/>
        </p:nvGrpSpPr>
        <p:grpSpPr>
          <a:xfrm>
            <a:off x="8251700" y="-142503"/>
            <a:ext cx="572406" cy="682360"/>
            <a:chOff x="8251700" y="-142503"/>
            <a:chExt cx="572406" cy="682360"/>
          </a:xfrm>
        </p:grpSpPr>
        <p:sp>
          <p:nvSpPr>
            <p:cNvPr id="407" name="Google Shape;407;p20"/>
            <p:cNvSpPr/>
            <p:nvPr/>
          </p:nvSpPr>
          <p:spPr>
            <a:xfrm>
              <a:off x="8397875" y="34884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0"/>
            <p:cNvSpPr/>
            <p:nvPr/>
          </p:nvSpPr>
          <p:spPr>
            <a:xfrm>
              <a:off x="8574952" y="23740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0"/>
            <p:cNvSpPr/>
            <p:nvPr/>
          </p:nvSpPr>
          <p:spPr>
            <a:xfrm>
              <a:off x="8430810" y="4179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0"/>
            <p:cNvSpPr/>
            <p:nvPr/>
          </p:nvSpPr>
          <p:spPr>
            <a:xfrm>
              <a:off x="8251700" y="15916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0"/>
            <p:cNvSpPr/>
            <p:nvPr/>
          </p:nvSpPr>
          <p:spPr>
            <a:xfrm>
              <a:off x="8657290" y="-142503"/>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 name="Google Shape;412;p20"/>
          <p:cNvSpPr/>
          <p:nvPr/>
        </p:nvSpPr>
        <p:spPr>
          <a:xfrm>
            <a:off x="8722895" y="3127890"/>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0"/>
          <p:cNvSpPr/>
          <p:nvPr/>
        </p:nvSpPr>
        <p:spPr>
          <a:xfrm>
            <a:off x="8544263" y="2812238"/>
            <a:ext cx="737885" cy="781680"/>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0"/>
          <p:cNvSpPr/>
          <p:nvPr/>
        </p:nvSpPr>
        <p:spPr>
          <a:xfrm>
            <a:off x="8720663" y="4931366"/>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0"/>
          <p:cNvSpPr/>
          <p:nvPr/>
        </p:nvSpPr>
        <p:spPr>
          <a:xfrm>
            <a:off x="8395413" y="4628825"/>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0"/>
          <p:cNvSpPr/>
          <p:nvPr/>
        </p:nvSpPr>
        <p:spPr>
          <a:xfrm>
            <a:off x="3335325" y="4629150"/>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 name="Google Shape;417;p20"/>
          <p:cNvGrpSpPr/>
          <p:nvPr/>
        </p:nvGrpSpPr>
        <p:grpSpPr>
          <a:xfrm>
            <a:off x="3300763" y="4708738"/>
            <a:ext cx="252200" cy="279550"/>
            <a:chOff x="4295963" y="4660625"/>
            <a:chExt cx="252200" cy="279550"/>
          </a:xfrm>
        </p:grpSpPr>
        <p:sp>
          <p:nvSpPr>
            <p:cNvPr id="418" name="Google Shape;418;p20"/>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0"/>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0"/>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0"/>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 name="Google Shape;422;p20"/>
          <p:cNvSpPr/>
          <p:nvPr/>
        </p:nvSpPr>
        <p:spPr>
          <a:xfrm>
            <a:off x="5158600" y="15733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0"/>
          <p:cNvSpPr/>
          <p:nvPr/>
        </p:nvSpPr>
        <p:spPr>
          <a:xfrm>
            <a:off x="260200" y="265000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0">
    <p:spTree>
      <p:nvGrpSpPr>
        <p:cNvPr id="424" name="Shape 424"/>
        <p:cNvGrpSpPr/>
        <p:nvPr/>
      </p:nvGrpSpPr>
      <p:grpSpPr>
        <a:xfrm>
          <a:off x="0" y="0"/>
          <a:ext cx="0" cy="0"/>
          <a:chOff x="0" y="0"/>
          <a:chExt cx="0" cy="0"/>
        </a:xfrm>
      </p:grpSpPr>
      <p:sp>
        <p:nvSpPr>
          <p:cNvPr id="425" name="Google Shape;425;p21"/>
          <p:cNvSpPr/>
          <p:nvPr/>
        </p:nvSpPr>
        <p:spPr>
          <a:xfrm flipH="1">
            <a:off x="-221367" y="3621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 name="Google Shape;426;p21"/>
          <p:cNvGrpSpPr/>
          <p:nvPr/>
        </p:nvGrpSpPr>
        <p:grpSpPr>
          <a:xfrm flipH="1" rot="-9323888">
            <a:off x="91998" y="-383180"/>
            <a:ext cx="1270568" cy="1053595"/>
            <a:chOff x="-142022" y="90588"/>
            <a:chExt cx="1270599" cy="1053621"/>
          </a:xfrm>
        </p:grpSpPr>
        <p:sp>
          <p:nvSpPr>
            <p:cNvPr id="427" name="Google Shape;427;p21"/>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1"/>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1"/>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1"/>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1"/>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1"/>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1"/>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1"/>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1"/>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1"/>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1"/>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1"/>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1"/>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1"/>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 name="Google Shape;441;p21"/>
          <p:cNvSpPr/>
          <p:nvPr/>
        </p:nvSpPr>
        <p:spPr>
          <a:xfrm flipH="1" rot="5102664">
            <a:off x="7962354" y="4127698"/>
            <a:ext cx="1216489" cy="112145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 name="Google Shape;442;p21"/>
          <p:cNvGrpSpPr/>
          <p:nvPr/>
        </p:nvGrpSpPr>
        <p:grpSpPr>
          <a:xfrm flipH="1">
            <a:off x="8001506" y="4646475"/>
            <a:ext cx="315649" cy="349878"/>
            <a:chOff x="488377" y="2897975"/>
            <a:chExt cx="315649" cy="349878"/>
          </a:xfrm>
        </p:grpSpPr>
        <p:sp>
          <p:nvSpPr>
            <p:cNvPr id="443" name="Google Shape;443;p21"/>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1"/>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1"/>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1"/>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 name="Google Shape;447;p21"/>
          <p:cNvSpPr/>
          <p:nvPr/>
        </p:nvSpPr>
        <p:spPr>
          <a:xfrm>
            <a:off x="-457600" y="4151813"/>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1"/>
          <p:cNvSpPr/>
          <p:nvPr/>
        </p:nvSpPr>
        <p:spPr>
          <a:xfrm rot="5665102">
            <a:off x="8339758" y="-407010"/>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1"/>
          <p:cNvSpPr/>
          <p:nvPr/>
        </p:nvSpPr>
        <p:spPr>
          <a:xfrm rot="4497319">
            <a:off x="8229920" y="-70421"/>
            <a:ext cx="373560" cy="128550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 name="Google Shape;450;p21"/>
          <p:cNvGrpSpPr/>
          <p:nvPr/>
        </p:nvGrpSpPr>
        <p:grpSpPr>
          <a:xfrm flipH="1" rot="457519">
            <a:off x="661331" y="4531785"/>
            <a:ext cx="878904" cy="1093489"/>
            <a:chOff x="-82550" y="4170314"/>
            <a:chExt cx="878866" cy="1093442"/>
          </a:xfrm>
        </p:grpSpPr>
        <p:sp>
          <p:nvSpPr>
            <p:cNvPr id="451" name="Google Shape;451;p21"/>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1"/>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1"/>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 name="Google Shape;454;p21"/>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455" name="Google Shape;455;p21"/>
          <p:cNvSpPr txBox="1"/>
          <p:nvPr>
            <p:ph idx="2" type="title"/>
          </p:nvPr>
        </p:nvSpPr>
        <p:spPr>
          <a:xfrm>
            <a:off x="1098400" y="3348825"/>
            <a:ext cx="22125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456" name="Google Shape;456;p21"/>
          <p:cNvSpPr txBox="1"/>
          <p:nvPr>
            <p:ph hasCustomPrompt="1" idx="3" type="title"/>
          </p:nvPr>
        </p:nvSpPr>
        <p:spPr>
          <a:xfrm>
            <a:off x="1538050" y="2484891"/>
            <a:ext cx="1333200" cy="55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57" name="Google Shape;457;p21"/>
          <p:cNvSpPr txBox="1"/>
          <p:nvPr>
            <p:ph idx="1" type="subTitle"/>
          </p:nvPr>
        </p:nvSpPr>
        <p:spPr>
          <a:xfrm>
            <a:off x="1098400" y="3777900"/>
            <a:ext cx="2212500" cy="55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58" name="Google Shape;458;p21"/>
          <p:cNvSpPr txBox="1"/>
          <p:nvPr>
            <p:ph idx="4" type="title"/>
          </p:nvPr>
        </p:nvSpPr>
        <p:spPr>
          <a:xfrm>
            <a:off x="3465744" y="3348825"/>
            <a:ext cx="22125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459" name="Google Shape;459;p21"/>
          <p:cNvSpPr txBox="1"/>
          <p:nvPr>
            <p:ph hasCustomPrompt="1" idx="5" type="title"/>
          </p:nvPr>
        </p:nvSpPr>
        <p:spPr>
          <a:xfrm>
            <a:off x="3905394" y="2523900"/>
            <a:ext cx="1333200" cy="515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60" name="Google Shape;460;p21"/>
          <p:cNvSpPr txBox="1"/>
          <p:nvPr>
            <p:ph idx="6" type="subTitle"/>
          </p:nvPr>
        </p:nvSpPr>
        <p:spPr>
          <a:xfrm>
            <a:off x="3465744" y="3777900"/>
            <a:ext cx="2212500" cy="55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61" name="Google Shape;461;p21"/>
          <p:cNvSpPr txBox="1"/>
          <p:nvPr>
            <p:ph idx="7" type="title"/>
          </p:nvPr>
        </p:nvSpPr>
        <p:spPr>
          <a:xfrm>
            <a:off x="5937650" y="3348825"/>
            <a:ext cx="22125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462" name="Google Shape;462;p21"/>
          <p:cNvSpPr txBox="1"/>
          <p:nvPr>
            <p:ph hasCustomPrompt="1" idx="8" type="title"/>
          </p:nvPr>
        </p:nvSpPr>
        <p:spPr>
          <a:xfrm>
            <a:off x="6377300" y="2523900"/>
            <a:ext cx="1333200" cy="515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63" name="Google Shape;463;p21"/>
          <p:cNvSpPr txBox="1"/>
          <p:nvPr>
            <p:ph idx="9" type="subTitle"/>
          </p:nvPr>
        </p:nvSpPr>
        <p:spPr>
          <a:xfrm>
            <a:off x="5937650" y="3777900"/>
            <a:ext cx="2212500" cy="55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3">
  <p:cSld name="CUSTOM_10_1">
    <p:spTree>
      <p:nvGrpSpPr>
        <p:cNvPr id="464" name="Shape 464"/>
        <p:cNvGrpSpPr/>
        <p:nvPr/>
      </p:nvGrpSpPr>
      <p:grpSpPr>
        <a:xfrm>
          <a:off x="0" y="0"/>
          <a:ext cx="0" cy="0"/>
          <a:chOff x="0" y="0"/>
          <a:chExt cx="0" cy="0"/>
        </a:xfrm>
      </p:grpSpPr>
      <p:sp>
        <p:nvSpPr>
          <p:cNvPr id="465" name="Google Shape;465;p22"/>
          <p:cNvSpPr/>
          <p:nvPr/>
        </p:nvSpPr>
        <p:spPr>
          <a:xfrm flipH="1">
            <a:off x="-221367" y="3621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 name="Google Shape;466;p22"/>
          <p:cNvGrpSpPr/>
          <p:nvPr/>
        </p:nvGrpSpPr>
        <p:grpSpPr>
          <a:xfrm flipH="1" rot="-9323888">
            <a:off x="91998" y="-383180"/>
            <a:ext cx="1270568" cy="1053595"/>
            <a:chOff x="-142022" y="90588"/>
            <a:chExt cx="1270599" cy="1053621"/>
          </a:xfrm>
        </p:grpSpPr>
        <p:sp>
          <p:nvSpPr>
            <p:cNvPr id="467" name="Google Shape;467;p22"/>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2"/>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2"/>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2"/>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2"/>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2"/>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2"/>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2"/>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2"/>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2"/>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2"/>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2"/>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2"/>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2"/>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 name="Google Shape;481;p22"/>
          <p:cNvSpPr/>
          <p:nvPr/>
        </p:nvSpPr>
        <p:spPr>
          <a:xfrm flipH="1" rot="5102664">
            <a:off x="7962354" y="4127698"/>
            <a:ext cx="1216489" cy="112145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 name="Google Shape;482;p22"/>
          <p:cNvGrpSpPr/>
          <p:nvPr/>
        </p:nvGrpSpPr>
        <p:grpSpPr>
          <a:xfrm flipH="1">
            <a:off x="8001506" y="4646475"/>
            <a:ext cx="315649" cy="349878"/>
            <a:chOff x="488377" y="2897975"/>
            <a:chExt cx="315649" cy="349878"/>
          </a:xfrm>
        </p:grpSpPr>
        <p:sp>
          <p:nvSpPr>
            <p:cNvPr id="483" name="Google Shape;483;p22"/>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2"/>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2"/>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2"/>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 name="Google Shape;487;p22"/>
          <p:cNvSpPr/>
          <p:nvPr/>
        </p:nvSpPr>
        <p:spPr>
          <a:xfrm>
            <a:off x="-457600" y="4151813"/>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2"/>
          <p:cNvSpPr/>
          <p:nvPr/>
        </p:nvSpPr>
        <p:spPr>
          <a:xfrm rot="5665102">
            <a:off x="8339758" y="-407010"/>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2"/>
          <p:cNvSpPr/>
          <p:nvPr/>
        </p:nvSpPr>
        <p:spPr>
          <a:xfrm rot="4497319">
            <a:off x="8229920" y="-70421"/>
            <a:ext cx="373560" cy="128550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 name="Google Shape;490;p22"/>
          <p:cNvGrpSpPr/>
          <p:nvPr/>
        </p:nvGrpSpPr>
        <p:grpSpPr>
          <a:xfrm flipH="1" rot="457519">
            <a:off x="661331" y="4531785"/>
            <a:ext cx="878904" cy="1093489"/>
            <a:chOff x="-82550" y="4170314"/>
            <a:chExt cx="878866" cy="1093442"/>
          </a:xfrm>
        </p:grpSpPr>
        <p:sp>
          <p:nvSpPr>
            <p:cNvPr id="491" name="Google Shape;491;p22"/>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2"/>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2"/>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 name="Google Shape;494;p22"/>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495" name="Google Shape;495;p22"/>
          <p:cNvSpPr txBox="1"/>
          <p:nvPr>
            <p:ph hasCustomPrompt="1" idx="2" type="title"/>
          </p:nvPr>
        </p:nvSpPr>
        <p:spPr>
          <a:xfrm>
            <a:off x="731047" y="2505226"/>
            <a:ext cx="37491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96" name="Google Shape;496;p22"/>
          <p:cNvSpPr txBox="1"/>
          <p:nvPr>
            <p:ph idx="1" type="subTitle"/>
          </p:nvPr>
        </p:nvSpPr>
        <p:spPr>
          <a:xfrm>
            <a:off x="732247" y="3028351"/>
            <a:ext cx="37467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97" name="Google Shape;497;p22"/>
          <p:cNvSpPr txBox="1"/>
          <p:nvPr>
            <p:ph hasCustomPrompt="1" idx="3" type="title"/>
          </p:nvPr>
        </p:nvSpPr>
        <p:spPr>
          <a:xfrm>
            <a:off x="4663854" y="2504026"/>
            <a:ext cx="3749100" cy="505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98" name="Google Shape;498;p22"/>
          <p:cNvSpPr txBox="1"/>
          <p:nvPr>
            <p:ph idx="4" type="subTitle"/>
          </p:nvPr>
        </p:nvSpPr>
        <p:spPr>
          <a:xfrm>
            <a:off x="4665054" y="3028351"/>
            <a:ext cx="37467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USTOM_14">
    <p:spTree>
      <p:nvGrpSpPr>
        <p:cNvPr id="499" name="Shape 499"/>
        <p:cNvGrpSpPr/>
        <p:nvPr/>
      </p:nvGrpSpPr>
      <p:grpSpPr>
        <a:xfrm>
          <a:off x="0" y="0"/>
          <a:ext cx="0" cy="0"/>
          <a:chOff x="0" y="0"/>
          <a:chExt cx="0" cy="0"/>
        </a:xfrm>
      </p:grpSpPr>
      <p:sp>
        <p:nvSpPr>
          <p:cNvPr id="500" name="Google Shape;500;p23"/>
          <p:cNvSpPr/>
          <p:nvPr/>
        </p:nvSpPr>
        <p:spPr>
          <a:xfrm flipH="1" rot="1086392">
            <a:off x="8214641" y="-450654"/>
            <a:ext cx="1951186" cy="1138140"/>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 name="Google Shape;501;p23"/>
          <p:cNvGrpSpPr/>
          <p:nvPr/>
        </p:nvGrpSpPr>
        <p:grpSpPr>
          <a:xfrm>
            <a:off x="7374475" y="-1062277"/>
            <a:ext cx="1383661" cy="1443739"/>
            <a:chOff x="8085825" y="1477998"/>
            <a:chExt cx="1383661" cy="1443739"/>
          </a:xfrm>
        </p:grpSpPr>
        <p:sp>
          <p:nvSpPr>
            <p:cNvPr id="502" name="Google Shape;502;p23"/>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3"/>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3"/>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3"/>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 name="Google Shape;506;p23"/>
          <p:cNvSpPr/>
          <p:nvPr/>
        </p:nvSpPr>
        <p:spPr>
          <a:xfrm>
            <a:off x="235375" y="1172575"/>
            <a:ext cx="416652" cy="35037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3"/>
          <p:cNvSpPr/>
          <p:nvPr/>
        </p:nvSpPr>
        <p:spPr>
          <a:xfrm rot="292123">
            <a:off x="8594583" y="2359273"/>
            <a:ext cx="307707" cy="803619"/>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 name="Google Shape;508;p23"/>
          <p:cNvGrpSpPr/>
          <p:nvPr/>
        </p:nvGrpSpPr>
        <p:grpSpPr>
          <a:xfrm>
            <a:off x="254155" y="4440810"/>
            <a:ext cx="518742" cy="618388"/>
            <a:chOff x="2636175" y="248775"/>
            <a:chExt cx="422325" cy="503450"/>
          </a:xfrm>
        </p:grpSpPr>
        <p:sp>
          <p:nvSpPr>
            <p:cNvPr id="509" name="Google Shape;509;p23"/>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3"/>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3"/>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3"/>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3"/>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 name="Google Shape;514;p23"/>
          <p:cNvSpPr/>
          <p:nvPr/>
        </p:nvSpPr>
        <p:spPr>
          <a:xfrm rot="-1251821">
            <a:off x="239493" y="231567"/>
            <a:ext cx="408398" cy="442029"/>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3"/>
          <p:cNvSpPr txBox="1"/>
          <p:nvPr>
            <p:ph type="title"/>
          </p:nvPr>
        </p:nvSpPr>
        <p:spPr>
          <a:xfrm>
            <a:off x="4643275" y="3863727"/>
            <a:ext cx="3787500" cy="731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bg>
      <p:bgPr>
        <a:solidFill>
          <a:schemeClr val="accent2"/>
        </a:solidFill>
      </p:bgPr>
    </p:bg>
    <p:spTree>
      <p:nvGrpSpPr>
        <p:cNvPr id="516" name="Shape 516"/>
        <p:cNvGrpSpPr/>
        <p:nvPr/>
      </p:nvGrpSpPr>
      <p:grpSpPr>
        <a:xfrm>
          <a:off x="0" y="0"/>
          <a:ext cx="0" cy="0"/>
          <a:chOff x="0" y="0"/>
          <a:chExt cx="0" cy="0"/>
        </a:xfrm>
      </p:grpSpPr>
      <p:grpSp>
        <p:nvGrpSpPr>
          <p:cNvPr id="517" name="Google Shape;517;p24"/>
          <p:cNvGrpSpPr/>
          <p:nvPr/>
        </p:nvGrpSpPr>
        <p:grpSpPr>
          <a:xfrm>
            <a:off x="52450" y="4344351"/>
            <a:ext cx="1219992" cy="1237898"/>
            <a:chOff x="727288" y="3991176"/>
            <a:chExt cx="1219992" cy="1237898"/>
          </a:xfrm>
        </p:grpSpPr>
        <p:sp>
          <p:nvSpPr>
            <p:cNvPr id="518" name="Google Shape;518;p24"/>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4"/>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4"/>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4"/>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 name="Google Shape;522;p24"/>
          <p:cNvSpPr/>
          <p:nvPr/>
        </p:nvSpPr>
        <p:spPr>
          <a:xfrm flipH="1" rot="-5665102">
            <a:off x="318493" y="-271848"/>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4"/>
          <p:cNvSpPr/>
          <p:nvPr/>
        </p:nvSpPr>
        <p:spPr>
          <a:xfrm rot="7898116">
            <a:off x="7817731" y="4003289"/>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4"/>
          <p:cNvSpPr/>
          <p:nvPr/>
        </p:nvSpPr>
        <p:spPr>
          <a:xfrm rot="8586844">
            <a:off x="8284579" y="3711233"/>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4"/>
          <p:cNvSpPr/>
          <p:nvPr/>
        </p:nvSpPr>
        <p:spPr>
          <a:xfrm rot="-8506666">
            <a:off x="1609714" y="-264675"/>
            <a:ext cx="1004153" cy="10246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 name="Google Shape;526;p24"/>
          <p:cNvGrpSpPr/>
          <p:nvPr/>
        </p:nvGrpSpPr>
        <p:grpSpPr>
          <a:xfrm rot="-9849415">
            <a:off x="8031664" y="1279281"/>
            <a:ext cx="1270582" cy="1053607"/>
            <a:chOff x="-142022" y="90588"/>
            <a:chExt cx="1270599" cy="1053621"/>
          </a:xfrm>
        </p:grpSpPr>
        <p:sp>
          <p:nvSpPr>
            <p:cNvPr id="527" name="Google Shape;527;p24"/>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4"/>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4"/>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4"/>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4"/>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4"/>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4"/>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4"/>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4"/>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4"/>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4"/>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4"/>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4"/>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4"/>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 name="Google Shape;541;p24"/>
          <p:cNvSpPr/>
          <p:nvPr/>
        </p:nvSpPr>
        <p:spPr>
          <a:xfrm flipH="1" rot="-3975368">
            <a:off x="388478" y="-4477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4"/>
          <p:cNvSpPr/>
          <p:nvPr/>
        </p:nvSpPr>
        <p:spPr>
          <a:xfrm rot="-466267">
            <a:off x="7124893" y="-198141"/>
            <a:ext cx="1951125" cy="1138104"/>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4"/>
          <p:cNvSpPr/>
          <p:nvPr/>
        </p:nvSpPr>
        <p:spPr>
          <a:xfrm flipH="1" rot="-5400000">
            <a:off x="4234783" y="444860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4"/>
          <p:cNvSpPr/>
          <p:nvPr/>
        </p:nvSpPr>
        <p:spPr>
          <a:xfrm>
            <a:off x="5142900" y="4603650"/>
            <a:ext cx="445086" cy="471456"/>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4"/>
          <p:cNvSpPr txBox="1"/>
          <p:nvPr>
            <p:ph type="title"/>
          </p:nvPr>
        </p:nvSpPr>
        <p:spPr>
          <a:xfrm>
            <a:off x="1651200" y="1609525"/>
            <a:ext cx="5841600" cy="111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85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546" name="Google Shape;546;p24"/>
          <p:cNvSpPr txBox="1"/>
          <p:nvPr>
            <p:ph idx="1" type="subTitle"/>
          </p:nvPr>
        </p:nvSpPr>
        <p:spPr>
          <a:xfrm>
            <a:off x="2400600" y="2900975"/>
            <a:ext cx="43428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6">
    <p:spTree>
      <p:nvGrpSpPr>
        <p:cNvPr id="547" name="Shape 547"/>
        <p:cNvGrpSpPr/>
        <p:nvPr/>
      </p:nvGrpSpPr>
      <p:grpSpPr>
        <a:xfrm>
          <a:off x="0" y="0"/>
          <a:ext cx="0" cy="0"/>
          <a:chOff x="0" y="0"/>
          <a:chExt cx="0" cy="0"/>
        </a:xfrm>
      </p:grpSpPr>
      <p:sp>
        <p:nvSpPr>
          <p:cNvPr id="548" name="Google Shape;548;p25"/>
          <p:cNvSpPr/>
          <p:nvPr/>
        </p:nvSpPr>
        <p:spPr>
          <a:xfrm>
            <a:off x="67650" y="4191200"/>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 name="Google Shape;549;p25"/>
          <p:cNvGrpSpPr/>
          <p:nvPr/>
        </p:nvGrpSpPr>
        <p:grpSpPr>
          <a:xfrm>
            <a:off x="0" y="-231411"/>
            <a:ext cx="878866" cy="1093442"/>
            <a:chOff x="-82550" y="4170314"/>
            <a:chExt cx="878866" cy="1093442"/>
          </a:xfrm>
        </p:grpSpPr>
        <p:sp>
          <p:nvSpPr>
            <p:cNvPr id="550" name="Google Shape;550;p25"/>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5"/>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5"/>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 name="Google Shape;553;p25"/>
          <p:cNvSpPr/>
          <p:nvPr/>
        </p:nvSpPr>
        <p:spPr>
          <a:xfrm rot="5665102">
            <a:off x="8371833" y="4074790"/>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5"/>
          <p:cNvSpPr/>
          <p:nvPr/>
        </p:nvSpPr>
        <p:spPr>
          <a:xfrm rot="3975368">
            <a:off x="8301855" y="430186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 name="Google Shape;555;p25"/>
          <p:cNvGrpSpPr/>
          <p:nvPr/>
        </p:nvGrpSpPr>
        <p:grpSpPr>
          <a:xfrm>
            <a:off x="1243027" y="4481788"/>
            <a:ext cx="315649" cy="349878"/>
            <a:chOff x="4846427" y="-66500"/>
            <a:chExt cx="315649" cy="349878"/>
          </a:xfrm>
        </p:grpSpPr>
        <p:sp>
          <p:nvSpPr>
            <p:cNvPr id="556" name="Google Shape;556;p25"/>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5"/>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5"/>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5"/>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 name="Google Shape;560;p25"/>
          <p:cNvSpPr/>
          <p:nvPr/>
        </p:nvSpPr>
        <p:spPr>
          <a:xfrm rot="650906">
            <a:off x="8279816" y="3974241"/>
            <a:ext cx="273772" cy="316203"/>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5"/>
          <p:cNvSpPr/>
          <p:nvPr/>
        </p:nvSpPr>
        <p:spPr>
          <a:xfrm rot="3048824">
            <a:off x="7910056" y="-218046"/>
            <a:ext cx="1157143" cy="1066703"/>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 name="Google Shape;562;p25"/>
          <p:cNvGrpSpPr/>
          <p:nvPr/>
        </p:nvGrpSpPr>
        <p:grpSpPr>
          <a:xfrm>
            <a:off x="7487601" y="50221"/>
            <a:ext cx="595931" cy="530198"/>
            <a:chOff x="5927389" y="663096"/>
            <a:chExt cx="595931" cy="530198"/>
          </a:xfrm>
        </p:grpSpPr>
        <p:sp>
          <p:nvSpPr>
            <p:cNvPr id="563" name="Google Shape;563;p25"/>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5"/>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 name="Google Shape;565;p25"/>
          <p:cNvGrpSpPr/>
          <p:nvPr/>
        </p:nvGrpSpPr>
        <p:grpSpPr>
          <a:xfrm rot="-2349600">
            <a:off x="3997191" y="-572045"/>
            <a:ext cx="1270623" cy="1053641"/>
            <a:chOff x="-142022" y="90588"/>
            <a:chExt cx="1270599" cy="1053621"/>
          </a:xfrm>
        </p:grpSpPr>
        <p:sp>
          <p:nvSpPr>
            <p:cNvPr id="566" name="Google Shape;566;p25"/>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5"/>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5"/>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5"/>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5"/>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5"/>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5"/>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5"/>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5"/>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5"/>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5"/>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5"/>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5"/>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5"/>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 name="Google Shape;580;p25"/>
          <p:cNvSpPr txBox="1"/>
          <p:nvPr>
            <p:ph type="title"/>
          </p:nvPr>
        </p:nvSpPr>
        <p:spPr>
          <a:xfrm>
            <a:off x="1912038" y="1637425"/>
            <a:ext cx="1665300" cy="75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81" name="Google Shape;581;p25"/>
          <p:cNvSpPr txBox="1"/>
          <p:nvPr>
            <p:ph idx="1" type="subTitle"/>
          </p:nvPr>
        </p:nvSpPr>
        <p:spPr>
          <a:xfrm>
            <a:off x="846438" y="2393075"/>
            <a:ext cx="2730900" cy="1113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7">
    <p:spTree>
      <p:nvGrpSpPr>
        <p:cNvPr id="582" name="Shape 582"/>
        <p:cNvGrpSpPr/>
        <p:nvPr/>
      </p:nvGrpSpPr>
      <p:grpSpPr>
        <a:xfrm>
          <a:off x="0" y="0"/>
          <a:ext cx="0" cy="0"/>
          <a:chOff x="0" y="0"/>
          <a:chExt cx="0" cy="0"/>
        </a:xfrm>
      </p:grpSpPr>
      <p:sp>
        <p:nvSpPr>
          <p:cNvPr id="583" name="Google Shape;583;p26"/>
          <p:cNvSpPr/>
          <p:nvPr/>
        </p:nvSpPr>
        <p:spPr>
          <a:xfrm rot="-5102664">
            <a:off x="-106610" y="4127698"/>
            <a:ext cx="1216489" cy="112145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 name="Google Shape;584;p26"/>
          <p:cNvGrpSpPr/>
          <p:nvPr/>
        </p:nvGrpSpPr>
        <p:grpSpPr>
          <a:xfrm>
            <a:off x="411652" y="3991575"/>
            <a:ext cx="315649" cy="349878"/>
            <a:chOff x="488377" y="2897975"/>
            <a:chExt cx="315649" cy="349878"/>
          </a:xfrm>
        </p:grpSpPr>
        <p:sp>
          <p:nvSpPr>
            <p:cNvPr id="585" name="Google Shape;585;p26"/>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6"/>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6"/>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6"/>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 name="Google Shape;589;p26"/>
          <p:cNvSpPr/>
          <p:nvPr/>
        </p:nvSpPr>
        <p:spPr>
          <a:xfrm rot="8749359">
            <a:off x="7960748" y="-600192"/>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6"/>
          <p:cNvSpPr/>
          <p:nvPr/>
        </p:nvSpPr>
        <p:spPr>
          <a:xfrm rot="7898116">
            <a:off x="7878856" y="4090701"/>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6"/>
          <p:cNvSpPr/>
          <p:nvPr/>
        </p:nvSpPr>
        <p:spPr>
          <a:xfrm>
            <a:off x="8609375" y="47876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6"/>
          <p:cNvSpPr/>
          <p:nvPr/>
        </p:nvSpPr>
        <p:spPr>
          <a:xfrm flipH="1" rot="-5641596">
            <a:off x="425340" y="-397122"/>
            <a:ext cx="339869" cy="116956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6"/>
          <p:cNvSpPr/>
          <p:nvPr/>
        </p:nvSpPr>
        <p:spPr>
          <a:xfrm flipH="1" rot="-4974102">
            <a:off x="479070" y="-244395"/>
            <a:ext cx="373546" cy="1285452"/>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6"/>
          <p:cNvSpPr/>
          <p:nvPr/>
        </p:nvSpPr>
        <p:spPr>
          <a:xfrm rot="-1310044">
            <a:off x="437453" y="473940"/>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6"/>
          <p:cNvSpPr txBox="1"/>
          <p:nvPr>
            <p:ph type="title"/>
          </p:nvPr>
        </p:nvSpPr>
        <p:spPr>
          <a:xfrm>
            <a:off x="5494638" y="1615525"/>
            <a:ext cx="1929300" cy="7776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596" name="Google Shape;596;p26"/>
          <p:cNvSpPr txBox="1"/>
          <p:nvPr>
            <p:ph idx="1" type="subTitle"/>
          </p:nvPr>
        </p:nvSpPr>
        <p:spPr>
          <a:xfrm>
            <a:off x="5494638" y="2393075"/>
            <a:ext cx="2730900" cy="1113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8">
    <p:spTree>
      <p:nvGrpSpPr>
        <p:cNvPr id="597" name="Shape 597"/>
        <p:cNvGrpSpPr/>
        <p:nvPr/>
      </p:nvGrpSpPr>
      <p:grpSpPr>
        <a:xfrm>
          <a:off x="0" y="0"/>
          <a:ext cx="0" cy="0"/>
          <a:chOff x="0" y="0"/>
          <a:chExt cx="0" cy="0"/>
        </a:xfrm>
      </p:grpSpPr>
      <p:sp>
        <p:nvSpPr>
          <p:cNvPr id="598" name="Google Shape;598;p27"/>
          <p:cNvSpPr txBox="1"/>
          <p:nvPr>
            <p:ph type="title"/>
          </p:nvPr>
        </p:nvSpPr>
        <p:spPr>
          <a:xfrm>
            <a:off x="2579913" y="1598076"/>
            <a:ext cx="1665300" cy="795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99" name="Google Shape;599;p27"/>
          <p:cNvSpPr txBox="1"/>
          <p:nvPr>
            <p:ph idx="1" type="subTitle"/>
          </p:nvPr>
        </p:nvSpPr>
        <p:spPr>
          <a:xfrm>
            <a:off x="1514313" y="2393063"/>
            <a:ext cx="2730900" cy="1113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600" name="Google Shape;600;p27"/>
          <p:cNvSpPr/>
          <p:nvPr/>
        </p:nvSpPr>
        <p:spPr>
          <a:xfrm rot="-8933533">
            <a:off x="-76041" y="4242723"/>
            <a:ext cx="1894979" cy="1037626"/>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 name="Google Shape;601;p27"/>
          <p:cNvGrpSpPr/>
          <p:nvPr/>
        </p:nvGrpSpPr>
        <p:grpSpPr>
          <a:xfrm>
            <a:off x="1339077" y="4508013"/>
            <a:ext cx="315649" cy="349878"/>
            <a:chOff x="4846427" y="-66500"/>
            <a:chExt cx="315649" cy="349878"/>
          </a:xfrm>
        </p:grpSpPr>
        <p:sp>
          <p:nvSpPr>
            <p:cNvPr id="602" name="Google Shape;602;p27"/>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7"/>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7"/>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7"/>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27"/>
          <p:cNvGrpSpPr/>
          <p:nvPr/>
        </p:nvGrpSpPr>
        <p:grpSpPr>
          <a:xfrm flipH="1" rot="-1308085">
            <a:off x="-87938" y="-157475"/>
            <a:ext cx="878888" cy="1093469"/>
            <a:chOff x="-82550" y="4170314"/>
            <a:chExt cx="878866" cy="1093442"/>
          </a:xfrm>
        </p:grpSpPr>
        <p:sp>
          <p:nvSpPr>
            <p:cNvPr id="607" name="Google Shape;607;p27"/>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7"/>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7"/>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 name="Google Shape;610;p27"/>
          <p:cNvSpPr/>
          <p:nvPr/>
        </p:nvSpPr>
        <p:spPr>
          <a:xfrm rot="487906">
            <a:off x="628211" y="924795"/>
            <a:ext cx="269254" cy="481859"/>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7"/>
          <p:cNvSpPr/>
          <p:nvPr/>
        </p:nvSpPr>
        <p:spPr>
          <a:xfrm flipH="1" rot="10800000">
            <a:off x="7956081" y="4418490"/>
            <a:ext cx="1264599" cy="929507"/>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7"/>
          <p:cNvSpPr/>
          <p:nvPr/>
        </p:nvSpPr>
        <p:spPr>
          <a:xfrm rot="399774">
            <a:off x="8152739" y="3414125"/>
            <a:ext cx="394943" cy="33214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7"/>
          <p:cNvSpPr/>
          <p:nvPr/>
        </p:nvSpPr>
        <p:spPr>
          <a:xfrm rot="-7290801">
            <a:off x="8009808" y="-160011"/>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 name="Google Shape;614;p27"/>
          <p:cNvGrpSpPr/>
          <p:nvPr/>
        </p:nvGrpSpPr>
        <p:grpSpPr>
          <a:xfrm>
            <a:off x="8346847" y="747392"/>
            <a:ext cx="483086" cy="429802"/>
            <a:chOff x="1101247" y="2686592"/>
            <a:chExt cx="483086" cy="429802"/>
          </a:xfrm>
        </p:grpSpPr>
        <p:sp>
          <p:nvSpPr>
            <p:cNvPr id="615" name="Google Shape;615;p27"/>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7"/>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 name="Google Shape;617;p27"/>
          <p:cNvSpPr/>
          <p:nvPr/>
        </p:nvSpPr>
        <p:spPr>
          <a:xfrm rot="10800000">
            <a:off x="4434307" y="-87312"/>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7"/>
          <p:cNvSpPr/>
          <p:nvPr/>
        </p:nvSpPr>
        <p:spPr>
          <a:xfrm rot="10800000">
            <a:off x="4100713" y="-89712"/>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8_1">
    <p:bg>
      <p:bgPr>
        <a:solidFill>
          <a:schemeClr val="accent4"/>
        </a:solidFill>
      </p:bgPr>
    </p:bg>
    <p:spTree>
      <p:nvGrpSpPr>
        <p:cNvPr id="619" name="Shape 619"/>
        <p:cNvGrpSpPr/>
        <p:nvPr/>
      </p:nvGrpSpPr>
      <p:grpSpPr>
        <a:xfrm>
          <a:off x="0" y="0"/>
          <a:ext cx="0" cy="0"/>
          <a:chOff x="0" y="0"/>
          <a:chExt cx="0" cy="0"/>
        </a:xfrm>
      </p:grpSpPr>
      <p:sp>
        <p:nvSpPr>
          <p:cNvPr id="620" name="Google Shape;620;p28"/>
          <p:cNvSpPr/>
          <p:nvPr/>
        </p:nvSpPr>
        <p:spPr>
          <a:xfrm rot="8586844">
            <a:off x="8284579" y="3711233"/>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8"/>
          <p:cNvSpPr/>
          <p:nvPr/>
        </p:nvSpPr>
        <p:spPr>
          <a:xfrm>
            <a:off x="5142900" y="4603650"/>
            <a:ext cx="445086" cy="471456"/>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8"/>
          <p:cNvSpPr txBox="1"/>
          <p:nvPr>
            <p:ph type="title"/>
          </p:nvPr>
        </p:nvSpPr>
        <p:spPr>
          <a:xfrm>
            <a:off x="4089600" y="1749668"/>
            <a:ext cx="4342800" cy="1097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85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623" name="Google Shape;623;p28"/>
          <p:cNvSpPr txBox="1"/>
          <p:nvPr>
            <p:ph idx="1" type="subTitle"/>
          </p:nvPr>
        </p:nvSpPr>
        <p:spPr>
          <a:xfrm>
            <a:off x="4089600" y="2845132"/>
            <a:ext cx="4342800" cy="54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624" name="Google Shape;624;p28"/>
          <p:cNvPicPr preferRelativeResize="0"/>
          <p:nvPr/>
        </p:nvPicPr>
        <p:blipFill rotWithShape="1">
          <a:blip r:embed="rId2">
            <a:alphaModFix/>
          </a:blip>
          <a:srcRect b="0" l="0" r="0" t="0"/>
          <a:stretch/>
        </p:blipFill>
        <p:spPr>
          <a:xfrm flipH="1">
            <a:off x="0" y="0"/>
            <a:ext cx="9144003" cy="5143501"/>
          </a:xfrm>
          <a:prstGeom prst="rect">
            <a:avLst/>
          </a:prstGeom>
          <a:noFill/>
          <a:ln>
            <a:noFill/>
          </a:ln>
        </p:spPr>
      </p:pic>
      <p:sp>
        <p:nvSpPr>
          <p:cNvPr id="625" name="Google Shape;625;p28"/>
          <p:cNvSpPr/>
          <p:nvPr/>
        </p:nvSpPr>
        <p:spPr>
          <a:xfrm rot="-8506666">
            <a:off x="8383814" y="-402675"/>
            <a:ext cx="1004153" cy="10246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 name="Google Shape;626;p28"/>
          <p:cNvGrpSpPr/>
          <p:nvPr/>
        </p:nvGrpSpPr>
        <p:grpSpPr>
          <a:xfrm rot="-9849415">
            <a:off x="6706989" y="-293769"/>
            <a:ext cx="1270582" cy="1053607"/>
            <a:chOff x="-142022" y="90588"/>
            <a:chExt cx="1270599" cy="1053621"/>
          </a:xfrm>
        </p:grpSpPr>
        <p:sp>
          <p:nvSpPr>
            <p:cNvPr id="627" name="Google Shape;627;p28"/>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8"/>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8"/>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8"/>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8"/>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8"/>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8"/>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8"/>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8"/>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8"/>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8"/>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8"/>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8"/>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8"/>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 name="Google Shape;641;p28"/>
          <p:cNvSpPr/>
          <p:nvPr/>
        </p:nvSpPr>
        <p:spPr>
          <a:xfrm flipH="1" rot="-5400000">
            <a:off x="5025358" y="-533096"/>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8"/>
          <p:cNvSpPr/>
          <p:nvPr/>
        </p:nvSpPr>
        <p:spPr>
          <a:xfrm rot="-466267">
            <a:off x="7691393" y="4522296"/>
            <a:ext cx="1951125" cy="1138104"/>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8_1_1">
    <p:bg>
      <p:bgPr>
        <a:solidFill>
          <a:schemeClr val="accent4"/>
        </a:solidFill>
      </p:bgPr>
    </p:bg>
    <p:spTree>
      <p:nvGrpSpPr>
        <p:cNvPr id="643" name="Shape 643"/>
        <p:cNvGrpSpPr/>
        <p:nvPr/>
      </p:nvGrpSpPr>
      <p:grpSpPr>
        <a:xfrm>
          <a:off x="0" y="0"/>
          <a:ext cx="0" cy="0"/>
          <a:chOff x="0" y="0"/>
          <a:chExt cx="0" cy="0"/>
        </a:xfrm>
      </p:grpSpPr>
      <p:pic>
        <p:nvPicPr>
          <p:cNvPr id="644" name="Google Shape;644;p29"/>
          <p:cNvPicPr preferRelativeResize="0"/>
          <p:nvPr/>
        </p:nvPicPr>
        <p:blipFill rotWithShape="1">
          <a:blip r:embed="rId2">
            <a:alphaModFix/>
          </a:blip>
          <a:srcRect b="0" l="0" r="0" t="0"/>
          <a:stretch/>
        </p:blipFill>
        <p:spPr>
          <a:xfrm flipH="1">
            <a:off x="0" y="0"/>
            <a:ext cx="9144003" cy="5143501"/>
          </a:xfrm>
          <a:prstGeom prst="rect">
            <a:avLst/>
          </a:prstGeom>
          <a:noFill/>
          <a:ln>
            <a:noFill/>
          </a:ln>
        </p:spPr>
      </p:pic>
      <p:sp>
        <p:nvSpPr>
          <p:cNvPr id="645" name="Google Shape;645;p29"/>
          <p:cNvSpPr/>
          <p:nvPr/>
        </p:nvSpPr>
        <p:spPr>
          <a:xfrm rot="8586844">
            <a:off x="8284579" y="3711233"/>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9"/>
          <p:cNvSpPr/>
          <p:nvPr/>
        </p:nvSpPr>
        <p:spPr>
          <a:xfrm>
            <a:off x="5142900" y="4603650"/>
            <a:ext cx="445086" cy="471456"/>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9"/>
          <p:cNvSpPr txBox="1"/>
          <p:nvPr>
            <p:ph type="title"/>
          </p:nvPr>
        </p:nvSpPr>
        <p:spPr>
          <a:xfrm>
            <a:off x="2084100" y="3090725"/>
            <a:ext cx="4975800" cy="731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648" name="Google Shape;648;p29"/>
          <p:cNvSpPr txBox="1"/>
          <p:nvPr>
            <p:ph idx="1" type="subTitle"/>
          </p:nvPr>
        </p:nvSpPr>
        <p:spPr>
          <a:xfrm>
            <a:off x="2084100" y="3822130"/>
            <a:ext cx="49758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9">
    <p:spTree>
      <p:nvGrpSpPr>
        <p:cNvPr id="649" name="Shape 649"/>
        <p:cNvGrpSpPr/>
        <p:nvPr/>
      </p:nvGrpSpPr>
      <p:grpSpPr>
        <a:xfrm>
          <a:off x="0" y="0"/>
          <a:ext cx="0" cy="0"/>
          <a:chOff x="0" y="0"/>
          <a:chExt cx="0" cy="0"/>
        </a:xfrm>
      </p:grpSpPr>
      <p:sp>
        <p:nvSpPr>
          <p:cNvPr id="650" name="Google Shape;650;p30"/>
          <p:cNvSpPr/>
          <p:nvPr/>
        </p:nvSpPr>
        <p:spPr>
          <a:xfrm rot="-8506666">
            <a:off x="8091477" y="4506138"/>
            <a:ext cx="1004153" cy="10246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0"/>
          <p:cNvSpPr/>
          <p:nvPr/>
        </p:nvSpPr>
        <p:spPr>
          <a:xfrm flipH="1" rot="-6067523">
            <a:off x="376721" y="4233330"/>
            <a:ext cx="339868" cy="1169559"/>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 name="Google Shape;652;p30"/>
          <p:cNvGrpSpPr/>
          <p:nvPr/>
        </p:nvGrpSpPr>
        <p:grpSpPr>
          <a:xfrm rot="3918966">
            <a:off x="8154140" y="-99940"/>
            <a:ext cx="878841" cy="1093411"/>
            <a:chOff x="-82550" y="4170314"/>
            <a:chExt cx="878866" cy="1093442"/>
          </a:xfrm>
        </p:grpSpPr>
        <p:sp>
          <p:nvSpPr>
            <p:cNvPr id="653" name="Google Shape;653;p30"/>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0"/>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0"/>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 name="Google Shape;656;p30"/>
          <p:cNvSpPr/>
          <p:nvPr/>
        </p:nvSpPr>
        <p:spPr>
          <a:xfrm flipH="1" rot="-5400000">
            <a:off x="455956" y="437571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 name="Google Shape;657;p30"/>
          <p:cNvGrpSpPr/>
          <p:nvPr/>
        </p:nvGrpSpPr>
        <p:grpSpPr>
          <a:xfrm>
            <a:off x="282427" y="4385738"/>
            <a:ext cx="315649" cy="349878"/>
            <a:chOff x="4846427" y="-66500"/>
            <a:chExt cx="315649" cy="349878"/>
          </a:xfrm>
        </p:grpSpPr>
        <p:sp>
          <p:nvSpPr>
            <p:cNvPr id="658" name="Google Shape;658;p30"/>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0"/>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0"/>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0"/>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 name="Google Shape;662;p30"/>
          <p:cNvSpPr/>
          <p:nvPr/>
        </p:nvSpPr>
        <p:spPr>
          <a:xfrm rot="-244539">
            <a:off x="-74454" y="21029"/>
            <a:ext cx="1894979" cy="1037627"/>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0"/>
          <p:cNvSpPr/>
          <p:nvPr/>
        </p:nvSpPr>
        <p:spPr>
          <a:xfrm>
            <a:off x="8701425" y="412926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 name="Google Shape;664;p30"/>
          <p:cNvGrpSpPr/>
          <p:nvPr/>
        </p:nvGrpSpPr>
        <p:grpSpPr>
          <a:xfrm rot="3550083">
            <a:off x="8812423" y="400661"/>
            <a:ext cx="593155" cy="707094"/>
            <a:chOff x="8446375" y="3346247"/>
            <a:chExt cx="572406" cy="682360"/>
          </a:xfrm>
        </p:grpSpPr>
        <p:sp>
          <p:nvSpPr>
            <p:cNvPr id="665" name="Google Shape;665;p30"/>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0"/>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0"/>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0"/>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0"/>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 name="Google Shape;670;p30"/>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671" name="Google Shape;671;p30"/>
          <p:cNvSpPr txBox="1"/>
          <p:nvPr>
            <p:ph idx="2" type="title"/>
          </p:nvPr>
        </p:nvSpPr>
        <p:spPr>
          <a:xfrm>
            <a:off x="1547263" y="3200000"/>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672" name="Google Shape;672;p30"/>
          <p:cNvSpPr txBox="1"/>
          <p:nvPr>
            <p:ph idx="1" type="subTitle"/>
          </p:nvPr>
        </p:nvSpPr>
        <p:spPr>
          <a:xfrm>
            <a:off x="1547263" y="3591291"/>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73" name="Google Shape;673;p30"/>
          <p:cNvSpPr txBox="1"/>
          <p:nvPr>
            <p:ph idx="3" type="title"/>
          </p:nvPr>
        </p:nvSpPr>
        <p:spPr>
          <a:xfrm>
            <a:off x="5260338" y="3579350"/>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674" name="Google Shape;674;p30"/>
          <p:cNvSpPr txBox="1"/>
          <p:nvPr>
            <p:ph idx="4" type="subTitle"/>
          </p:nvPr>
        </p:nvSpPr>
        <p:spPr>
          <a:xfrm>
            <a:off x="5260338" y="3970640"/>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1">
    <p:spTree>
      <p:nvGrpSpPr>
        <p:cNvPr id="675" name="Shape 675"/>
        <p:cNvGrpSpPr/>
        <p:nvPr/>
      </p:nvGrpSpPr>
      <p:grpSpPr>
        <a:xfrm>
          <a:off x="0" y="0"/>
          <a:ext cx="0" cy="0"/>
          <a:chOff x="0" y="0"/>
          <a:chExt cx="0" cy="0"/>
        </a:xfrm>
      </p:grpSpPr>
      <p:sp>
        <p:nvSpPr>
          <p:cNvPr id="676" name="Google Shape;676;p31"/>
          <p:cNvSpPr/>
          <p:nvPr/>
        </p:nvSpPr>
        <p:spPr>
          <a:xfrm>
            <a:off x="8837813" y="44662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1"/>
          <p:cNvSpPr/>
          <p:nvPr/>
        </p:nvSpPr>
        <p:spPr>
          <a:xfrm flipH="1">
            <a:off x="-106594" y="20261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 name="Google Shape;678;p31"/>
          <p:cNvGrpSpPr/>
          <p:nvPr/>
        </p:nvGrpSpPr>
        <p:grpSpPr>
          <a:xfrm>
            <a:off x="250850" y="690372"/>
            <a:ext cx="572406" cy="682360"/>
            <a:chOff x="98450" y="537972"/>
            <a:chExt cx="572406" cy="682360"/>
          </a:xfrm>
        </p:grpSpPr>
        <p:sp>
          <p:nvSpPr>
            <p:cNvPr id="679" name="Google Shape;679;p31"/>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1"/>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1"/>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1"/>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1"/>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 name="Google Shape;684;p31"/>
          <p:cNvSpPr/>
          <p:nvPr/>
        </p:nvSpPr>
        <p:spPr>
          <a:xfrm flipH="1" rot="10149192">
            <a:off x="8283419" y="43001"/>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1"/>
          <p:cNvSpPr/>
          <p:nvPr/>
        </p:nvSpPr>
        <p:spPr>
          <a:xfrm>
            <a:off x="2316775" y="3067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686" name="Google Shape;686;p31"/>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687" name="Google Shape;687;p31"/>
          <p:cNvSpPr txBox="1"/>
          <p:nvPr>
            <p:ph idx="1" type="body"/>
          </p:nvPr>
        </p:nvSpPr>
        <p:spPr>
          <a:xfrm>
            <a:off x="727300" y="1269075"/>
            <a:ext cx="3794400" cy="3334800"/>
          </a:xfrm>
          <a:prstGeom prst="rect">
            <a:avLst/>
          </a:prstGeom>
        </p:spPr>
        <p:txBody>
          <a:bodyPr anchorCtr="0" anchor="b" bIns="91425" lIns="91425" spcFirstLastPara="1" rIns="91425" wrap="square" tIns="91425">
            <a:noAutofit/>
          </a:bodyPr>
          <a:lstStyle>
            <a:lvl1pPr indent="-304800" lvl="0" marL="457200" rtl="0">
              <a:spcBef>
                <a:spcPts val="0"/>
              </a:spcBef>
              <a:spcAft>
                <a:spcPts val="0"/>
              </a:spcAft>
              <a:buSzPts val="1200"/>
              <a:buChar char="●"/>
              <a:defRPr sz="1200"/>
            </a:lvl1pPr>
            <a:lvl2pPr indent="-317500" lvl="1" marL="914400" rtl="0">
              <a:lnSpc>
                <a:spcPct val="115000"/>
              </a:lnSpc>
              <a:spcBef>
                <a:spcPts val="1600"/>
              </a:spcBef>
              <a:spcAft>
                <a:spcPts val="0"/>
              </a:spcAft>
              <a:buSzPts val="1400"/>
              <a:buFont typeface="Raleway"/>
              <a:buChar char="○"/>
              <a:defRPr/>
            </a:lvl2pPr>
            <a:lvl3pPr indent="-317500" lvl="2" marL="1371600" rtl="0">
              <a:lnSpc>
                <a:spcPct val="115000"/>
              </a:lnSpc>
              <a:spcBef>
                <a:spcPts val="1600"/>
              </a:spcBef>
              <a:spcAft>
                <a:spcPts val="0"/>
              </a:spcAft>
              <a:buSzPts val="1400"/>
              <a:buFont typeface="Raleway"/>
              <a:buChar char="■"/>
              <a:defRPr/>
            </a:lvl3pPr>
            <a:lvl4pPr indent="-317500" lvl="3" marL="1828800" rtl="0">
              <a:lnSpc>
                <a:spcPct val="115000"/>
              </a:lnSpc>
              <a:spcBef>
                <a:spcPts val="1600"/>
              </a:spcBef>
              <a:spcAft>
                <a:spcPts val="0"/>
              </a:spcAft>
              <a:buSzPts val="1400"/>
              <a:buFont typeface="Raleway"/>
              <a:buChar char="●"/>
              <a:defRPr/>
            </a:lvl4pPr>
            <a:lvl5pPr indent="-317500" lvl="4" marL="2286000" rtl="0">
              <a:lnSpc>
                <a:spcPct val="115000"/>
              </a:lnSpc>
              <a:spcBef>
                <a:spcPts val="1600"/>
              </a:spcBef>
              <a:spcAft>
                <a:spcPts val="0"/>
              </a:spcAft>
              <a:buSzPts val="1400"/>
              <a:buFont typeface="Raleway"/>
              <a:buChar char="○"/>
              <a:defRPr/>
            </a:lvl5pPr>
            <a:lvl6pPr indent="-317500" lvl="5" marL="2743200" rtl="0">
              <a:lnSpc>
                <a:spcPct val="115000"/>
              </a:lnSpc>
              <a:spcBef>
                <a:spcPts val="1600"/>
              </a:spcBef>
              <a:spcAft>
                <a:spcPts val="0"/>
              </a:spcAft>
              <a:buSzPts val="1400"/>
              <a:buFont typeface="Raleway"/>
              <a:buChar char="■"/>
              <a:defRPr/>
            </a:lvl6pPr>
            <a:lvl7pPr indent="-317500" lvl="6" marL="3200400" rtl="0">
              <a:lnSpc>
                <a:spcPct val="115000"/>
              </a:lnSpc>
              <a:spcBef>
                <a:spcPts val="1600"/>
              </a:spcBef>
              <a:spcAft>
                <a:spcPts val="0"/>
              </a:spcAft>
              <a:buSzPts val="1400"/>
              <a:buFont typeface="Raleway"/>
              <a:buChar char="●"/>
              <a:defRPr/>
            </a:lvl7pPr>
            <a:lvl8pPr indent="-317500" lvl="7" marL="3657600" rtl="0">
              <a:lnSpc>
                <a:spcPct val="115000"/>
              </a:lnSpc>
              <a:spcBef>
                <a:spcPts val="1600"/>
              </a:spcBef>
              <a:spcAft>
                <a:spcPts val="0"/>
              </a:spcAft>
              <a:buSzPts val="1400"/>
              <a:buFont typeface="Raleway"/>
              <a:buChar char="○"/>
              <a:defRPr/>
            </a:lvl8pPr>
            <a:lvl9pPr indent="-317500" lvl="8" marL="4114800" rtl="0">
              <a:lnSpc>
                <a:spcPct val="115000"/>
              </a:lnSpc>
              <a:spcBef>
                <a:spcPts val="1600"/>
              </a:spcBef>
              <a:spcAft>
                <a:spcPts val="1600"/>
              </a:spcAft>
              <a:buSzPts val="1400"/>
              <a:buFont typeface="Raleway"/>
              <a:buChar char="■"/>
              <a:defRPr/>
            </a:lvl9pPr>
          </a:lstStyle>
          <a:p/>
        </p:txBody>
      </p:sp>
      <p:sp>
        <p:nvSpPr>
          <p:cNvPr id="688" name="Google Shape;688;p31"/>
          <p:cNvSpPr txBox="1"/>
          <p:nvPr>
            <p:ph idx="2" type="body"/>
          </p:nvPr>
        </p:nvSpPr>
        <p:spPr>
          <a:xfrm>
            <a:off x="4622300" y="1269075"/>
            <a:ext cx="3794400" cy="3334800"/>
          </a:xfrm>
          <a:prstGeom prst="rect">
            <a:avLst/>
          </a:prstGeom>
        </p:spPr>
        <p:txBody>
          <a:bodyPr anchorCtr="0" anchor="b" bIns="91425" lIns="91425" spcFirstLastPara="1" rIns="91425" wrap="square" tIns="91425">
            <a:noAutofit/>
          </a:bodyPr>
          <a:lstStyle>
            <a:lvl1pPr indent="-304800" lvl="0" marL="457200" rtl="0">
              <a:spcBef>
                <a:spcPts val="0"/>
              </a:spcBef>
              <a:spcAft>
                <a:spcPts val="0"/>
              </a:spcAft>
              <a:buSzPts val="1200"/>
              <a:buChar char="●"/>
              <a:defRPr sz="1200"/>
            </a:lvl1pPr>
            <a:lvl2pPr indent="-317500" lvl="1" marL="914400" rtl="0">
              <a:lnSpc>
                <a:spcPct val="115000"/>
              </a:lnSpc>
              <a:spcBef>
                <a:spcPts val="1600"/>
              </a:spcBef>
              <a:spcAft>
                <a:spcPts val="0"/>
              </a:spcAft>
              <a:buSzPts val="1400"/>
              <a:buFont typeface="Raleway"/>
              <a:buChar char="○"/>
              <a:defRPr/>
            </a:lvl2pPr>
            <a:lvl3pPr indent="-317500" lvl="2" marL="1371600" rtl="0">
              <a:lnSpc>
                <a:spcPct val="115000"/>
              </a:lnSpc>
              <a:spcBef>
                <a:spcPts val="1600"/>
              </a:spcBef>
              <a:spcAft>
                <a:spcPts val="0"/>
              </a:spcAft>
              <a:buSzPts val="1400"/>
              <a:buFont typeface="Raleway"/>
              <a:buChar char="■"/>
              <a:defRPr/>
            </a:lvl3pPr>
            <a:lvl4pPr indent="-317500" lvl="3" marL="1828800" rtl="0">
              <a:lnSpc>
                <a:spcPct val="115000"/>
              </a:lnSpc>
              <a:spcBef>
                <a:spcPts val="1600"/>
              </a:spcBef>
              <a:spcAft>
                <a:spcPts val="0"/>
              </a:spcAft>
              <a:buSzPts val="1400"/>
              <a:buFont typeface="Raleway"/>
              <a:buChar char="●"/>
              <a:defRPr/>
            </a:lvl4pPr>
            <a:lvl5pPr indent="-317500" lvl="4" marL="2286000" rtl="0">
              <a:lnSpc>
                <a:spcPct val="115000"/>
              </a:lnSpc>
              <a:spcBef>
                <a:spcPts val="1600"/>
              </a:spcBef>
              <a:spcAft>
                <a:spcPts val="0"/>
              </a:spcAft>
              <a:buSzPts val="1400"/>
              <a:buFont typeface="Raleway"/>
              <a:buChar char="○"/>
              <a:defRPr/>
            </a:lvl5pPr>
            <a:lvl6pPr indent="-317500" lvl="5" marL="2743200" rtl="0">
              <a:lnSpc>
                <a:spcPct val="115000"/>
              </a:lnSpc>
              <a:spcBef>
                <a:spcPts val="1600"/>
              </a:spcBef>
              <a:spcAft>
                <a:spcPts val="0"/>
              </a:spcAft>
              <a:buSzPts val="1400"/>
              <a:buFont typeface="Raleway"/>
              <a:buChar char="■"/>
              <a:defRPr/>
            </a:lvl6pPr>
            <a:lvl7pPr indent="-317500" lvl="6" marL="3200400" rtl="0">
              <a:lnSpc>
                <a:spcPct val="115000"/>
              </a:lnSpc>
              <a:spcBef>
                <a:spcPts val="1600"/>
              </a:spcBef>
              <a:spcAft>
                <a:spcPts val="0"/>
              </a:spcAft>
              <a:buSzPts val="1400"/>
              <a:buFont typeface="Raleway"/>
              <a:buChar char="●"/>
              <a:defRPr/>
            </a:lvl7pPr>
            <a:lvl8pPr indent="-317500" lvl="7" marL="3657600" rtl="0">
              <a:lnSpc>
                <a:spcPct val="115000"/>
              </a:lnSpc>
              <a:spcBef>
                <a:spcPts val="1600"/>
              </a:spcBef>
              <a:spcAft>
                <a:spcPts val="0"/>
              </a:spcAft>
              <a:buSzPts val="1400"/>
              <a:buFont typeface="Raleway"/>
              <a:buChar char="○"/>
              <a:defRPr/>
            </a:lvl8pPr>
            <a:lvl9pPr indent="-317500" lvl="8" marL="4114800" rtl="0">
              <a:lnSpc>
                <a:spcPct val="115000"/>
              </a:lnSpc>
              <a:spcBef>
                <a:spcPts val="1600"/>
              </a:spcBef>
              <a:spcAft>
                <a:spcPts val="1600"/>
              </a:spcAft>
              <a:buSzPts val="1400"/>
              <a:buFont typeface="Raleway"/>
              <a:buChar char="■"/>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_1">
    <p:spTree>
      <p:nvGrpSpPr>
        <p:cNvPr id="689" name="Shape 689"/>
        <p:cNvGrpSpPr/>
        <p:nvPr/>
      </p:nvGrpSpPr>
      <p:grpSpPr>
        <a:xfrm>
          <a:off x="0" y="0"/>
          <a:ext cx="0" cy="0"/>
          <a:chOff x="0" y="0"/>
          <a:chExt cx="0" cy="0"/>
        </a:xfrm>
      </p:grpSpPr>
      <p:sp>
        <p:nvSpPr>
          <p:cNvPr id="690" name="Google Shape;690;p32"/>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691" name="Google Shape;691;p32"/>
          <p:cNvSpPr txBox="1"/>
          <p:nvPr>
            <p:ph idx="2" type="title"/>
          </p:nvPr>
        </p:nvSpPr>
        <p:spPr>
          <a:xfrm>
            <a:off x="1787950" y="1432500"/>
            <a:ext cx="3389400" cy="357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92" name="Google Shape;692;p32"/>
          <p:cNvSpPr txBox="1"/>
          <p:nvPr>
            <p:ph idx="1" type="subTitle"/>
          </p:nvPr>
        </p:nvSpPr>
        <p:spPr>
          <a:xfrm>
            <a:off x="1787950" y="1789488"/>
            <a:ext cx="33894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693" name="Google Shape;693;p32"/>
          <p:cNvSpPr txBox="1"/>
          <p:nvPr>
            <p:ph idx="3" type="title"/>
          </p:nvPr>
        </p:nvSpPr>
        <p:spPr>
          <a:xfrm>
            <a:off x="1787950" y="3134345"/>
            <a:ext cx="3393600" cy="357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94" name="Google Shape;694;p32"/>
          <p:cNvSpPr txBox="1"/>
          <p:nvPr>
            <p:ph idx="4" type="subTitle"/>
          </p:nvPr>
        </p:nvSpPr>
        <p:spPr>
          <a:xfrm>
            <a:off x="1787950" y="3491325"/>
            <a:ext cx="33894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grpSp>
        <p:nvGrpSpPr>
          <p:cNvPr id="695" name="Google Shape;695;p32"/>
          <p:cNvGrpSpPr/>
          <p:nvPr/>
        </p:nvGrpSpPr>
        <p:grpSpPr>
          <a:xfrm>
            <a:off x="250850" y="4183747"/>
            <a:ext cx="572406" cy="682360"/>
            <a:chOff x="98450" y="537972"/>
            <a:chExt cx="572406" cy="682360"/>
          </a:xfrm>
        </p:grpSpPr>
        <p:sp>
          <p:nvSpPr>
            <p:cNvPr id="696" name="Google Shape;696;p32"/>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2"/>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2"/>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2"/>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2"/>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 name="Google Shape;701;p32"/>
          <p:cNvSpPr/>
          <p:nvPr/>
        </p:nvSpPr>
        <p:spPr>
          <a:xfrm>
            <a:off x="250850" y="157326"/>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1_1_1_1">
    <p:spTree>
      <p:nvGrpSpPr>
        <p:cNvPr id="702" name="Shape 702"/>
        <p:cNvGrpSpPr/>
        <p:nvPr/>
      </p:nvGrpSpPr>
      <p:grpSpPr>
        <a:xfrm>
          <a:off x="0" y="0"/>
          <a:ext cx="0" cy="0"/>
          <a:chOff x="0" y="0"/>
          <a:chExt cx="0" cy="0"/>
        </a:xfrm>
      </p:grpSpPr>
      <p:sp>
        <p:nvSpPr>
          <p:cNvPr id="703" name="Google Shape;703;p33"/>
          <p:cNvSpPr/>
          <p:nvPr/>
        </p:nvSpPr>
        <p:spPr>
          <a:xfrm>
            <a:off x="-12" y="408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3"/>
          <p:cNvSpPr/>
          <p:nvPr/>
        </p:nvSpPr>
        <p:spPr>
          <a:xfrm flipH="1">
            <a:off x="7591369" y="471761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 name="Google Shape;705;p33"/>
          <p:cNvGrpSpPr/>
          <p:nvPr/>
        </p:nvGrpSpPr>
        <p:grpSpPr>
          <a:xfrm>
            <a:off x="8416525" y="3624072"/>
            <a:ext cx="572406" cy="682360"/>
            <a:chOff x="98450" y="537972"/>
            <a:chExt cx="572406" cy="682360"/>
          </a:xfrm>
        </p:grpSpPr>
        <p:sp>
          <p:nvSpPr>
            <p:cNvPr id="706" name="Google Shape;706;p33"/>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3"/>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3"/>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3"/>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3"/>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 name="Google Shape;711;p33"/>
          <p:cNvSpPr/>
          <p:nvPr/>
        </p:nvSpPr>
        <p:spPr>
          <a:xfrm flipH="1" rot="10149192">
            <a:off x="8369144" y="-526424"/>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3"/>
          <p:cNvSpPr/>
          <p:nvPr/>
        </p:nvSpPr>
        <p:spPr>
          <a:xfrm>
            <a:off x="2316775" y="3067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713" name="Google Shape;713;p33"/>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714" name="Google Shape;714;p33"/>
          <p:cNvSpPr txBox="1"/>
          <p:nvPr>
            <p:ph idx="1" type="subTitle"/>
          </p:nvPr>
        </p:nvSpPr>
        <p:spPr>
          <a:xfrm>
            <a:off x="727300" y="979875"/>
            <a:ext cx="76893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715" name="Google Shape;715;p33"/>
          <p:cNvSpPr txBox="1"/>
          <p:nvPr>
            <p:ph idx="2" type="subTitle"/>
          </p:nvPr>
        </p:nvSpPr>
        <p:spPr>
          <a:xfrm>
            <a:off x="727300" y="1311300"/>
            <a:ext cx="3770100" cy="328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Char char="●"/>
              <a:defRPr/>
            </a:lvl1pPr>
            <a:lvl2pPr lvl="1" rtl="0">
              <a:lnSpc>
                <a:spcPct val="100000"/>
              </a:lnSpc>
              <a:spcBef>
                <a:spcPts val="0"/>
              </a:spcBef>
              <a:spcAft>
                <a:spcPts val="0"/>
              </a:spcAft>
              <a:buSzPts val="1400"/>
              <a:buChar char="○"/>
              <a:defRPr/>
            </a:lvl2pPr>
            <a:lvl3pPr lvl="2" rtl="0">
              <a:lnSpc>
                <a:spcPct val="100000"/>
              </a:lnSpc>
              <a:spcBef>
                <a:spcPts val="1600"/>
              </a:spcBef>
              <a:spcAft>
                <a:spcPts val="0"/>
              </a:spcAft>
              <a:buSzPts val="1400"/>
              <a:buChar char="■"/>
              <a:defRPr/>
            </a:lvl3pPr>
            <a:lvl4pPr lvl="3" rtl="0">
              <a:lnSpc>
                <a:spcPct val="100000"/>
              </a:lnSpc>
              <a:spcBef>
                <a:spcPts val="1600"/>
              </a:spcBef>
              <a:spcAft>
                <a:spcPts val="0"/>
              </a:spcAft>
              <a:buSzPts val="1400"/>
              <a:buChar char="●"/>
              <a:defRPr/>
            </a:lvl4pPr>
            <a:lvl5pPr lvl="4" rtl="0">
              <a:lnSpc>
                <a:spcPct val="100000"/>
              </a:lnSpc>
              <a:spcBef>
                <a:spcPts val="1600"/>
              </a:spcBef>
              <a:spcAft>
                <a:spcPts val="0"/>
              </a:spcAft>
              <a:buSzPts val="1400"/>
              <a:buChar char="○"/>
              <a:defRPr/>
            </a:lvl5pPr>
            <a:lvl6pPr lvl="5" rtl="0">
              <a:lnSpc>
                <a:spcPct val="100000"/>
              </a:lnSpc>
              <a:spcBef>
                <a:spcPts val="1600"/>
              </a:spcBef>
              <a:spcAft>
                <a:spcPts val="0"/>
              </a:spcAft>
              <a:buSzPts val="1400"/>
              <a:buChar char="■"/>
              <a:defRPr/>
            </a:lvl6pPr>
            <a:lvl7pPr lvl="6" rtl="0">
              <a:lnSpc>
                <a:spcPct val="100000"/>
              </a:lnSpc>
              <a:spcBef>
                <a:spcPts val="1600"/>
              </a:spcBef>
              <a:spcAft>
                <a:spcPts val="0"/>
              </a:spcAft>
              <a:buSzPts val="1400"/>
              <a:buChar char="●"/>
              <a:defRPr/>
            </a:lvl7pPr>
            <a:lvl8pPr lvl="7" rtl="0">
              <a:lnSpc>
                <a:spcPct val="100000"/>
              </a:lnSpc>
              <a:spcBef>
                <a:spcPts val="1600"/>
              </a:spcBef>
              <a:spcAft>
                <a:spcPts val="0"/>
              </a:spcAft>
              <a:buSzPts val="1400"/>
              <a:buChar char="○"/>
              <a:defRPr/>
            </a:lvl8pPr>
            <a:lvl9pPr lvl="8" rtl="0">
              <a:lnSpc>
                <a:spcPct val="100000"/>
              </a:lnSpc>
              <a:spcBef>
                <a:spcPts val="1600"/>
              </a:spcBef>
              <a:spcAft>
                <a:spcPts val="1600"/>
              </a:spcAft>
              <a:buSzPts val="1400"/>
              <a:buChar char="■"/>
              <a:defRPr/>
            </a:lvl9pPr>
          </a:lstStyle>
          <a:p/>
        </p:txBody>
      </p:sp>
      <p:sp>
        <p:nvSpPr>
          <p:cNvPr id="716" name="Google Shape;716;p33"/>
          <p:cNvSpPr txBox="1"/>
          <p:nvPr>
            <p:ph idx="3" type="subTitle"/>
          </p:nvPr>
        </p:nvSpPr>
        <p:spPr>
          <a:xfrm>
            <a:off x="4646424" y="1311300"/>
            <a:ext cx="3770100" cy="328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Char char="●"/>
              <a:defRPr/>
            </a:lvl1pPr>
            <a:lvl2pPr lvl="1" rtl="0">
              <a:lnSpc>
                <a:spcPct val="100000"/>
              </a:lnSpc>
              <a:spcBef>
                <a:spcPts val="0"/>
              </a:spcBef>
              <a:spcAft>
                <a:spcPts val="0"/>
              </a:spcAft>
              <a:buSzPts val="1400"/>
              <a:buChar char="○"/>
              <a:defRPr/>
            </a:lvl2pPr>
            <a:lvl3pPr lvl="2" rtl="0">
              <a:lnSpc>
                <a:spcPct val="100000"/>
              </a:lnSpc>
              <a:spcBef>
                <a:spcPts val="1600"/>
              </a:spcBef>
              <a:spcAft>
                <a:spcPts val="0"/>
              </a:spcAft>
              <a:buSzPts val="1400"/>
              <a:buChar char="■"/>
              <a:defRPr/>
            </a:lvl3pPr>
            <a:lvl4pPr lvl="3" rtl="0">
              <a:lnSpc>
                <a:spcPct val="100000"/>
              </a:lnSpc>
              <a:spcBef>
                <a:spcPts val="1600"/>
              </a:spcBef>
              <a:spcAft>
                <a:spcPts val="0"/>
              </a:spcAft>
              <a:buSzPts val="1400"/>
              <a:buChar char="●"/>
              <a:defRPr/>
            </a:lvl4pPr>
            <a:lvl5pPr lvl="4" rtl="0">
              <a:lnSpc>
                <a:spcPct val="100000"/>
              </a:lnSpc>
              <a:spcBef>
                <a:spcPts val="1600"/>
              </a:spcBef>
              <a:spcAft>
                <a:spcPts val="0"/>
              </a:spcAft>
              <a:buSzPts val="1400"/>
              <a:buChar char="○"/>
              <a:defRPr/>
            </a:lvl5pPr>
            <a:lvl6pPr lvl="5" rtl="0">
              <a:lnSpc>
                <a:spcPct val="100000"/>
              </a:lnSpc>
              <a:spcBef>
                <a:spcPts val="1600"/>
              </a:spcBef>
              <a:spcAft>
                <a:spcPts val="0"/>
              </a:spcAft>
              <a:buSzPts val="1400"/>
              <a:buChar char="■"/>
              <a:defRPr/>
            </a:lvl6pPr>
            <a:lvl7pPr lvl="6" rtl="0">
              <a:lnSpc>
                <a:spcPct val="100000"/>
              </a:lnSpc>
              <a:spcBef>
                <a:spcPts val="1600"/>
              </a:spcBef>
              <a:spcAft>
                <a:spcPts val="0"/>
              </a:spcAft>
              <a:buSzPts val="1400"/>
              <a:buChar char="●"/>
              <a:defRPr/>
            </a:lvl7pPr>
            <a:lvl8pPr lvl="7" rtl="0">
              <a:lnSpc>
                <a:spcPct val="100000"/>
              </a:lnSpc>
              <a:spcBef>
                <a:spcPts val="1600"/>
              </a:spcBef>
              <a:spcAft>
                <a:spcPts val="0"/>
              </a:spcAft>
              <a:buSzPts val="1400"/>
              <a:buChar char="○"/>
              <a:defRPr/>
            </a:lvl8pPr>
            <a:lvl9pPr lvl="8" rtl="0">
              <a:lnSpc>
                <a:spcPct val="100000"/>
              </a:lnSpc>
              <a:spcBef>
                <a:spcPts val="1600"/>
              </a:spcBef>
              <a:spcAft>
                <a:spcPts val="1600"/>
              </a:spcAft>
              <a:buSzPts val="1400"/>
              <a:buChar char="■"/>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717" name="Shape 717"/>
        <p:cNvGrpSpPr/>
        <p:nvPr/>
      </p:nvGrpSpPr>
      <p:grpSpPr>
        <a:xfrm>
          <a:off x="0" y="0"/>
          <a:ext cx="0" cy="0"/>
          <a:chOff x="0" y="0"/>
          <a:chExt cx="0" cy="0"/>
        </a:xfrm>
      </p:grpSpPr>
      <p:sp>
        <p:nvSpPr>
          <p:cNvPr id="718" name="Google Shape;718;p34"/>
          <p:cNvSpPr txBox="1"/>
          <p:nvPr>
            <p:ph type="title"/>
          </p:nvPr>
        </p:nvSpPr>
        <p:spPr>
          <a:xfrm>
            <a:off x="720000" y="1890525"/>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19" name="Google Shape;719;p34"/>
          <p:cNvSpPr txBox="1"/>
          <p:nvPr>
            <p:ph idx="1" type="subTitle"/>
          </p:nvPr>
        </p:nvSpPr>
        <p:spPr>
          <a:xfrm>
            <a:off x="720000" y="2358016"/>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20" name="Google Shape;720;p34"/>
          <p:cNvSpPr txBox="1"/>
          <p:nvPr>
            <p:ph idx="2" type="title"/>
          </p:nvPr>
        </p:nvSpPr>
        <p:spPr>
          <a:xfrm>
            <a:off x="3403800" y="1890525"/>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21" name="Google Shape;721;p34"/>
          <p:cNvSpPr txBox="1"/>
          <p:nvPr>
            <p:ph idx="3" type="subTitle"/>
          </p:nvPr>
        </p:nvSpPr>
        <p:spPr>
          <a:xfrm>
            <a:off x="3403800" y="2358015"/>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22" name="Google Shape;722;p34"/>
          <p:cNvSpPr txBox="1"/>
          <p:nvPr>
            <p:ph idx="4" type="title"/>
          </p:nvPr>
        </p:nvSpPr>
        <p:spPr>
          <a:xfrm>
            <a:off x="6087600" y="1890525"/>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23" name="Google Shape;723;p34"/>
          <p:cNvSpPr txBox="1"/>
          <p:nvPr>
            <p:ph idx="5" type="subTitle"/>
          </p:nvPr>
        </p:nvSpPr>
        <p:spPr>
          <a:xfrm>
            <a:off x="6087600" y="2358015"/>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24" name="Google Shape;724;p34"/>
          <p:cNvSpPr txBox="1"/>
          <p:nvPr>
            <p:ph idx="6"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725" name="Google Shape;725;p34"/>
          <p:cNvSpPr/>
          <p:nvPr/>
        </p:nvSpPr>
        <p:spPr>
          <a:xfrm>
            <a:off x="7735606" y="-75350"/>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4"/>
          <p:cNvSpPr/>
          <p:nvPr/>
        </p:nvSpPr>
        <p:spPr>
          <a:xfrm>
            <a:off x="8124575" y="4786750"/>
            <a:ext cx="690058" cy="728219"/>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4"/>
          <p:cNvSpPr/>
          <p:nvPr/>
        </p:nvSpPr>
        <p:spPr>
          <a:xfrm>
            <a:off x="-255250" y="75050"/>
            <a:ext cx="1264725" cy="929600"/>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 name="Google Shape;728;p34"/>
          <p:cNvGrpSpPr/>
          <p:nvPr/>
        </p:nvGrpSpPr>
        <p:grpSpPr>
          <a:xfrm>
            <a:off x="8166051" y="-75350"/>
            <a:ext cx="817916" cy="860208"/>
            <a:chOff x="8166051" y="-75350"/>
            <a:chExt cx="817916" cy="860208"/>
          </a:xfrm>
        </p:grpSpPr>
        <p:sp>
          <p:nvSpPr>
            <p:cNvPr id="729" name="Google Shape;729;p34"/>
            <p:cNvSpPr/>
            <p:nvPr/>
          </p:nvSpPr>
          <p:spPr>
            <a:xfrm rot="1238432">
              <a:off x="8289700" y="-72880"/>
              <a:ext cx="146623" cy="728242"/>
            </a:xfrm>
            <a:custGeom>
              <a:rect b="b" l="l" r="r" t="t"/>
              <a:pathLst>
                <a:path extrusionOk="0" h="29130" w="5865">
                  <a:moveTo>
                    <a:pt x="3708" y="0"/>
                  </a:moveTo>
                  <a:cubicBezTo>
                    <a:pt x="3495" y="0"/>
                    <a:pt x="3252" y="31"/>
                    <a:pt x="3039" y="31"/>
                  </a:cubicBezTo>
                  <a:cubicBezTo>
                    <a:pt x="2766" y="61"/>
                    <a:pt x="2523" y="122"/>
                    <a:pt x="2249" y="183"/>
                  </a:cubicBezTo>
                  <a:cubicBezTo>
                    <a:pt x="2128" y="213"/>
                    <a:pt x="1976" y="274"/>
                    <a:pt x="1854" y="335"/>
                  </a:cubicBezTo>
                  <a:cubicBezTo>
                    <a:pt x="1611" y="486"/>
                    <a:pt x="1429" y="669"/>
                    <a:pt x="1307" y="912"/>
                  </a:cubicBezTo>
                  <a:cubicBezTo>
                    <a:pt x="1095" y="1368"/>
                    <a:pt x="943" y="1854"/>
                    <a:pt x="912" y="2370"/>
                  </a:cubicBezTo>
                  <a:cubicBezTo>
                    <a:pt x="852" y="2917"/>
                    <a:pt x="791" y="3434"/>
                    <a:pt x="730" y="3950"/>
                  </a:cubicBezTo>
                  <a:lnTo>
                    <a:pt x="669" y="4315"/>
                  </a:lnTo>
                  <a:cubicBezTo>
                    <a:pt x="578" y="5135"/>
                    <a:pt x="487" y="5955"/>
                    <a:pt x="426" y="6806"/>
                  </a:cubicBezTo>
                  <a:cubicBezTo>
                    <a:pt x="365" y="7353"/>
                    <a:pt x="305" y="7900"/>
                    <a:pt x="244" y="8447"/>
                  </a:cubicBezTo>
                  <a:cubicBezTo>
                    <a:pt x="183" y="8842"/>
                    <a:pt x="153" y="9267"/>
                    <a:pt x="92" y="9692"/>
                  </a:cubicBezTo>
                  <a:cubicBezTo>
                    <a:pt x="62" y="10179"/>
                    <a:pt x="31" y="10695"/>
                    <a:pt x="1" y="11212"/>
                  </a:cubicBezTo>
                  <a:cubicBezTo>
                    <a:pt x="1" y="11728"/>
                    <a:pt x="1" y="12123"/>
                    <a:pt x="1" y="12640"/>
                  </a:cubicBezTo>
                  <a:lnTo>
                    <a:pt x="1" y="18473"/>
                  </a:lnTo>
                  <a:lnTo>
                    <a:pt x="1" y="19385"/>
                  </a:lnTo>
                  <a:lnTo>
                    <a:pt x="1" y="21390"/>
                  </a:lnTo>
                  <a:cubicBezTo>
                    <a:pt x="1" y="21694"/>
                    <a:pt x="1" y="21998"/>
                    <a:pt x="31" y="22301"/>
                  </a:cubicBezTo>
                  <a:lnTo>
                    <a:pt x="31" y="22909"/>
                  </a:lnTo>
                  <a:lnTo>
                    <a:pt x="31" y="23547"/>
                  </a:lnTo>
                  <a:lnTo>
                    <a:pt x="31" y="24307"/>
                  </a:lnTo>
                  <a:cubicBezTo>
                    <a:pt x="31" y="24428"/>
                    <a:pt x="31" y="24580"/>
                    <a:pt x="62" y="24702"/>
                  </a:cubicBezTo>
                  <a:lnTo>
                    <a:pt x="62" y="25005"/>
                  </a:lnTo>
                  <a:lnTo>
                    <a:pt x="62" y="25613"/>
                  </a:lnTo>
                  <a:lnTo>
                    <a:pt x="62" y="25674"/>
                  </a:lnTo>
                  <a:cubicBezTo>
                    <a:pt x="62" y="26130"/>
                    <a:pt x="92" y="26616"/>
                    <a:pt x="153" y="27071"/>
                  </a:cubicBezTo>
                  <a:cubicBezTo>
                    <a:pt x="213" y="27740"/>
                    <a:pt x="305" y="28560"/>
                    <a:pt x="1003" y="28894"/>
                  </a:cubicBezTo>
                  <a:cubicBezTo>
                    <a:pt x="1277" y="29016"/>
                    <a:pt x="1581" y="29107"/>
                    <a:pt x="1915" y="29107"/>
                  </a:cubicBezTo>
                  <a:cubicBezTo>
                    <a:pt x="1961" y="29122"/>
                    <a:pt x="2006" y="29130"/>
                    <a:pt x="2055" y="29130"/>
                  </a:cubicBezTo>
                  <a:cubicBezTo>
                    <a:pt x="2105" y="29130"/>
                    <a:pt x="2158" y="29122"/>
                    <a:pt x="2219" y="29107"/>
                  </a:cubicBezTo>
                  <a:lnTo>
                    <a:pt x="2583" y="29107"/>
                  </a:lnTo>
                  <a:cubicBezTo>
                    <a:pt x="2735" y="29107"/>
                    <a:pt x="2887" y="29077"/>
                    <a:pt x="3009" y="29077"/>
                  </a:cubicBezTo>
                  <a:cubicBezTo>
                    <a:pt x="3191" y="29016"/>
                    <a:pt x="3343" y="28955"/>
                    <a:pt x="3495" y="28894"/>
                  </a:cubicBezTo>
                  <a:cubicBezTo>
                    <a:pt x="3677" y="28803"/>
                    <a:pt x="3859" y="28651"/>
                    <a:pt x="3981" y="28439"/>
                  </a:cubicBezTo>
                  <a:cubicBezTo>
                    <a:pt x="4072" y="28287"/>
                    <a:pt x="4163" y="28104"/>
                    <a:pt x="4224" y="27922"/>
                  </a:cubicBezTo>
                  <a:cubicBezTo>
                    <a:pt x="4376" y="27466"/>
                    <a:pt x="4467" y="26980"/>
                    <a:pt x="4497" y="26494"/>
                  </a:cubicBezTo>
                  <a:lnTo>
                    <a:pt x="4497" y="26464"/>
                  </a:lnTo>
                  <a:cubicBezTo>
                    <a:pt x="4619" y="25552"/>
                    <a:pt x="4710" y="24610"/>
                    <a:pt x="4771" y="23669"/>
                  </a:cubicBezTo>
                  <a:cubicBezTo>
                    <a:pt x="4771" y="23365"/>
                    <a:pt x="4801" y="23091"/>
                    <a:pt x="4832" y="22787"/>
                  </a:cubicBezTo>
                  <a:cubicBezTo>
                    <a:pt x="4862" y="22575"/>
                    <a:pt x="4862" y="22392"/>
                    <a:pt x="4892" y="22180"/>
                  </a:cubicBezTo>
                  <a:cubicBezTo>
                    <a:pt x="4923" y="21876"/>
                    <a:pt x="4923" y="21572"/>
                    <a:pt x="4953" y="21299"/>
                  </a:cubicBezTo>
                  <a:lnTo>
                    <a:pt x="4984" y="20752"/>
                  </a:lnTo>
                  <a:cubicBezTo>
                    <a:pt x="5014" y="20387"/>
                    <a:pt x="5044" y="20023"/>
                    <a:pt x="5075" y="19688"/>
                  </a:cubicBezTo>
                  <a:lnTo>
                    <a:pt x="5105" y="19293"/>
                  </a:lnTo>
                  <a:lnTo>
                    <a:pt x="5105" y="19111"/>
                  </a:lnTo>
                  <a:cubicBezTo>
                    <a:pt x="5136" y="18929"/>
                    <a:pt x="5136" y="18747"/>
                    <a:pt x="5166" y="18564"/>
                  </a:cubicBezTo>
                  <a:cubicBezTo>
                    <a:pt x="5166" y="18412"/>
                    <a:pt x="5166" y="18291"/>
                    <a:pt x="5166" y="18169"/>
                  </a:cubicBezTo>
                  <a:cubicBezTo>
                    <a:pt x="5196" y="18078"/>
                    <a:pt x="5166" y="17987"/>
                    <a:pt x="5166" y="17896"/>
                  </a:cubicBezTo>
                  <a:cubicBezTo>
                    <a:pt x="5166" y="17653"/>
                    <a:pt x="5196" y="17410"/>
                    <a:pt x="5227" y="17167"/>
                  </a:cubicBezTo>
                  <a:cubicBezTo>
                    <a:pt x="5227" y="16954"/>
                    <a:pt x="5227" y="16681"/>
                    <a:pt x="5257" y="16407"/>
                  </a:cubicBezTo>
                  <a:cubicBezTo>
                    <a:pt x="5257" y="16286"/>
                    <a:pt x="5257" y="16134"/>
                    <a:pt x="5287" y="15982"/>
                  </a:cubicBezTo>
                  <a:cubicBezTo>
                    <a:pt x="5318" y="15617"/>
                    <a:pt x="5318" y="15253"/>
                    <a:pt x="5348" y="14888"/>
                  </a:cubicBezTo>
                  <a:cubicBezTo>
                    <a:pt x="5348" y="14554"/>
                    <a:pt x="5379" y="14128"/>
                    <a:pt x="5379" y="13764"/>
                  </a:cubicBezTo>
                  <a:lnTo>
                    <a:pt x="5379" y="13399"/>
                  </a:lnTo>
                  <a:cubicBezTo>
                    <a:pt x="5379" y="12913"/>
                    <a:pt x="5470" y="12397"/>
                    <a:pt x="5530" y="11941"/>
                  </a:cubicBezTo>
                  <a:lnTo>
                    <a:pt x="5530" y="11910"/>
                  </a:lnTo>
                  <a:cubicBezTo>
                    <a:pt x="5591" y="11455"/>
                    <a:pt x="5652" y="10999"/>
                    <a:pt x="5652" y="10543"/>
                  </a:cubicBezTo>
                  <a:cubicBezTo>
                    <a:pt x="5682" y="10087"/>
                    <a:pt x="5682" y="9510"/>
                    <a:pt x="5682" y="9024"/>
                  </a:cubicBezTo>
                  <a:cubicBezTo>
                    <a:pt x="5713" y="8538"/>
                    <a:pt x="5682" y="8082"/>
                    <a:pt x="5713" y="7596"/>
                  </a:cubicBezTo>
                  <a:cubicBezTo>
                    <a:pt x="5743" y="7140"/>
                    <a:pt x="5743" y="6624"/>
                    <a:pt x="5743" y="6168"/>
                  </a:cubicBezTo>
                  <a:lnTo>
                    <a:pt x="5743" y="3889"/>
                  </a:lnTo>
                  <a:lnTo>
                    <a:pt x="5865" y="3373"/>
                  </a:lnTo>
                  <a:lnTo>
                    <a:pt x="5865" y="2127"/>
                  </a:lnTo>
                  <a:cubicBezTo>
                    <a:pt x="5865" y="1884"/>
                    <a:pt x="5834" y="1641"/>
                    <a:pt x="5804" y="1368"/>
                  </a:cubicBezTo>
                  <a:cubicBezTo>
                    <a:pt x="5774" y="1276"/>
                    <a:pt x="5774" y="1185"/>
                    <a:pt x="5743" y="1094"/>
                  </a:cubicBezTo>
                  <a:cubicBezTo>
                    <a:pt x="5713" y="973"/>
                    <a:pt x="5652" y="851"/>
                    <a:pt x="5591" y="730"/>
                  </a:cubicBezTo>
                  <a:cubicBezTo>
                    <a:pt x="5561" y="669"/>
                    <a:pt x="5530" y="638"/>
                    <a:pt x="5470" y="578"/>
                  </a:cubicBezTo>
                  <a:lnTo>
                    <a:pt x="5470" y="547"/>
                  </a:lnTo>
                  <a:lnTo>
                    <a:pt x="5379" y="426"/>
                  </a:lnTo>
                  <a:lnTo>
                    <a:pt x="5348" y="426"/>
                  </a:lnTo>
                  <a:cubicBezTo>
                    <a:pt x="5287" y="335"/>
                    <a:pt x="5166" y="274"/>
                    <a:pt x="5075" y="243"/>
                  </a:cubicBezTo>
                  <a:cubicBezTo>
                    <a:pt x="5014" y="213"/>
                    <a:pt x="4953" y="213"/>
                    <a:pt x="4892" y="213"/>
                  </a:cubicBezTo>
                  <a:lnTo>
                    <a:pt x="4801" y="213"/>
                  </a:lnTo>
                  <a:lnTo>
                    <a:pt x="4741" y="152"/>
                  </a:lnTo>
                  <a:cubicBezTo>
                    <a:pt x="4619" y="92"/>
                    <a:pt x="4497" y="61"/>
                    <a:pt x="4406" y="61"/>
                  </a:cubicBezTo>
                  <a:cubicBezTo>
                    <a:pt x="4163" y="31"/>
                    <a:pt x="3920" y="0"/>
                    <a:pt x="3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4"/>
            <p:cNvSpPr/>
            <p:nvPr/>
          </p:nvSpPr>
          <p:spPr>
            <a:xfrm rot="1238432">
              <a:off x="8485173" y="-40678"/>
              <a:ext cx="172448" cy="751217"/>
            </a:xfrm>
            <a:custGeom>
              <a:rect b="b" l="l" r="r" t="t"/>
              <a:pathLst>
                <a:path extrusionOk="0" h="30049" w="6898">
                  <a:moveTo>
                    <a:pt x="3099" y="0"/>
                  </a:moveTo>
                  <a:lnTo>
                    <a:pt x="2735" y="31"/>
                  </a:lnTo>
                  <a:lnTo>
                    <a:pt x="2401" y="61"/>
                  </a:lnTo>
                  <a:cubicBezTo>
                    <a:pt x="2279" y="91"/>
                    <a:pt x="2127" y="152"/>
                    <a:pt x="2006" y="213"/>
                  </a:cubicBezTo>
                  <a:cubicBezTo>
                    <a:pt x="1945" y="243"/>
                    <a:pt x="1884" y="274"/>
                    <a:pt x="1854" y="334"/>
                  </a:cubicBezTo>
                  <a:cubicBezTo>
                    <a:pt x="1763" y="395"/>
                    <a:pt x="1671" y="456"/>
                    <a:pt x="1580" y="547"/>
                  </a:cubicBezTo>
                  <a:cubicBezTo>
                    <a:pt x="1459" y="669"/>
                    <a:pt x="1337" y="821"/>
                    <a:pt x="1246" y="972"/>
                  </a:cubicBezTo>
                  <a:cubicBezTo>
                    <a:pt x="1185" y="1124"/>
                    <a:pt x="1124" y="1276"/>
                    <a:pt x="1094" y="1428"/>
                  </a:cubicBezTo>
                  <a:cubicBezTo>
                    <a:pt x="1064" y="1610"/>
                    <a:pt x="1033" y="1793"/>
                    <a:pt x="1033" y="1975"/>
                  </a:cubicBezTo>
                  <a:lnTo>
                    <a:pt x="1033" y="2188"/>
                  </a:lnTo>
                  <a:cubicBezTo>
                    <a:pt x="1033" y="2309"/>
                    <a:pt x="1033" y="2431"/>
                    <a:pt x="1064" y="2552"/>
                  </a:cubicBezTo>
                  <a:cubicBezTo>
                    <a:pt x="1094" y="2674"/>
                    <a:pt x="1124" y="2826"/>
                    <a:pt x="1155" y="2947"/>
                  </a:cubicBezTo>
                  <a:lnTo>
                    <a:pt x="1155" y="3190"/>
                  </a:lnTo>
                  <a:lnTo>
                    <a:pt x="1155" y="3403"/>
                  </a:lnTo>
                  <a:cubicBezTo>
                    <a:pt x="1155" y="3585"/>
                    <a:pt x="1185" y="3798"/>
                    <a:pt x="1185" y="3950"/>
                  </a:cubicBezTo>
                  <a:lnTo>
                    <a:pt x="1185" y="5196"/>
                  </a:lnTo>
                  <a:lnTo>
                    <a:pt x="1185" y="5378"/>
                  </a:lnTo>
                  <a:cubicBezTo>
                    <a:pt x="1185" y="5834"/>
                    <a:pt x="1155" y="6320"/>
                    <a:pt x="1124" y="6806"/>
                  </a:cubicBezTo>
                  <a:cubicBezTo>
                    <a:pt x="1094" y="7262"/>
                    <a:pt x="1094" y="7748"/>
                    <a:pt x="1064" y="8204"/>
                  </a:cubicBezTo>
                  <a:cubicBezTo>
                    <a:pt x="1064" y="8447"/>
                    <a:pt x="1064" y="8690"/>
                    <a:pt x="1033" y="8933"/>
                  </a:cubicBezTo>
                  <a:cubicBezTo>
                    <a:pt x="1003" y="9176"/>
                    <a:pt x="1033" y="9449"/>
                    <a:pt x="1003" y="9723"/>
                  </a:cubicBezTo>
                  <a:lnTo>
                    <a:pt x="1003" y="10270"/>
                  </a:lnTo>
                  <a:cubicBezTo>
                    <a:pt x="1003" y="10573"/>
                    <a:pt x="1003" y="10877"/>
                    <a:pt x="973" y="11181"/>
                  </a:cubicBezTo>
                  <a:cubicBezTo>
                    <a:pt x="973" y="11637"/>
                    <a:pt x="942" y="12123"/>
                    <a:pt x="912" y="12579"/>
                  </a:cubicBezTo>
                  <a:cubicBezTo>
                    <a:pt x="881" y="13034"/>
                    <a:pt x="851" y="13490"/>
                    <a:pt x="790" y="14098"/>
                  </a:cubicBezTo>
                  <a:cubicBezTo>
                    <a:pt x="760" y="14280"/>
                    <a:pt x="730" y="14462"/>
                    <a:pt x="730" y="14675"/>
                  </a:cubicBezTo>
                  <a:cubicBezTo>
                    <a:pt x="699" y="14948"/>
                    <a:pt x="669" y="15222"/>
                    <a:pt x="638" y="15495"/>
                  </a:cubicBezTo>
                  <a:lnTo>
                    <a:pt x="578" y="16042"/>
                  </a:lnTo>
                  <a:cubicBezTo>
                    <a:pt x="578" y="16346"/>
                    <a:pt x="547" y="16620"/>
                    <a:pt x="517" y="16923"/>
                  </a:cubicBezTo>
                  <a:cubicBezTo>
                    <a:pt x="486" y="17379"/>
                    <a:pt x="426" y="17865"/>
                    <a:pt x="395" y="18351"/>
                  </a:cubicBezTo>
                  <a:lnTo>
                    <a:pt x="395" y="18716"/>
                  </a:lnTo>
                  <a:lnTo>
                    <a:pt x="395" y="19050"/>
                  </a:lnTo>
                  <a:lnTo>
                    <a:pt x="395" y="19202"/>
                  </a:lnTo>
                  <a:cubicBezTo>
                    <a:pt x="395" y="19384"/>
                    <a:pt x="395" y="19567"/>
                    <a:pt x="365" y="19749"/>
                  </a:cubicBezTo>
                  <a:cubicBezTo>
                    <a:pt x="365" y="20205"/>
                    <a:pt x="365" y="20660"/>
                    <a:pt x="365" y="21177"/>
                  </a:cubicBezTo>
                  <a:lnTo>
                    <a:pt x="365" y="21329"/>
                  </a:lnTo>
                  <a:lnTo>
                    <a:pt x="365" y="21906"/>
                  </a:lnTo>
                  <a:lnTo>
                    <a:pt x="365" y="22180"/>
                  </a:lnTo>
                  <a:lnTo>
                    <a:pt x="365" y="22605"/>
                  </a:lnTo>
                  <a:lnTo>
                    <a:pt x="365" y="23182"/>
                  </a:lnTo>
                  <a:cubicBezTo>
                    <a:pt x="365" y="23456"/>
                    <a:pt x="365" y="23760"/>
                    <a:pt x="335" y="24063"/>
                  </a:cubicBezTo>
                  <a:cubicBezTo>
                    <a:pt x="304" y="24489"/>
                    <a:pt x="274" y="24914"/>
                    <a:pt x="243" y="25400"/>
                  </a:cubicBezTo>
                  <a:cubicBezTo>
                    <a:pt x="183" y="25917"/>
                    <a:pt x="152" y="26281"/>
                    <a:pt x="91" y="26798"/>
                  </a:cubicBezTo>
                  <a:cubicBezTo>
                    <a:pt x="61" y="27010"/>
                    <a:pt x="31" y="27223"/>
                    <a:pt x="31" y="27436"/>
                  </a:cubicBezTo>
                  <a:cubicBezTo>
                    <a:pt x="0" y="27618"/>
                    <a:pt x="0" y="27800"/>
                    <a:pt x="31" y="28013"/>
                  </a:cubicBezTo>
                  <a:cubicBezTo>
                    <a:pt x="31" y="28256"/>
                    <a:pt x="91" y="28530"/>
                    <a:pt x="152" y="28773"/>
                  </a:cubicBezTo>
                  <a:cubicBezTo>
                    <a:pt x="274" y="29046"/>
                    <a:pt x="426" y="29320"/>
                    <a:pt x="638" y="29532"/>
                  </a:cubicBezTo>
                  <a:lnTo>
                    <a:pt x="760" y="29654"/>
                  </a:lnTo>
                  <a:cubicBezTo>
                    <a:pt x="851" y="29715"/>
                    <a:pt x="912" y="29775"/>
                    <a:pt x="1003" y="29806"/>
                  </a:cubicBezTo>
                  <a:cubicBezTo>
                    <a:pt x="1064" y="29836"/>
                    <a:pt x="1124" y="29866"/>
                    <a:pt x="1185" y="29897"/>
                  </a:cubicBezTo>
                  <a:lnTo>
                    <a:pt x="1276" y="29927"/>
                  </a:lnTo>
                  <a:cubicBezTo>
                    <a:pt x="1368" y="29958"/>
                    <a:pt x="1428" y="29988"/>
                    <a:pt x="1550" y="29988"/>
                  </a:cubicBezTo>
                  <a:cubicBezTo>
                    <a:pt x="1702" y="30018"/>
                    <a:pt x="1854" y="30049"/>
                    <a:pt x="1975" y="30049"/>
                  </a:cubicBezTo>
                  <a:lnTo>
                    <a:pt x="2796" y="30049"/>
                  </a:lnTo>
                  <a:cubicBezTo>
                    <a:pt x="3069" y="30018"/>
                    <a:pt x="3312" y="29988"/>
                    <a:pt x="3555" y="29927"/>
                  </a:cubicBezTo>
                  <a:cubicBezTo>
                    <a:pt x="3798" y="29866"/>
                    <a:pt x="4011" y="29806"/>
                    <a:pt x="4254" y="29715"/>
                  </a:cubicBezTo>
                  <a:cubicBezTo>
                    <a:pt x="4375" y="29623"/>
                    <a:pt x="4497" y="29532"/>
                    <a:pt x="4619" y="29441"/>
                  </a:cubicBezTo>
                  <a:cubicBezTo>
                    <a:pt x="4831" y="29289"/>
                    <a:pt x="4953" y="29046"/>
                    <a:pt x="5044" y="28833"/>
                  </a:cubicBezTo>
                  <a:cubicBezTo>
                    <a:pt x="5105" y="28590"/>
                    <a:pt x="5165" y="28347"/>
                    <a:pt x="5196" y="28104"/>
                  </a:cubicBezTo>
                  <a:cubicBezTo>
                    <a:pt x="5257" y="27831"/>
                    <a:pt x="5287" y="27557"/>
                    <a:pt x="5317" y="27284"/>
                  </a:cubicBezTo>
                  <a:lnTo>
                    <a:pt x="5317" y="27223"/>
                  </a:lnTo>
                  <a:cubicBezTo>
                    <a:pt x="5348" y="26828"/>
                    <a:pt x="5408" y="26403"/>
                    <a:pt x="5439" y="25917"/>
                  </a:cubicBezTo>
                  <a:cubicBezTo>
                    <a:pt x="5469" y="25643"/>
                    <a:pt x="5500" y="25370"/>
                    <a:pt x="5530" y="25096"/>
                  </a:cubicBezTo>
                  <a:cubicBezTo>
                    <a:pt x="5560" y="24914"/>
                    <a:pt x="5591" y="24732"/>
                    <a:pt x="5591" y="24549"/>
                  </a:cubicBezTo>
                  <a:cubicBezTo>
                    <a:pt x="5621" y="24367"/>
                    <a:pt x="5621" y="24094"/>
                    <a:pt x="5652" y="23881"/>
                  </a:cubicBezTo>
                  <a:cubicBezTo>
                    <a:pt x="5682" y="23668"/>
                    <a:pt x="5712" y="23425"/>
                    <a:pt x="5712" y="23182"/>
                  </a:cubicBezTo>
                  <a:cubicBezTo>
                    <a:pt x="5743" y="22970"/>
                    <a:pt x="5773" y="22666"/>
                    <a:pt x="5803" y="22392"/>
                  </a:cubicBezTo>
                  <a:cubicBezTo>
                    <a:pt x="5834" y="22180"/>
                    <a:pt x="5864" y="21967"/>
                    <a:pt x="5895" y="21754"/>
                  </a:cubicBezTo>
                  <a:cubicBezTo>
                    <a:pt x="5925" y="21420"/>
                    <a:pt x="5955" y="21055"/>
                    <a:pt x="5986" y="20691"/>
                  </a:cubicBezTo>
                  <a:lnTo>
                    <a:pt x="6016" y="20357"/>
                  </a:lnTo>
                  <a:cubicBezTo>
                    <a:pt x="6047" y="20114"/>
                    <a:pt x="6047" y="19840"/>
                    <a:pt x="6077" y="19567"/>
                  </a:cubicBezTo>
                  <a:cubicBezTo>
                    <a:pt x="6107" y="19324"/>
                    <a:pt x="6107" y="19141"/>
                    <a:pt x="6138" y="18929"/>
                  </a:cubicBezTo>
                  <a:lnTo>
                    <a:pt x="6138" y="18655"/>
                  </a:lnTo>
                  <a:cubicBezTo>
                    <a:pt x="6138" y="18503"/>
                    <a:pt x="6168" y="18351"/>
                    <a:pt x="6198" y="18199"/>
                  </a:cubicBezTo>
                  <a:cubicBezTo>
                    <a:pt x="6198" y="18048"/>
                    <a:pt x="6229" y="17926"/>
                    <a:pt x="6229" y="17774"/>
                  </a:cubicBezTo>
                  <a:lnTo>
                    <a:pt x="6259" y="17501"/>
                  </a:lnTo>
                  <a:cubicBezTo>
                    <a:pt x="6320" y="17075"/>
                    <a:pt x="6350" y="16589"/>
                    <a:pt x="6411" y="16012"/>
                  </a:cubicBezTo>
                  <a:cubicBezTo>
                    <a:pt x="6441" y="15495"/>
                    <a:pt x="6502" y="15009"/>
                    <a:pt x="6533" y="14523"/>
                  </a:cubicBezTo>
                  <a:cubicBezTo>
                    <a:pt x="6563" y="14250"/>
                    <a:pt x="6593" y="13976"/>
                    <a:pt x="6624" y="13703"/>
                  </a:cubicBezTo>
                  <a:cubicBezTo>
                    <a:pt x="6654" y="13521"/>
                    <a:pt x="6685" y="13338"/>
                    <a:pt x="6715" y="13095"/>
                  </a:cubicBezTo>
                  <a:cubicBezTo>
                    <a:pt x="6776" y="12609"/>
                    <a:pt x="6806" y="12123"/>
                    <a:pt x="6806" y="11698"/>
                  </a:cubicBezTo>
                  <a:lnTo>
                    <a:pt x="6806" y="11394"/>
                  </a:lnTo>
                  <a:lnTo>
                    <a:pt x="6806" y="11029"/>
                  </a:lnTo>
                  <a:lnTo>
                    <a:pt x="6806" y="10786"/>
                  </a:lnTo>
                  <a:lnTo>
                    <a:pt x="6836" y="10300"/>
                  </a:lnTo>
                  <a:cubicBezTo>
                    <a:pt x="6836" y="9875"/>
                    <a:pt x="6867" y="9419"/>
                    <a:pt x="6867" y="8842"/>
                  </a:cubicBezTo>
                  <a:lnTo>
                    <a:pt x="6867" y="6624"/>
                  </a:lnTo>
                  <a:cubicBezTo>
                    <a:pt x="6897" y="6350"/>
                    <a:pt x="6897" y="6107"/>
                    <a:pt x="6867" y="5864"/>
                  </a:cubicBezTo>
                  <a:cubicBezTo>
                    <a:pt x="6867" y="5773"/>
                    <a:pt x="6867" y="5651"/>
                    <a:pt x="6867" y="5530"/>
                  </a:cubicBezTo>
                  <a:cubicBezTo>
                    <a:pt x="6836" y="5104"/>
                    <a:pt x="6806" y="4710"/>
                    <a:pt x="6745" y="4315"/>
                  </a:cubicBezTo>
                  <a:lnTo>
                    <a:pt x="6685" y="3950"/>
                  </a:lnTo>
                  <a:lnTo>
                    <a:pt x="6654" y="3707"/>
                  </a:lnTo>
                  <a:lnTo>
                    <a:pt x="6654" y="3737"/>
                  </a:lnTo>
                  <a:cubicBezTo>
                    <a:pt x="6654" y="3646"/>
                    <a:pt x="6624" y="3555"/>
                    <a:pt x="6624" y="3464"/>
                  </a:cubicBezTo>
                  <a:lnTo>
                    <a:pt x="6624" y="3373"/>
                  </a:lnTo>
                  <a:cubicBezTo>
                    <a:pt x="6593" y="3160"/>
                    <a:pt x="6563" y="2947"/>
                    <a:pt x="6502" y="2735"/>
                  </a:cubicBezTo>
                  <a:cubicBezTo>
                    <a:pt x="6502" y="2643"/>
                    <a:pt x="6472" y="2522"/>
                    <a:pt x="6441" y="2431"/>
                  </a:cubicBezTo>
                  <a:lnTo>
                    <a:pt x="6381" y="2036"/>
                  </a:lnTo>
                  <a:cubicBezTo>
                    <a:pt x="6381" y="1945"/>
                    <a:pt x="6350" y="1823"/>
                    <a:pt x="6320" y="1732"/>
                  </a:cubicBezTo>
                  <a:cubicBezTo>
                    <a:pt x="6259" y="1580"/>
                    <a:pt x="6198" y="1428"/>
                    <a:pt x="6107" y="1307"/>
                  </a:cubicBezTo>
                  <a:cubicBezTo>
                    <a:pt x="6016" y="1155"/>
                    <a:pt x="5925" y="1033"/>
                    <a:pt x="5834" y="912"/>
                  </a:cubicBezTo>
                  <a:cubicBezTo>
                    <a:pt x="5773" y="851"/>
                    <a:pt x="5712" y="760"/>
                    <a:pt x="5621" y="699"/>
                  </a:cubicBezTo>
                  <a:cubicBezTo>
                    <a:pt x="5530" y="608"/>
                    <a:pt x="5408" y="547"/>
                    <a:pt x="5317" y="456"/>
                  </a:cubicBezTo>
                  <a:cubicBezTo>
                    <a:pt x="5196" y="395"/>
                    <a:pt x="5074" y="334"/>
                    <a:pt x="4922" y="304"/>
                  </a:cubicBezTo>
                  <a:cubicBezTo>
                    <a:pt x="4740" y="213"/>
                    <a:pt x="4558" y="152"/>
                    <a:pt x="4345" y="91"/>
                  </a:cubicBezTo>
                  <a:cubicBezTo>
                    <a:pt x="4132" y="61"/>
                    <a:pt x="3920" y="31"/>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4"/>
            <p:cNvSpPr/>
            <p:nvPr/>
          </p:nvSpPr>
          <p:spPr>
            <a:xfrm rot="1238432">
              <a:off x="8705506" y="32559"/>
              <a:ext cx="151173" cy="749717"/>
            </a:xfrm>
            <a:custGeom>
              <a:rect b="b" l="l" r="r" t="t"/>
              <a:pathLst>
                <a:path extrusionOk="0" h="29989" w="6047">
                  <a:moveTo>
                    <a:pt x="3889" y="0"/>
                  </a:moveTo>
                  <a:cubicBezTo>
                    <a:pt x="3677" y="0"/>
                    <a:pt x="3494" y="31"/>
                    <a:pt x="3282" y="61"/>
                  </a:cubicBezTo>
                  <a:cubicBezTo>
                    <a:pt x="3130" y="92"/>
                    <a:pt x="2948" y="92"/>
                    <a:pt x="2796" y="152"/>
                  </a:cubicBezTo>
                  <a:cubicBezTo>
                    <a:pt x="2674" y="183"/>
                    <a:pt x="2553" y="213"/>
                    <a:pt x="2431" y="274"/>
                  </a:cubicBezTo>
                  <a:cubicBezTo>
                    <a:pt x="2249" y="335"/>
                    <a:pt x="2097" y="395"/>
                    <a:pt x="1945" y="487"/>
                  </a:cubicBezTo>
                  <a:cubicBezTo>
                    <a:pt x="1823" y="578"/>
                    <a:pt x="1702" y="669"/>
                    <a:pt x="1580" y="790"/>
                  </a:cubicBezTo>
                  <a:cubicBezTo>
                    <a:pt x="1489" y="912"/>
                    <a:pt x="1398" y="1034"/>
                    <a:pt x="1337" y="1155"/>
                  </a:cubicBezTo>
                  <a:cubicBezTo>
                    <a:pt x="1246" y="1307"/>
                    <a:pt x="1185" y="1489"/>
                    <a:pt x="1125" y="1641"/>
                  </a:cubicBezTo>
                  <a:cubicBezTo>
                    <a:pt x="1064" y="1823"/>
                    <a:pt x="1033" y="2036"/>
                    <a:pt x="1033" y="2218"/>
                  </a:cubicBezTo>
                  <a:cubicBezTo>
                    <a:pt x="1003" y="2340"/>
                    <a:pt x="942" y="2461"/>
                    <a:pt x="912" y="2553"/>
                  </a:cubicBezTo>
                  <a:cubicBezTo>
                    <a:pt x="851" y="2735"/>
                    <a:pt x="821" y="2917"/>
                    <a:pt x="790" y="3069"/>
                  </a:cubicBezTo>
                  <a:lnTo>
                    <a:pt x="760" y="3191"/>
                  </a:lnTo>
                  <a:cubicBezTo>
                    <a:pt x="547" y="4041"/>
                    <a:pt x="456" y="4892"/>
                    <a:pt x="395" y="5743"/>
                  </a:cubicBezTo>
                  <a:cubicBezTo>
                    <a:pt x="395" y="5864"/>
                    <a:pt x="365" y="5986"/>
                    <a:pt x="365" y="6107"/>
                  </a:cubicBezTo>
                  <a:cubicBezTo>
                    <a:pt x="335" y="6350"/>
                    <a:pt x="304" y="6594"/>
                    <a:pt x="304" y="6837"/>
                  </a:cubicBezTo>
                  <a:cubicBezTo>
                    <a:pt x="274" y="7080"/>
                    <a:pt x="274" y="7292"/>
                    <a:pt x="244" y="7505"/>
                  </a:cubicBezTo>
                  <a:cubicBezTo>
                    <a:pt x="244" y="7718"/>
                    <a:pt x="213" y="7991"/>
                    <a:pt x="213" y="8265"/>
                  </a:cubicBezTo>
                  <a:lnTo>
                    <a:pt x="213" y="8538"/>
                  </a:lnTo>
                  <a:lnTo>
                    <a:pt x="213" y="8963"/>
                  </a:lnTo>
                  <a:lnTo>
                    <a:pt x="213" y="9146"/>
                  </a:lnTo>
                  <a:cubicBezTo>
                    <a:pt x="183" y="9541"/>
                    <a:pt x="152" y="9966"/>
                    <a:pt x="122" y="10391"/>
                  </a:cubicBezTo>
                  <a:cubicBezTo>
                    <a:pt x="61" y="10878"/>
                    <a:pt x="61" y="11364"/>
                    <a:pt x="31" y="11850"/>
                  </a:cubicBezTo>
                  <a:lnTo>
                    <a:pt x="31" y="14007"/>
                  </a:lnTo>
                  <a:lnTo>
                    <a:pt x="31" y="15101"/>
                  </a:lnTo>
                  <a:lnTo>
                    <a:pt x="31" y="16195"/>
                  </a:lnTo>
                  <a:cubicBezTo>
                    <a:pt x="31" y="16650"/>
                    <a:pt x="0" y="17136"/>
                    <a:pt x="0" y="17623"/>
                  </a:cubicBezTo>
                  <a:lnTo>
                    <a:pt x="0" y="19719"/>
                  </a:lnTo>
                  <a:lnTo>
                    <a:pt x="0" y="20448"/>
                  </a:lnTo>
                  <a:lnTo>
                    <a:pt x="0" y="20873"/>
                  </a:lnTo>
                  <a:lnTo>
                    <a:pt x="0" y="21876"/>
                  </a:lnTo>
                  <a:cubicBezTo>
                    <a:pt x="0" y="22028"/>
                    <a:pt x="0" y="22150"/>
                    <a:pt x="31" y="22271"/>
                  </a:cubicBezTo>
                  <a:lnTo>
                    <a:pt x="31" y="22575"/>
                  </a:lnTo>
                  <a:lnTo>
                    <a:pt x="31" y="22848"/>
                  </a:lnTo>
                  <a:lnTo>
                    <a:pt x="31" y="23274"/>
                  </a:lnTo>
                  <a:cubicBezTo>
                    <a:pt x="31" y="23669"/>
                    <a:pt x="61" y="24155"/>
                    <a:pt x="61" y="24671"/>
                  </a:cubicBezTo>
                  <a:cubicBezTo>
                    <a:pt x="61" y="24884"/>
                    <a:pt x="61" y="25097"/>
                    <a:pt x="92" y="25279"/>
                  </a:cubicBezTo>
                  <a:lnTo>
                    <a:pt x="92" y="25340"/>
                  </a:lnTo>
                  <a:lnTo>
                    <a:pt x="92" y="25583"/>
                  </a:lnTo>
                  <a:cubicBezTo>
                    <a:pt x="92" y="25704"/>
                    <a:pt x="92" y="25856"/>
                    <a:pt x="122" y="26008"/>
                  </a:cubicBezTo>
                  <a:lnTo>
                    <a:pt x="152" y="26312"/>
                  </a:lnTo>
                  <a:cubicBezTo>
                    <a:pt x="183" y="26646"/>
                    <a:pt x="213" y="26980"/>
                    <a:pt x="244" y="27315"/>
                  </a:cubicBezTo>
                  <a:lnTo>
                    <a:pt x="244" y="27345"/>
                  </a:lnTo>
                  <a:cubicBezTo>
                    <a:pt x="274" y="27831"/>
                    <a:pt x="365" y="28287"/>
                    <a:pt x="487" y="28743"/>
                  </a:cubicBezTo>
                  <a:cubicBezTo>
                    <a:pt x="517" y="28834"/>
                    <a:pt x="547" y="28925"/>
                    <a:pt x="578" y="29016"/>
                  </a:cubicBezTo>
                  <a:cubicBezTo>
                    <a:pt x="608" y="29077"/>
                    <a:pt x="638" y="29168"/>
                    <a:pt x="669" y="29259"/>
                  </a:cubicBezTo>
                  <a:cubicBezTo>
                    <a:pt x="730" y="29320"/>
                    <a:pt x="760" y="29381"/>
                    <a:pt x="821" y="29441"/>
                  </a:cubicBezTo>
                  <a:lnTo>
                    <a:pt x="851" y="29472"/>
                  </a:lnTo>
                  <a:cubicBezTo>
                    <a:pt x="1033" y="29684"/>
                    <a:pt x="1277" y="29806"/>
                    <a:pt x="1520" y="29897"/>
                  </a:cubicBezTo>
                  <a:cubicBezTo>
                    <a:pt x="1641" y="29928"/>
                    <a:pt x="1732" y="29958"/>
                    <a:pt x="1854" y="29958"/>
                  </a:cubicBezTo>
                  <a:lnTo>
                    <a:pt x="1915" y="29958"/>
                  </a:lnTo>
                  <a:cubicBezTo>
                    <a:pt x="2036" y="29958"/>
                    <a:pt x="2127" y="29988"/>
                    <a:pt x="2249" y="29988"/>
                  </a:cubicBezTo>
                  <a:cubicBezTo>
                    <a:pt x="2522" y="29958"/>
                    <a:pt x="2765" y="29897"/>
                    <a:pt x="3008" y="29745"/>
                  </a:cubicBezTo>
                  <a:lnTo>
                    <a:pt x="3221" y="29654"/>
                  </a:lnTo>
                  <a:lnTo>
                    <a:pt x="3251" y="29624"/>
                  </a:lnTo>
                  <a:cubicBezTo>
                    <a:pt x="3403" y="29563"/>
                    <a:pt x="3586" y="29502"/>
                    <a:pt x="3707" y="29411"/>
                  </a:cubicBezTo>
                  <a:cubicBezTo>
                    <a:pt x="3829" y="29350"/>
                    <a:pt x="3950" y="29259"/>
                    <a:pt x="4072" y="29168"/>
                  </a:cubicBezTo>
                  <a:cubicBezTo>
                    <a:pt x="4193" y="29046"/>
                    <a:pt x="4315" y="28955"/>
                    <a:pt x="4406" y="28834"/>
                  </a:cubicBezTo>
                  <a:cubicBezTo>
                    <a:pt x="4497" y="28743"/>
                    <a:pt x="4588" y="28621"/>
                    <a:pt x="4649" y="28500"/>
                  </a:cubicBezTo>
                  <a:cubicBezTo>
                    <a:pt x="4710" y="28348"/>
                    <a:pt x="4740" y="28196"/>
                    <a:pt x="4771" y="28074"/>
                  </a:cubicBezTo>
                  <a:cubicBezTo>
                    <a:pt x="4831" y="27649"/>
                    <a:pt x="4862" y="27223"/>
                    <a:pt x="4862" y="26828"/>
                  </a:cubicBezTo>
                  <a:lnTo>
                    <a:pt x="4862" y="26616"/>
                  </a:lnTo>
                  <a:lnTo>
                    <a:pt x="4862" y="25279"/>
                  </a:lnTo>
                  <a:lnTo>
                    <a:pt x="4862" y="24823"/>
                  </a:lnTo>
                  <a:lnTo>
                    <a:pt x="4862" y="24580"/>
                  </a:lnTo>
                  <a:cubicBezTo>
                    <a:pt x="4862" y="24307"/>
                    <a:pt x="4862" y="24064"/>
                    <a:pt x="4831" y="23881"/>
                  </a:cubicBezTo>
                  <a:lnTo>
                    <a:pt x="4831" y="21755"/>
                  </a:lnTo>
                  <a:lnTo>
                    <a:pt x="4831" y="21086"/>
                  </a:lnTo>
                  <a:lnTo>
                    <a:pt x="4831" y="20965"/>
                  </a:lnTo>
                  <a:lnTo>
                    <a:pt x="4831" y="20357"/>
                  </a:lnTo>
                  <a:lnTo>
                    <a:pt x="4831" y="19901"/>
                  </a:lnTo>
                  <a:lnTo>
                    <a:pt x="4831" y="19689"/>
                  </a:lnTo>
                  <a:cubicBezTo>
                    <a:pt x="4831" y="19263"/>
                    <a:pt x="4892" y="18838"/>
                    <a:pt x="4953" y="18443"/>
                  </a:cubicBezTo>
                  <a:lnTo>
                    <a:pt x="4953" y="18230"/>
                  </a:lnTo>
                  <a:cubicBezTo>
                    <a:pt x="4983" y="17805"/>
                    <a:pt x="5014" y="17319"/>
                    <a:pt x="5044" y="16833"/>
                  </a:cubicBezTo>
                  <a:cubicBezTo>
                    <a:pt x="5044" y="16468"/>
                    <a:pt x="5074" y="16073"/>
                    <a:pt x="5074" y="15708"/>
                  </a:cubicBezTo>
                  <a:lnTo>
                    <a:pt x="5074" y="15405"/>
                  </a:lnTo>
                  <a:cubicBezTo>
                    <a:pt x="5074" y="14979"/>
                    <a:pt x="5105" y="14554"/>
                    <a:pt x="5135" y="14128"/>
                  </a:cubicBezTo>
                  <a:lnTo>
                    <a:pt x="5135" y="13946"/>
                  </a:lnTo>
                  <a:cubicBezTo>
                    <a:pt x="5135" y="13703"/>
                    <a:pt x="5135" y="13460"/>
                    <a:pt x="5166" y="13187"/>
                  </a:cubicBezTo>
                  <a:cubicBezTo>
                    <a:pt x="5166" y="12913"/>
                    <a:pt x="5166" y="12731"/>
                    <a:pt x="5196" y="12518"/>
                  </a:cubicBezTo>
                  <a:cubicBezTo>
                    <a:pt x="5196" y="12093"/>
                    <a:pt x="5257" y="11667"/>
                    <a:pt x="5287" y="11242"/>
                  </a:cubicBezTo>
                  <a:cubicBezTo>
                    <a:pt x="5287" y="11060"/>
                    <a:pt x="5317" y="10878"/>
                    <a:pt x="5348" y="10695"/>
                  </a:cubicBezTo>
                  <a:cubicBezTo>
                    <a:pt x="5409" y="10088"/>
                    <a:pt x="5469" y="9510"/>
                    <a:pt x="5530" y="8933"/>
                  </a:cubicBezTo>
                  <a:cubicBezTo>
                    <a:pt x="5561" y="8720"/>
                    <a:pt x="5591" y="8508"/>
                    <a:pt x="5621" y="8295"/>
                  </a:cubicBezTo>
                  <a:cubicBezTo>
                    <a:pt x="5712" y="7839"/>
                    <a:pt x="5773" y="7384"/>
                    <a:pt x="5834" y="6897"/>
                  </a:cubicBezTo>
                  <a:lnTo>
                    <a:pt x="5834" y="6745"/>
                  </a:lnTo>
                  <a:cubicBezTo>
                    <a:pt x="5895" y="6381"/>
                    <a:pt x="5955" y="5925"/>
                    <a:pt x="5986" y="5469"/>
                  </a:cubicBezTo>
                  <a:cubicBezTo>
                    <a:pt x="6016" y="5014"/>
                    <a:pt x="6016" y="4558"/>
                    <a:pt x="6016" y="4133"/>
                  </a:cubicBezTo>
                  <a:lnTo>
                    <a:pt x="6016" y="3130"/>
                  </a:lnTo>
                  <a:lnTo>
                    <a:pt x="6016" y="2826"/>
                  </a:lnTo>
                  <a:cubicBezTo>
                    <a:pt x="6047" y="2583"/>
                    <a:pt x="6047" y="2310"/>
                    <a:pt x="6016" y="2067"/>
                  </a:cubicBezTo>
                  <a:cubicBezTo>
                    <a:pt x="5986" y="1915"/>
                    <a:pt x="5925" y="1793"/>
                    <a:pt x="5864" y="1672"/>
                  </a:cubicBezTo>
                  <a:cubicBezTo>
                    <a:pt x="5834" y="1641"/>
                    <a:pt x="5834" y="1580"/>
                    <a:pt x="5804" y="1520"/>
                  </a:cubicBezTo>
                  <a:cubicBezTo>
                    <a:pt x="5712" y="1398"/>
                    <a:pt x="5591" y="1277"/>
                    <a:pt x="5439" y="1216"/>
                  </a:cubicBezTo>
                  <a:cubicBezTo>
                    <a:pt x="5409" y="1125"/>
                    <a:pt x="5348" y="1034"/>
                    <a:pt x="5317" y="912"/>
                  </a:cubicBezTo>
                  <a:cubicBezTo>
                    <a:pt x="5287" y="851"/>
                    <a:pt x="5257" y="790"/>
                    <a:pt x="5196" y="730"/>
                  </a:cubicBezTo>
                  <a:cubicBezTo>
                    <a:pt x="5074" y="547"/>
                    <a:pt x="4922" y="365"/>
                    <a:pt x="4740" y="244"/>
                  </a:cubicBezTo>
                  <a:cubicBezTo>
                    <a:pt x="4497" y="92"/>
                    <a:pt x="4224" y="0"/>
                    <a:pt x="39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 name="Google Shape;732;p34"/>
          <p:cNvSpPr/>
          <p:nvPr/>
        </p:nvSpPr>
        <p:spPr>
          <a:xfrm rot="-900035">
            <a:off x="240214" y="1154169"/>
            <a:ext cx="273781" cy="466422"/>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4"/>
          <p:cNvSpPr/>
          <p:nvPr/>
        </p:nvSpPr>
        <p:spPr>
          <a:xfrm rot="7589800">
            <a:off x="73851" y="4029016"/>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 name="Google Shape;734;p34"/>
          <p:cNvGrpSpPr/>
          <p:nvPr/>
        </p:nvGrpSpPr>
        <p:grpSpPr>
          <a:xfrm>
            <a:off x="601188" y="4660625"/>
            <a:ext cx="252200" cy="279550"/>
            <a:chOff x="601188" y="4660625"/>
            <a:chExt cx="252200" cy="279550"/>
          </a:xfrm>
        </p:grpSpPr>
        <p:sp>
          <p:nvSpPr>
            <p:cNvPr id="735" name="Google Shape;735;p34"/>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4"/>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4"/>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4"/>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739" name="Shape 739"/>
        <p:cNvGrpSpPr/>
        <p:nvPr/>
      </p:nvGrpSpPr>
      <p:grpSpPr>
        <a:xfrm>
          <a:off x="0" y="0"/>
          <a:ext cx="0" cy="0"/>
          <a:chOff x="0" y="0"/>
          <a:chExt cx="0" cy="0"/>
        </a:xfrm>
      </p:grpSpPr>
      <p:sp>
        <p:nvSpPr>
          <p:cNvPr id="740" name="Google Shape;740;p35"/>
          <p:cNvSpPr txBox="1"/>
          <p:nvPr>
            <p:ph type="title"/>
          </p:nvPr>
        </p:nvSpPr>
        <p:spPr>
          <a:xfrm flipH="1">
            <a:off x="4168210" y="3457767"/>
            <a:ext cx="3474600" cy="36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41" name="Google Shape;741;p35"/>
          <p:cNvSpPr txBox="1"/>
          <p:nvPr>
            <p:ph idx="1" type="subTitle"/>
          </p:nvPr>
        </p:nvSpPr>
        <p:spPr>
          <a:xfrm flipH="1">
            <a:off x="4168210" y="3823459"/>
            <a:ext cx="3474600" cy="54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2" name="Google Shape;742;p35"/>
          <p:cNvSpPr txBox="1"/>
          <p:nvPr>
            <p:ph idx="2" type="title"/>
          </p:nvPr>
        </p:nvSpPr>
        <p:spPr>
          <a:xfrm flipH="1">
            <a:off x="4168210" y="2278552"/>
            <a:ext cx="3474600" cy="36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43" name="Google Shape;743;p35"/>
          <p:cNvSpPr txBox="1"/>
          <p:nvPr>
            <p:ph idx="3" type="subTitle"/>
          </p:nvPr>
        </p:nvSpPr>
        <p:spPr>
          <a:xfrm flipH="1">
            <a:off x="4168210" y="2644406"/>
            <a:ext cx="3474600" cy="54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4" name="Google Shape;744;p35"/>
          <p:cNvSpPr txBox="1"/>
          <p:nvPr>
            <p:ph idx="4" type="title"/>
          </p:nvPr>
        </p:nvSpPr>
        <p:spPr>
          <a:xfrm flipH="1">
            <a:off x="4168210" y="1099338"/>
            <a:ext cx="3474600" cy="36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45" name="Google Shape;745;p35"/>
          <p:cNvSpPr txBox="1"/>
          <p:nvPr>
            <p:ph idx="5" type="subTitle"/>
          </p:nvPr>
        </p:nvSpPr>
        <p:spPr>
          <a:xfrm flipH="1">
            <a:off x="4168210" y="1465029"/>
            <a:ext cx="3474600" cy="54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6" name="Google Shape;746;p35"/>
          <p:cNvSpPr txBox="1"/>
          <p:nvPr>
            <p:ph idx="6"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747" name="Google Shape;747;p35"/>
          <p:cNvSpPr/>
          <p:nvPr/>
        </p:nvSpPr>
        <p:spPr>
          <a:xfrm>
            <a:off x="7735606" y="-75350"/>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5"/>
          <p:cNvSpPr/>
          <p:nvPr/>
        </p:nvSpPr>
        <p:spPr>
          <a:xfrm>
            <a:off x="8124575" y="4786750"/>
            <a:ext cx="690058" cy="728219"/>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 name="Google Shape;749;p35"/>
          <p:cNvGrpSpPr/>
          <p:nvPr/>
        </p:nvGrpSpPr>
        <p:grpSpPr>
          <a:xfrm>
            <a:off x="8166051" y="-75350"/>
            <a:ext cx="817916" cy="860208"/>
            <a:chOff x="8166051" y="-75350"/>
            <a:chExt cx="817916" cy="860208"/>
          </a:xfrm>
        </p:grpSpPr>
        <p:sp>
          <p:nvSpPr>
            <p:cNvPr id="750" name="Google Shape;750;p35"/>
            <p:cNvSpPr/>
            <p:nvPr/>
          </p:nvSpPr>
          <p:spPr>
            <a:xfrm rot="1238432">
              <a:off x="8289700" y="-72880"/>
              <a:ext cx="146623" cy="728242"/>
            </a:xfrm>
            <a:custGeom>
              <a:rect b="b" l="l" r="r" t="t"/>
              <a:pathLst>
                <a:path extrusionOk="0" h="29130" w="5865">
                  <a:moveTo>
                    <a:pt x="3708" y="0"/>
                  </a:moveTo>
                  <a:cubicBezTo>
                    <a:pt x="3495" y="0"/>
                    <a:pt x="3252" y="31"/>
                    <a:pt x="3039" y="31"/>
                  </a:cubicBezTo>
                  <a:cubicBezTo>
                    <a:pt x="2766" y="61"/>
                    <a:pt x="2523" y="122"/>
                    <a:pt x="2249" y="183"/>
                  </a:cubicBezTo>
                  <a:cubicBezTo>
                    <a:pt x="2128" y="213"/>
                    <a:pt x="1976" y="274"/>
                    <a:pt x="1854" y="335"/>
                  </a:cubicBezTo>
                  <a:cubicBezTo>
                    <a:pt x="1611" y="486"/>
                    <a:pt x="1429" y="669"/>
                    <a:pt x="1307" y="912"/>
                  </a:cubicBezTo>
                  <a:cubicBezTo>
                    <a:pt x="1095" y="1368"/>
                    <a:pt x="943" y="1854"/>
                    <a:pt x="912" y="2370"/>
                  </a:cubicBezTo>
                  <a:cubicBezTo>
                    <a:pt x="852" y="2917"/>
                    <a:pt x="791" y="3434"/>
                    <a:pt x="730" y="3950"/>
                  </a:cubicBezTo>
                  <a:lnTo>
                    <a:pt x="669" y="4315"/>
                  </a:lnTo>
                  <a:cubicBezTo>
                    <a:pt x="578" y="5135"/>
                    <a:pt x="487" y="5955"/>
                    <a:pt x="426" y="6806"/>
                  </a:cubicBezTo>
                  <a:cubicBezTo>
                    <a:pt x="365" y="7353"/>
                    <a:pt x="305" y="7900"/>
                    <a:pt x="244" y="8447"/>
                  </a:cubicBezTo>
                  <a:cubicBezTo>
                    <a:pt x="183" y="8842"/>
                    <a:pt x="153" y="9267"/>
                    <a:pt x="92" y="9692"/>
                  </a:cubicBezTo>
                  <a:cubicBezTo>
                    <a:pt x="62" y="10179"/>
                    <a:pt x="31" y="10695"/>
                    <a:pt x="1" y="11212"/>
                  </a:cubicBezTo>
                  <a:cubicBezTo>
                    <a:pt x="1" y="11728"/>
                    <a:pt x="1" y="12123"/>
                    <a:pt x="1" y="12640"/>
                  </a:cubicBezTo>
                  <a:lnTo>
                    <a:pt x="1" y="18473"/>
                  </a:lnTo>
                  <a:lnTo>
                    <a:pt x="1" y="19385"/>
                  </a:lnTo>
                  <a:lnTo>
                    <a:pt x="1" y="21390"/>
                  </a:lnTo>
                  <a:cubicBezTo>
                    <a:pt x="1" y="21694"/>
                    <a:pt x="1" y="21998"/>
                    <a:pt x="31" y="22301"/>
                  </a:cubicBezTo>
                  <a:lnTo>
                    <a:pt x="31" y="22909"/>
                  </a:lnTo>
                  <a:lnTo>
                    <a:pt x="31" y="23547"/>
                  </a:lnTo>
                  <a:lnTo>
                    <a:pt x="31" y="24307"/>
                  </a:lnTo>
                  <a:cubicBezTo>
                    <a:pt x="31" y="24428"/>
                    <a:pt x="31" y="24580"/>
                    <a:pt x="62" y="24702"/>
                  </a:cubicBezTo>
                  <a:lnTo>
                    <a:pt x="62" y="25005"/>
                  </a:lnTo>
                  <a:lnTo>
                    <a:pt x="62" y="25613"/>
                  </a:lnTo>
                  <a:lnTo>
                    <a:pt x="62" y="25674"/>
                  </a:lnTo>
                  <a:cubicBezTo>
                    <a:pt x="62" y="26130"/>
                    <a:pt x="92" y="26616"/>
                    <a:pt x="153" y="27071"/>
                  </a:cubicBezTo>
                  <a:cubicBezTo>
                    <a:pt x="213" y="27740"/>
                    <a:pt x="305" y="28560"/>
                    <a:pt x="1003" y="28894"/>
                  </a:cubicBezTo>
                  <a:cubicBezTo>
                    <a:pt x="1277" y="29016"/>
                    <a:pt x="1581" y="29107"/>
                    <a:pt x="1915" y="29107"/>
                  </a:cubicBezTo>
                  <a:cubicBezTo>
                    <a:pt x="1961" y="29122"/>
                    <a:pt x="2006" y="29130"/>
                    <a:pt x="2055" y="29130"/>
                  </a:cubicBezTo>
                  <a:cubicBezTo>
                    <a:pt x="2105" y="29130"/>
                    <a:pt x="2158" y="29122"/>
                    <a:pt x="2219" y="29107"/>
                  </a:cubicBezTo>
                  <a:lnTo>
                    <a:pt x="2583" y="29107"/>
                  </a:lnTo>
                  <a:cubicBezTo>
                    <a:pt x="2735" y="29107"/>
                    <a:pt x="2887" y="29077"/>
                    <a:pt x="3009" y="29077"/>
                  </a:cubicBezTo>
                  <a:cubicBezTo>
                    <a:pt x="3191" y="29016"/>
                    <a:pt x="3343" y="28955"/>
                    <a:pt x="3495" y="28894"/>
                  </a:cubicBezTo>
                  <a:cubicBezTo>
                    <a:pt x="3677" y="28803"/>
                    <a:pt x="3859" y="28651"/>
                    <a:pt x="3981" y="28439"/>
                  </a:cubicBezTo>
                  <a:cubicBezTo>
                    <a:pt x="4072" y="28287"/>
                    <a:pt x="4163" y="28104"/>
                    <a:pt x="4224" y="27922"/>
                  </a:cubicBezTo>
                  <a:cubicBezTo>
                    <a:pt x="4376" y="27466"/>
                    <a:pt x="4467" y="26980"/>
                    <a:pt x="4497" y="26494"/>
                  </a:cubicBezTo>
                  <a:lnTo>
                    <a:pt x="4497" y="26464"/>
                  </a:lnTo>
                  <a:cubicBezTo>
                    <a:pt x="4619" y="25552"/>
                    <a:pt x="4710" y="24610"/>
                    <a:pt x="4771" y="23669"/>
                  </a:cubicBezTo>
                  <a:cubicBezTo>
                    <a:pt x="4771" y="23365"/>
                    <a:pt x="4801" y="23091"/>
                    <a:pt x="4832" y="22787"/>
                  </a:cubicBezTo>
                  <a:cubicBezTo>
                    <a:pt x="4862" y="22575"/>
                    <a:pt x="4862" y="22392"/>
                    <a:pt x="4892" y="22180"/>
                  </a:cubicBezTo>
                  <a:cubicBezTo>
                    <a:pt x="4923" y="21876"/>
                    <a:pt x="4923" y="21572"/>
                    <a:pt x="4953" y="21299"/>
                  </a:cubicBezTo>
                  <a:lnTo>
                    <a:pt x="4984" y="20752"/>
                  </a:lnTo>
                  <a:cubicBezTo>
                    <a:pt x="5014" y="20387"/>
                    <a:pt x="5044" y="20023"/>
                    <a:pt x="5075" y="19688"/>
                  </a:cubicBezTo>
                  <a:lnTo>
                    <a:pt x="5105" y="19293"/>
                  </a:lnTo>
                  <a:lnTo>
                    <a:pt x="5105" y="19111"/>
                  </a:lnTo>
                  <a:cubicBezTo>
                    <a:pt x="5136" y="18929"/>
                    <a:pt x="5136" y="18747"/>
                    <a:pt x="5166" y="18564"/>
                  </a:cubicBezTo>
                  <a:cubicBezTo>
                    <a:pt x="5166" y="18412"/>
                    <a:pt x="5166" y="18291"/>
                    <a:pt x="5166" y="18169"/>
                  </a:cubicBezTo>
                  <a:cubicBezTo>
                    <a:pt x="5196" y="18078"/>
                    <a:pt x="5166" y="17987"/>
                    <a:pt x="5166" y="17896"/>
                  </a:cubicBezTo>
                  <a:cubicBezTo>
                    <a:pt x="5166" y="17653"/>
                    <a:pt x="5196" y="17410"/>
                    <a:pt x="5227" y="17167"/>
                  </a:cubicBezTo>
                  <a:cubicBezTo>
                    <a:pt x="5227" y="16954"/>
                    <a:pt x="5227" y="16681"/>
                    <a:pt x="5257" y="16407"/>
                  </a:cubicBezTo>
                  <a:cubicBezTo>
                    <a:pt x="5257" y="16286"/>
                    <a:pt x="5257" y="16134"/>
                    <a:pt x="5287" y="15982"/>
                  </a:cubicBezTo>
                  <a:cubicBezTo>
                    <a:pt x="5318" y="15617"/>
                    <a:pt x="5318" y="15253"/>
                    <a:pt x="5348" y="14888"/>
                  </a:cubicBezTo>
                  <a:cubicBezTo>
                    <a:pt x="5348" y="14554"/>
                    <a:pt x="5379" y="14128"/>
                    <a:pt x="5379" y="13764"/>
                  </a:cubicBezTo>
                  <a:lnTo>
                    <a:pt x="5379" y="13399"/>
                  </a:lnTo>
                  <a:cubicBezTo>
                    <a:pt x="5379" y="12913"/>
                    <a:pt x="5470" y="12397"/>
                    <a:pt x="5530" y="11941"/>
                  </a:cubicBezTo>
                  <a:lnTo>
                    <a:pt x="5530" y="11910"/>
                  </a:lnTo>
                  <a:cubicBezTo>
                    <a:pt x="5591" y="11455"/>
                    <a:pt x="5652" y="10999"/>
                    <a:pt x="5652" y="10543"/>
                  </a:cubicBezTo>
                  <a:cubicBezTo>
                    <a:pt x="5682" y="10087"/>
                    <a:pt x="5682" y="9510"/>
                    <a:pt x="5682" y="9024"/>
                  </a:cubicBezTo>
                  <a:cubicBezTo>
                    <a:pt x="5713" y="8538"/>
                    <a:pt x="5682" y="8082"/>
                    <a:pt x="5713" y="7596"/>
                  </a:cubicBezTo>
                  <a:cubicBezTo>
                    <a:pt x="5743" y="7140"/>
                    <a:pt x="5743" y="6624"/>
                    <a:pt x="5743" y="6168"/>
                  </a:cubicBezTo>
                  <a:lnTo>
                    <a:pt x="5743" y="3889"/>
                  </a:lnTo>
                  <a:lnTo>
                    <a:pt x="5865" y="3373"/>
                  </a:lnTo>
                  <a:lnTo>
                    <a:pt x="5865" y="2127"/>
                  </a:lnTo>
                  <a:cubicBezTo>
                    <a:pt x="5865" y="1884"/>
                    <a:pt x="5834" y="1641"/>
                    <a:pt x="5804" y="1368"/>
                  </a:cubicBezTo>
                  <a:cubicBezTo>
                    <a:pt x="5774" y="1276"/>
                    <a:pt x="5774" y="1185"/>
                    <a:pt x="5743" y="1094"/>
                  </a:cubicBezTo>
                  <a:cubicBezTo>
                    <a:pt x="5713" y="973"/>
                    <a:pt x="5652" y="851"/>
                    <a:pt x="5591" y="730"/>
                  </a:cubicBezTo>
                  <a:cubicBezTo>
                    <a:pt x="5561" y="669"/>
                    <a:pt x="5530" y="638"/>
                    <a:pt x="5470" y="578"/>
                  </a:cubicBezTo>
                  <a:lnTo>
                    <a:pt x="5470" y="547"/>
                  </a:lnTo>
                  <a:lnTo>
                    <a:pt x="5379" y="426"/>
                  </a:lnTo>
                  <a:lnTo>
                    <a:pt x="5348" y="426"/>
                  </a:lnTo>
                  <a:cubicBezTo>
                    <a:pt x="5287" y="335"/>
                    <a:pt x="5166" y="274"/>
                    <a:pt x="5075" y="243"/>
                  </a:cubicBezTo>
                  <a:cubicBezTo>
                    <a:pt x="5014" y="213"/>
                    <a:pt x="4953" y="213"/>
                    <a:pt x="4892" y="213"/>
                  </a:cubicBezTo>
                  <a:lnTo>
                    <a:pt x="4801" y="213"/>
                  </a:lnTo>
                  <a:lnTo>
                    <a:pt x="4741" y="152"/>
                  </a:lnTo>
                  <a:cubicBezTo>
                    <a:pt x="4619" y="92"/>
                    <a:pt x="4497" y="61"/>
                    <a:pt x="4406" y="61"/>
                  </a:cubicBezTo>
                  <a:cubicBezTo>
                    <a:pt x="4163" y="31"/>
                    <a:pt x="3920" y="0"/>
                    <a:pt x="3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5"/>
            <p:cNvSpPr/>
            <p:nvPr/>
          </p:nvSpPr>
          <p:spPr>
            <a:xfrm rot="1238432">
              <a:off x="8485173" y="-40678"/>
              <a:ext cx="172448" cy="751217"/>
            </a:xfrm>
            <a:custGeom>
              <a:rect b="b" l="l" r="r" t="t"/>
              <a:pathLst>
                <a:path extrusionOk="0" h="30049" w="6898">
                  <a:moveTo>
                    <a:pt x="3099" y="0"/>
                  </a:moveTo>
                  <a:lnTo>
                    <a:pt x="2735" y="31"/>
                  </a:lnTo>
                  <a:lnTo>
                    <a:pt x="2401" y="61"/>
                  </a:lnTo>
                  <a:cubicBezTo>
                    <a:pt x="2279" y="91"/>
                    <a:pt x="2127" y="152"/>
                    <a:pt x="2006" y="213"/>
                  </a:cubicBezTo>
                  <a:cubicBezTo>
                    <a:pt x="1945" y="243"/>
                    <a:pt x="1884" y="274"/>
                    <a:pt x="1854" y="334"/>
                  </a:cubicBezTo>
                  <a:cubicBezTo>
                    <a:pt x="1763" y="395"/>
                    <a:pt x="1671" y="456"/>
                    <a:pt x="1580" y="547"/>
                  </a:cubicBezTo>
                  <a:cubicBezTo>
                    <a:pt x="1459" y="669"/>
                    <a:pt x="1337" y="821"/>
                    <a:pt x="1246" y="972"/>
                  </a:cubicBezTo>
                  <a:cubicBezTo>
                    <a:pt x="1185" y="1124"/>
                    <a:pt x="1124" y="1276"/>
                    <a:pt x="1094" y="1428"/>
                  </a:cubicBezTo>
                  <a:cubicBezTo>
                    <a:pt x="1064" y="1610"/>
                    <a:pt x="1033" y="1793"/>
                    <a:pt x="1033" y="1975"/>
                  </a:cubicBezTo>
                  <a:lnTo>
                    <a:pt x="1033" y="2188"/>
                  </a:lnTo>
                  <a:cubicBezTo>
                    <a:pt x="1033" y="2309"/>
                    <a:pt x="1033" y="2431"/>
                    <a:pt x="1064" y="2552"/>
                  </a:cubicBezTo>
                  <a:cubicBezTo>
                    <a:pt x="1094" y="2674"/>
                    <a:pt x="1124" y="2826"/>
                    <a:pt x="1155" y="2947"/>
                  </a:cubicBezTo>
                  <a:lnTo>
                    <a:pt x="1155" y="3190"/>
                  </a:lnTo>
                  <a:lnTo>
                    <a:pt x="1155" y="3403"/>
                  </a:lnTo>
                  <a:cubicBezTo>
                    <a:pt x="1155" y="3585"/>
                    <a:pt x="1185" y="3798"/>
                    <a:pt x="1185" y="3950"/>
                  </a:cubicBezTo>
                  <a:lnTo>
                    <a:pt x="1185" y="5196"/>
                  </a:lnTo>
                  <a:lnTo>
                    <a:pt x="1185" y="5378"/>
                  </a:lnTo>
                  <a:cubicBezTo>
                    <a:pt x="1185" y="5834"/>
                    <a:pt x="1155" y="6320"/>
                    <a:pt x="1124" y="6806"/>
                  </a:cubicBezTo>
                  <a:cubicBezTo>
                    <a:pt x="1094" y="7262"/>
                    <a:pt x="1094" y="7748"/>
                    <a:pt x="1064" y="8204"/>
                  </a:cubicBezTo>
                  <a:cubicBezTo>
                    <a:pt x="1064" y="8447"/>
                    <a:pt x="1064" y="8690"/>
                    <a:pt x="1033" y="8933"/>
                  </a:cubicBezTo>
                  <a:cubicBezTo>
                    <a:pt x="1003" y="9176"/>
                    <a:pt x="1033" y="9449"/>
                    <a:pt x="1003" y="9723"/>
                  </a:cubicBezTo>
                  <a:lnTo>
                    <a:pt x="1003" y="10270"/>
                  </a:lnTo>
                  <a:cubicBezTo>
                    <a:pt x="1003" y="10573"/>
                    <a:pt x="1003" y="10877"/>
                    <a:pt x="973" y="11181"/>
                  </a:cubicBezTo>
                  <a:cubicBezTo>
                    <a:pt x="973" y="11637"/>
                    <a:pt x="942" y="12123"/>
                    <a:pt x="912" y="12579"/>
                  </a:cubicBezTo>
                  <a:cubicBezTo>
                    <a:pt x="881" y="13034"/>
                    <a:pt x="851" y="13490"/>
                    <a:pt x="790" y="14098"/>
                  </a:cubicBezTo>
                  <a:cubicBezTo>
                    <a:pt x="760" y="14280"/>
                    <a:pt x="730" y="14462"/>
                    <a:pt x="730" y="14675"/>
                  </a:cubicBezTo>
                  <a:cubicBezTo>
                    <a:pt x="699" y="14948"/>
                    <a:pt x="669" y="15222"/>
                    <a:pt x="638" y="15495"/>
                  </a:cubicBezTo>
                  <a:lnTo>
                    <a:pt x="578" y="16042"/>
                  </a:lnTo>
                  <a:cubicBezTo>
                    <a:pt x="578" y="16346"/>
                    <a:pt x="547" y="16620"/>
                    <a:pt x="517" y="16923"/>
                  </a:cubicBezTo>
                  <a:cubicBezTo>
                    <a:pt x="486" y="17379"/>
                    <a:pt x="426" y="17865"/>
                    <a:pt x="395" y="18351"/>
                  </a:cubicBezTo>
                  <a:lnTo>
                    <a:pt x="395" y="18716"/>
                  </a:lnTo>
                  <a:lnTo>
                    <a:pt x="395" y="19050"/>
                  </a:lnTo>
                  <a:lnTo>
                    <a:pt x="395" y="19202"/>
                  </a:lnTo>
                  <a:cubicBezTo>
                    <a:pt x="395" y="19384"/>
                    <a:pt x="395" y="19567"/>
                    <a:pt x="365" y="19749"/>
                  </a:cubicBezTo>
                  <a:cubicBezTo>
                    <a:pt x="365" y="20205"/>
                    <a:pt x="365" y="20660"/>
                    <a:pt x="365" y="21177"/>
                  </a:cubicBezTo>
                  <a:lnTo>
                    <a:pt x="365" y="21329"/>
                  </a:lnTo>
                  <a:lnTo>
                    <a:pt x="365" y="21906"/>
                  </a:lnTo>
                  <a:lnTo>
                    <a:pt x="365" y="22180"/>
                  </a:lnTo>
                  <a:lnTo>
                    <a:pt x="365" y="22605"/>
                  </a:lnTo>
                  <a:lnTo>
                    <a:pt x="365" y="23182"/>
                  </a:lnTo>
                  <a:cubicBezTo>
                    <a:pt x="365" y="23456"/>
                    <a:pt x="365" y="23760"/>
                    <a:pt x="335" y="24063"/>
                  </a:cubicBezTo>
                  <a:cubicBezTo>
                    <a:pt x="304" y="24489"/>
                    <a:pt x="274" y="24914"/>
                    <a:pt x="243" y="25400"/>
                  </a:cubicBezTo>
                  <a:cubicBezTo>
                    <a:pt x="183" y="25917"/>
                    <a:pt x="152" y="26281"/>
                    <a:pt x="91" y="26798"/>
                  </a:cubicBezTo>
                  <a:cubicBezTo>
                    <a:pt x="61" y="27010"/>
                    <a:pt x="31" y="27223"/>
                    <a:pt x="31" y="27436"/>
                  </a:cubicBezTo>
                  <a:cubicBezTo>
                    <a:pt x="0" y="27618"/>
                    <a:pt x="0" y="27800"/>
                    <a:pt x="31" y="28013"/>
                  </a:cubicBezTo>
                  <a:cubicBezTo>
                    <a:pt x="31" y="28256"/>
                    <a:pt x="91" y="28530"/>
                    <a:pt x="152" y="28773"/>
                  </a:cubicBezTo>
                  <a:cubicBezTo>
                    <a:pt x="274" y="29046"/>
                    <a:pt x="426" y="29320"/>
                    <a:pt x="638" y="29532"/>
                  </a:cubicBezTo>
                  <a:lnTo>
                    <a:pt x="760" y="29654"/>
                  </a:lnTo>
                  <a:cubicBezTo>
                    <a:pt x="851" y="29715"/>
                    <a:pt x="912" y="29775"/>
                    <a:pt x="1003" y="29806"/>
                  </a:cubicBezTo>
                  <a:cubicBezTo>
                    <a:pt x="1064" y="29836"/>
                    <a:pt x="1124" y="29866"/>
                    <a:pt x="1185" y="29897"/>
                  </a:cubicBezTo>
                  <a:lnTo>
                    <a:pt x="1276" y="29927"/>
                  </a:lnTo>
                  <a:cubicBezTo>
                    <a:pt x="1368" y="29958"/>
                    <a:pt x="1428" y="29988"/>
                    <a:pt x="1550" y="29988"/>
                  </a:cubicBezTo>
                  <a:cubicBezTo>
                    <a:pt x="1702" y="30018"/>
                    <a:pt x="1854" y="30049"/>
                    <a:pt x="1975" y="30049"/>
                  </a:cubicBezTo>
                  <a:lnTo>
                    <a:pt x="2796" y="30049"/>
                  </a:lnTo>
                  <a:cubicBezTo>
                    <a:pt x="3069" y="30018"/>
                    <a:pt x="3312" y="29988"/>
                    <a:pt x="3555" y="29927"/>
                  </a:cubicBezTo>
                  <a:cubicBezTo>
                    <a:pt x="3798" y="29866"/>
                    <a:pt x="4011" y="29806"/>
                    <a:pt x="4254" y="29715"/>
                  </a:cubicBezTo>
                  <a:cubicBezTo>
                    <a:pt x="4375" y="29623"/>
                    <a:pt x="4497" y="29532"/>
                    <a:pt x="4619" y="29441"/>
                  </a:cubicBezTo>
                  <a:cubicBezTo>
                    <a:pt x="4831" y="29289"/>
                    <a:pt x="4953" y="29046"/>
                    <a:pt x="5044" y="28833"/>
                  </a:cubicBezTo>
                  <a:cubicBezTo>
                    <a:pt x="5105" y="28590"/>
                    <a:pt x="5165" y="28347"/>
                    <a:pt x="5196" y="28104"/>
                  </a:cubicBezTo>
                  <a:cubicBezTo>
                    <a:pt x="5257" y="27831"/>
                    <a:pt x="5287" y="27557"/>
                    <a:pt x="5317" y="27284"/>
                  </a:cubicBezTo>
                  <a:lnTo>
                    <a:pt x="5317" y="27223"/>
                  </a:lnTo>
                  <a:cubicBezTo>
                    <a:pt x="5348" y="26828"/>
                    <a:pt x="5408" y="26403"/>
                    <a:pt x="5439" y="25917"/>
                  </a:cubicBezTo>
                  <a:cubicBezTo>
                    <a:pt x="5469" y="25643"/>
                    <a:pt x="5500" y="25370"/>
                    <a:pt x="5530" y="25096"/>
                  </a:cubicBezTo>
                  <a:cubicBezTo>
                    <a:pt x="5560" y="24914"/>
                    <a:pt x="5591" y="24732"/>
                    <a:pt x="5591" y="24549"/>
                  </a:cubicBezTo>
                  <a:cubicBezTo>
                    <a:pt x="5621" y="24367"/>
                    <a:pt x="5621" y="24094"/>
                    <a:pt x="5652" y="23881"/>
                  </a:cubicBezTo>
                  <a:cubicBezTo>
                    <a:pt x="5682" y="23668"/>
                    <a:pt x="5712" y="23425"/>
                    <a:pt x="5712" y="23182"/>
                  </a:cubicBezTo>
                  <a:cubicBezTo>
                    <a:pt x="5743" y="22970"/>
                    <a:pt x="5773" y="22666"/>
                    <a:pt x="5803" y="22392"/>
                  </a:cubicBezTo>
                  <a:cubicBezTo>
                    <a:pt x="5834" y="22180"/>
                    <a:pt x="5864" y="21967"/>
                    <a:pt x="5895" y="21754"/>
                  </a:cubicBezTo>
                  <a:cubicBezTo>
                    <a:pt x="5925" y="21420"/>
                    <a:pt x="5955" y="21055"/>
                    <a:pt x="5986" y="20691"/>
                  </a:cubicBezTo>
                  <a:lnTo>
                    <a:pt x="6016" y="20357"/>
                  </a:lnTo>
                  <a:cubicBezTo>
                    <a:pt x="6047" y="20114"/>
                    <a:pt x="6047" y="19840"/>
                    <a:pt x="6077" y="19567"/>
                  </a:cubicBezTo>
                  <a:cubicBezTo>
                    <a:pt x="6107" y="19324"/>
                    <a:pt x="6107" y="19141"/>
                    <a:pt x="6138" y="18929"/>
                  </a:cubicBezTo>
                  <a:lnTo>
                    <a:pt x="6138" y="18655"/>
                  </a:lnTo>
                  <a:cubicBezTo>
                    <a:pt x="6138" y="18503"/>
                    <a:pt x="6168" y="18351"/>
                    <a:pt x="6198" y="18199"/>
                  </a:cubicBezTo>
                  <a:cubicBezTo>
                    <a:pt x="6198" y="18048"/>
                    <a:pt x="6229" y="17926"/>
                    <a:pt x="6229" y="17774"/>
                  </a:cubicBezTo>
                  <a:lnTo>
                    <a:pt x="6259" y="17501"/>
                  </a:lnTo>
                  <a:cubicBezTo>
                    <a:pt x="6320" y="17075"/>
                    <a:pt x="6350" y="16589"/>
                    <a:pt x="6411" y="16012"/>
                  </a:cubicBezTo>
                  <a:cubicBezTo>
                    <a:pt x="6441" y="15495"/>
                    <a:pt x="6502" y="15009"/>
                    <a:pt x="6533" y="14523"/>
                  </a:cubicBezTo>
                  <a:cubicBezTo>
                    <a:pt x="6563" y="14250"/>
                    <a:pt x="6593" y="13976"/>
                    <a:pt x="6624" y="13703"/>
                  </a:cubicBezTo>
                  <a:cubicBezTo>
                    <a:pt x="6654" y="13521"/>
                    <a:pt x="6685" y="13338"/>
                    <a:pt x="6715" y="13095"/>
                  </a:cubicBezTo>
                  <a:cubicBezTo>
                    <a:pt x="6776" y="12609"/>
                    <a:pt x="6806" y="12123"/>
                    <a:pt x="6806" y="11698"/>
                  </a:cubicBezTo>
                  <a:lnTo>
                    <a:pt x="6806" y="11394"/>
                  </a:lnTo>
                  <a:lnTo>
                    <a:pt x="6806" y="11029"/>
                  </a:lnTo>
                  <a:lnTo>
                    <a:pt x="6806" y="10786"/>
                  </a:lnTo>
                  <a:lnTo>
                    <a:pt x="6836" y="10300"/>
                  </a:lnTo>
                  <a:cubicBezTo>
                    <a:pt x="6836" y="9875"/>
                    <a:pt x="6867" y="9419"/>
                    <a:pt x="6867" y="8842"/>
                  </a:cubicBezTo>
                  <a:lnTo>
                    <a:pt x="6867" y="6624"/>
                  </a:lnTo>
                  <a:cubicBezTo>
                    <a:pt x="6897" y="6350"/>
                    <a:pt x="6897" y="6107"/>
                    <a:pt x="6867" y="5864"/>
                  </a:cubicBezTo>
                  <a:cubicBezTo>
                    <a:pt x="6867" y="5773"/>
                    <a:pt x="6867" y="5651"/>
                    <a:pt x="6867" y="5530"/>
                  </a:cubicBezTo>
                  <a:cubicBezTo>
                    <a:pt x="6836" y="5104"/>
                    <a:pt x="6806" y="4710"/>
                    <a:pt x="6745" y="4315"/>
                  </a:cubicBezTo>
                  <a:lnTo>
                    <a:pt x="6685" y="3950"/>
                  </a:lnTo>
                  <a:lnTo>
                    <a:pt x="6654" y="3707"/>
                  </a:lnTo>
                  <a:lnTo>
                    <a:pt x="6654" y="3737"/>
                  </a:lnTo>
                  <a:cubicBezTo>
                    <a:pt x="6654" y="3646"/>
                    <a:pt x="6624" y="3555"/>
                    <a:pt x="6624" y="3464"/>
                  </a:cubicBezTo>
                  <a:lnTo>
                    <a:pt x="6624" y="3373"/>
                  </a:lnTo>
                  <a:cubicBezTo>
                    <a:pt x="6593" y="3160"/>
                    <a:pt x="6563" y="2947"/>
                    <a:pt x="6502" y="2735"/>
                  </a:cubicBezTo>
                  <a:cubicBezTo>
                    <a:pt x="6502" y="2643"/>
                    <a:pt x="6472" y="2522"/>
                    <a:pt x="6441" y="2431"/>
                  </a:cubicBezTo>
                  <a:lnTo>
                    <a:pt x="6381" y="2036"/>
                  </a:lnTo>
                  <a:cubicBezTo>
                    <a:pt x="6381" y="1945"/>
                    <a:pt x="6350" y="1823"/>
                    <a:pt x="6320" y="1732"/>
                  </a:cubicBezTo>
                  <a:cubicBezTo>
                    <a:pt x="6259" y="1580"/>
                    <a:pt x="6198" y="1428"/>
                    <a:pt x="6107" y="1307"/>
                  </a:cubicBezTo>
                  <a:cubicBezTo>
                    <a:pt x="6016" y="1155"/>
                    <a:pt x="5925" y="1033"/>
                    <a:pt x="5834" y="912"/>
                  </a:cubicBezTo>
                  <a:cubicBezTo>
                    <a:pt x="5773" y="851"/>
                    <a:pt x="5712" y="760"/>
                    <a:pt x="5621" y="699"/>
                  </a:cubicBezTo>
                  <a:cubicBezTo>
                    <a:pt x="5530" y="608"/>
                    <a:pt x="5408" y="547"/>
                    <a:pt x="5317" y="456"/>
                  </a:cubicBezTo>
                  <a:cubicBezTo>
                    <a:pt x="5196" y="395"/>
                    <a:pt x="5074" y="334"/>
                    <a:pt x="4922" y="304"/>
                  </a:cubicBezTo>
                  <a:cubicBezTo>
                    <a:pt x="4740" y="213"/>
                    <a:pt x="4558" y="152"/>
                    <a:pt x="4345" y="91"/>
                  </a:cubicBezTo>
                  <a:cubicBezTo>
                    <a:pt x="4132" y="61"/>
                    <a:pt x="3920" y="31"/>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5"/>
            <p:cNvSpPr/>
            <p:nvPr/>
          </p:nvSpPr>
          <p:spPr>
            <a:xfrm rot="1238432">
              <a:off x="8705506" y="32559"/>
              <a:ext cx="151173" cy="749717"/>
            </a:xfrm>
            <a:custGeom>
              <a:rect b="b" l="l" r="r" t="t"/>
              <a:pathLst>
                <a:path extrusionOk="0" h="29989" w="6047">
                  <a:moveTo>
                    <a:pt x="3889" y="0"/>
                  </a:moveTo>
                  <a:cubicBezTo>
                    <a:pt x="3677" y="0"/>
                    <a:pt x="3494" y="31"/>
                    <a:pt x="3282" y="61"/>
                  </a:cubicBezTo>
                  <a:cubicBezTo>
                    <a:pt x="3130" y="92"/>
                    <a:pt x="2948" y="92"/>
                    <a:pt x="2796" y="152"/>
                  </a:cubicBezTo>
                  <a:cubicBezTo>
                    <a:pt x="2674" y="183"/>
                    <a:pt x="2553" y="213"/>
                    <a:pt x="2431" y="274"/>
                  </a:cubicBezTo>
                  <a:cubicBezTo>
                    <a:pt x="2249" y="335"/>
                    <a:pt x="2097" y="395"/>
                    <a:pt x="1945" y="487"/>
                  </a:cubicBezTo>
                  <a:cubicBezTo>
                    <a:pt x="1823" y="578"/>
                    <a:pt x="1702" y="669"/>
                    <a:pt x="1580" y="790"/>
                  </a:cubicBezTo>
                  <a:cubicBezTo>
                    <a:pt x="1489" y="912"/>
                    <a:pt x="1398" y="1034"/>
                    <a:pt x="1337" y="1155"/>
                  </a:cubicBezTo>
                  <a:cubicBezTo>
                    <a:pt x="1246" y="1307"/>
                    <a:pt x="1185" y="1489"/>
                    <a:pt x="1125" y="1641"/>
                  </a:cubicBezTo>
                  <a:cubicBezTo>
                    <a:pt x="1064" y="1823"/>
                    <a:pt x="1033" y="2036"/>
                    <a:pt x="1033" y="2218"/>
                  </a:cubicBezTo>
                  <a:cubicBezTo>
                    <a:pt x="1003" y="2340"/>
                    <a:pt x="942" y="2461"/>
                    <a:pt x="912" y="2553"/>
                  </a:cubicBezTo>
                  <a:cubicBezTo>
                    <a:pt x="851" y="2735"/>
                    <a:pt x="821" y="2917"/>
                    <a:pt x="790" y="3069"/>
                  </a:cubicBezTo>
                  <a:lnTo>
                    <a:pt x="760" y="3191"/>
                  </a:lnTo>
                  <a:cubicBezTo>
                    <a:pt x="547" y="4041"/>
                    <a:pt x="456" y="4892"/>
                    <a:pt x="395" y="5743"/>
                  </a:cubicBezTo>
                  <a:cubicBezTo>
                    <a:pt x="395" y="5864"/>
                    <a:pt x="365" y="5986"/>
                    <a:pt x="365" y="6107"/>
                  </a:cubicBezTo>
                  <a:cubicBezTo>
                    <a:pt x="335" y="6350"/>
                    <a:pt x="304" y="6594"/>
                    <a:pt x="304" y="6837"/>
                  </a:cubicBezTo>
                  <a:cubicBezTo>
                    <a:pt x="274" y="7080"/>
                    <a:pt x="274" y="7292"/>
                    <a:pt x="244" y="7505"/>
                  </a:cubicBezTo>
                  <a:cubicBezTo>
                    <a:pt x="244" y="7718"/>
                    <a:pt x="213" y="7991"/>
                    <a:pt x="213" y="8265"/>
                  </a:cubicBezTo>
                  <a:lnTo>
                    <a:pt x="213" y="8538"/>
                  </a:lnTo>
                  <a:lnTo>
                    <a:pt x="213" y="8963"/>
                  </a:lnTo>
                  <a:lnTo>
                    <a:pt x="213" y="9146"/>
                  </a:lnTo>
                  <a:cubicBezTo>
                    <a:pt x="183" y="9541"/>
                    <a:pt x="152" y="9966"/>
                    <a:pt x="122" y="10391"/>
                  </a:cubicBezTo>
                  <a:cubicBezTo>
                    <a:pt x="61" y="10878"/>
                    <a:pt x="61" y="11364"/>
                    <a:pt x="31" y="11850"/>
                  </a:cubicBezTo>
                  <a:lnTo>
                    <a:pt x="31" y="14007"/>
                  </a:lnTo>
                  <a:lnTo>
                    <a:pt x="31" y="15101"/>
                  </a:lnTo>
                  <a:lnTo>
                    <a:pt x="31" y="16195"/>
                  </a:lnTo>
                  <a:cubicBezTo>
                    <a:pt x="31" y="16650"/>
                    <a:pt x="0" y="17136"/>
                    <a:pt x="0" y="17623"/>
                  </a:cubicBezTo>
                  <a:lnTo>
                    <a:pt x="0" y="19719"/>
                  </a:lnTo>
                  <a:lnTo>
                    <a:pt x="0" y="20448"/>
                  </a:lnTo>
                  <a:lnTo>
                    <a:pt x="0" y="20873"/>
                  </a:lnTo>
                  <a:lnTo>
                    <a:pt x="0" y="21876"/>
                  </a:lnTo>
                  <a:cubicBezTo>
                    <a:pt x="0" y="22028"/>
                    <a:pt x="0" y="22150"/>
                    <a:pt x="31" y="22271"/>
                  </a:cubicBezTo>
                  <a:lnTo>
                    <a:pt x="31" y="22575"/>
                  </a:lnTo>
                  <a:lnTo>
                    <a:pt x="31" y="22848"/>
                  </a:lnTo>
                  <a:lnTo>
                    <a:pt x="31" y="23274"/>
                  </a:lnTo>
                  <a:cubicBezTo>
                    <a:pt x="31" y="23669"/>
                    <a:pt x="61" y="24155"/>
                    <a:pt x="61" y="24671"/>
                  </a:cubicBezTo>
                  <a:cubicBezTo>
                    <a:pt x="61" y="24884"/>
                    <a:pt x="61" y="25097"/>
                    <a:pt x="92" y="25279"/>
                  </a:cubicBezTo>
                  <a:lnTo>
                    <a:pt x="92" y="25340"/>
                  </a:lnTo>
                  <a:lnTo>
                    <a:pt x="92" y="25583"/>
                  </a:lnTo>
                  <a:cubicBezTo>
                    <a:pt x="92" y="25704"/>
                    <a:pt x="92" y="25856"/>
                    <a:pt x="122" y="26008"/>
                  </a:cubicBezTo>
                  <a:lnTo>
                    <a:pt x="152" y="26312"/>
                  </a:lnTo>
                  <a:cubicBezTo>
                    <a:pt x="183" y="26646"/>
                    <a:pt x="213" y="26980"/>
                    <a:pt x="244" y="27315"/>
                  </a:cubicBezTo>
                  <a:lnTo>
                    <a:pt x="244" y="27345"/>
                  </a:lnTo>
                  <a:cubicBezTo>
                    <a:pt x="274" y="27831"/>
                    <a:pt x="365" y="28287"/>
                    <a:pt x="487" y="28743"/>
                  </a:cubicBezTo>
                  <a:cubicBezTo>
                    <a:pt x="517" y="28834"/>
                    <a:pt x="547" y="28925"/>
                    <a:pt x="578" y="29016"/>
                  </a:cubicBezTo>
                  <a:cubicBezTo>
                    <a:pt x="608" y="29077"/>
                    <a:pt x="638" y="29168"/>
                    <a:pt x="669" y="29259"/>
                  </a:cubicBezTo>
                  <a:cubicBezTo>
                    <a:pt x="730" y="29320"/>
                    <a:pt x="760" y="29381"/>
                    <a:pt x="821" y="29441"/>
                  </a:cubicBezTo>
                  <a:lnTo>
                    <a:pt x="851" y="29472"/>
                  </a:lnTo>
                  <a:cubicBezTo>
                    <a:pt x="1033" y="29684"/>
                    <a:pt x="1277" y="29806"/>
                    <a:pt x="1520" y="29897"/>
                  </a:cubicBezTo>
                  <a:cubicBezTo>
                    <a:pt x="1641" y="29928"/>
                    <a:pt x="1732" y="29958"/>
                    <a:pt x="1854" y="29958"/>
                  </a:cubicBezTo>
                  <a:lnTo>
                    <a:pt x="1915" y="29958"/>
                  </a:lnTo>
                  <a:cubicBezTo>
                    <a:pt x="2036" y="29958"/>
                    <a:pt x="2127" y="29988"/>
                    <a:pt x="2249" y="29988"/>
                  </a:cubicBezTo>
                  <a:cubicBezTo>
                    <a:pt x="2522" y="29958"/>
                    <a:pt x="2765" y="29897"/>
                    <a:pt x="3008" y="29745"/>
                  </a:cubicBezTo>
                  <a:lnTo>
                    <a:pt x="3221" y="29654"/>
                  </a:lnTo>
                  <a:lnTo>
                    <a:pt x="3251" y="29624"/>
                  </a:lnTo>
                  <a:cubicBezTo>
                    <a:pt x="3403" y="29563"/>
                    <a:pt x="3586" y="29502"/>
                    <a:pt x="3707" y="29411"/>
                  </a:cubicBezTo>
                  <a:cubicBezTo>
                    <a:pt x="3829" y="29350"/>
                    <a:pt x="3950" y="29259"/>
                    <a:pt x="4072" y="29168"/>
                  </a:cubicBezTo>
                  <a:cubicBezTo>
                    <a:pt x="4193" y="29046"/>
                    <a:pt x="4315" y="28955"/>
                    <a:pt x="4406" y="28834"/>
                  </a:cubicBezTo>
                  <a:cubicBezTo>
                    <a:pt x="4497" y="28743"/>
                    <a:pt x="4588" y="28621"/>
                    <a:pt x="4649" y="28500"/>
                  </a:cubicBezTo>
                  <a:cubicBezTo>
                    <a:pt x="4710" y="28348"/>
                    <a:pt x="4740" y="28196"/>
                    <a:pt x="4771" y="28074"/>
                  </a:cubicBezTo>
                  <a:cubicBezTo>
                    <a:pt x="4831" y="27649"/>
                    <a:pt x="4862" y="27223"/>
                    <a:pt x="4862" y="26828"/>
                  </a:cubicBezTo>
                  <a:lnTo>
                    <a:pt x="4862" y="26616"/>
                  </a:lnTo>
                  <a:lnTo>
                    <a:pt x="4862" y="25279"/>
                  </a:lnTo>
                  <a:lnTo>
                    <a:pt x="4862" y="24823"/>
                  </a:lnTo>
                  <a:lnTo>
                    <a:pt x="4862" y="24580"/>
                  </a:lnTo>
                  <a:cubicBezTo>
                    <a:pt x="4862" y="24307"/>
                    <a:pt x="4862" y="24064"/>
                    <a:pt x="4831" y="23881"/>
                  </a:cubicBezTo>
                  <a:lnTo>
                    <a:pt x="4831" y="21755"/>
                  </a:lnTo>
                  <a:lnTo>
                    <a:pt x="4831" y="21086"/>
                  </a:lnTo>
                  <a:lnTo>
                    <a:pt x="4831" y="20965"/>
                  </a:lnTo>
                  <a:lnTo>
                    <a:pt x="4831" y="20357"/>
                  </a:lnTo>
                  <a:lnTo>
                    <a:pt x="4831" y="19901"/>
                  </a:lnTo>
                  <a:lnTo>
                    <a:pt x="4831" y="19689"/>
                  </a:lnTo>
                  <a:cubicBezTo>
                    <a:pt x="4831" y="19263"/>
                    <a:pt x="4892" y="18838"/>
                    <a:pt x="4953" y="18443"/>
                  </a:cubicBezTo>
                  <a:lnTo>
                    <a:pt x="4953" y="18230"/>
                  </a:lnTo>
                  <a:cubicBezTo>
                    <a:pt x="4983" y="17805"/>
                    <a:pt x="5014" y="17319"/>
                    <a:pt x="5044" y="16833"/>
                  </a:cubicBezTo>
                  <a:cubicBezTo>
                    <a:pt x="5044" y="16468"/>
                    <a:pt x="5074" y="16073"/>
                    <a:pt x="5074" y="15708"/>
                  </a:cubicBezTo>
                  <a:lnTo>
                    <a:pt x="5074" y="15405"/>
                  </a:lnTo>
                  <a:cubicBezTo>
                    <a:pt x="5074" y="14979"/>
                    <a:pt x="5105" y="14554"/>
                    <a:pt x="5135" y="14128"/>
                  </a:cubicBezTo>
                  <a:lnTo>
                    <a:pt x="5135" y="13946"/>
                  </a:lnTo>
                  <a:cubicBezTo>
                    <a:pt x="5135" y="13703"/>
                    <a:pt x="5135" y="13460"/>
                    <a:pt x="5166" y="13187"/>
                  </a:cubicBezTo>
                  <a:cubicBezTo>
                    <a:pt x="5166" y="12913"/>
                    <a:pt x="5166" y="12731"/>
                    <a:pt x="5196" y="12518"/>
                  </a:cubicBezTo>
                  <a:cubicBezTo>
                    <a:pt x="5196" y="12093"/>
                    <a:pt x="5257" y="11667"/>
                    <a:pt x="5287" y="11242"/>
                  </a:cubicBezTo>
                  <a:cubicBezTo>
                    <a:pt x="5287" y="11060"/>
                    <a:pt x="5317" y="10878"/>
                    <a:pt x="5348" y="10695"/>
                  </a:cubicBezTo>
                  <a:cubicBezTo>
                    <a:pt x="5409" y="10088"/>
                    <a:pt x="5469" y="9510"/>
                    <a:pt x="5530" y="8933"/>
                  </a:cubicBezTo>
                  <a:cubicBezTo>
                    <a:pt x="5561" y="8720"/>
                    <a:pt x="5591" y="8508"/>
                    <a:pt x="5621" y="8295"/>
                  </a:cubicBezTo>
                  <a:cubicBezTo>
                    <a:pt x="5712" y="7839"/>
                    <a:pt x="5773" y="7384"/>
                    <a:pt x="5834" y="6897"/>
                  </a:cubicBezTo>
                  <a:lnTo>
                    <a:pt x="5834" y="6745"/>
                  </a:lnTo>
                  <a:cubicBezTo>
                    <a:pt x="5895" y="6381"/>
                    <a:pt x="5955" y="5925"/>
                    <a:pt x="5986" y="5469"/>
                  </a:cubicBezTo>
                  <a:cubicBezTo>
                    <a:pt x="6016" y="5014"/>
                    <a:pt x="6016" y="4558"/>
                    <a:pt x="6016" y="4133"/>
                  </a:cubicBezTo>
                  <a:lnTo>
                    <a:pt x="6016" y="3130"/>
                  </a:lnTo>
                  <a:lnTo>
                    <a:pt x="6016" y="2826"/>
                  </a:lnTo>
                  <a:cubicBezTo>
                    <a:pt x="6047" y="2583"/>
                    <a:pt x="6047" y="2310"/>
                    <a:pt x="6016" y="2067"/>
                  </a:cubicBezTo>
                  <a:cubicBezTo>
                    <a:pt x="5986" y="1915"/>
                    <a:pt x="5925" y="1793"/>
                    <a:pt x="5864" y="1672"/>
                  </a:cubicBezTo>
                  <a:cubicBezTo>
                    <a:pt x="5834" y="1641"/>
                    <a:pt x="5834" y="1580"/>
                    <a:pt x="5804" y="1520"/>
                  </a:cubicBezTo>
                  <a:cubicBezTo>
                    <a:pt x="5712" y="1398"/>
                    <a:pt x="5591" y="1277"/>
                    <a:pt x="5439" y="1216"/>
                  </a:cubicBezTo>
                  <a:cubicBezTo>
                    <a:pt x="5409" y="1125"/>
                    <a:pt x="5348" y="1034"/>
                    <a:pt x="5317" y="912"/>
                  </a:cubicBezTo>
                  <a:cubicBezTo>
                    <a:pt x="5287" y="851"/>
                    <a:pt x="5257" y="790"/>
                    <a:pt x="5196" y="730"/>
                  </a:cubicBezTo>
                  <a:cubicBezTo>
                    <a:pt x="5074" y="547"/>
                    <a:pt x="4922" y="365"/>
                    <a:pt x="4740" y="244"/>
                  </a:cubicBezTo>
                  <a:cubicBezTo>
                    <a:pt x="4497" y="92"/>
                    <a:pt x="4224" y="0"/>
                    <a:pt x="39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753" name="Shape 753"/>
        <p:cNvGrpSpPr/>
        <p:nvPr/>
      </p:nvGrpSpPr>
      <p:grpSpPr>
        <a:xfrm>
          <a:off x="0" y="0"/>
          <a:ext cx="0" cy="0"/>
          <a:chOff x="0" y="0"/>
          <a:chExt cx="0" cy="0"/>
        </a:xfrm>
      </p:grpSpPr>
      <p:sp>
        <p:nvSpPr>
          <p:cNvPr id="754" name="Google Shape;754;p36"/>
          <p:cNvSpPr/>
          <p:nvPr/>
        </p:nvSpPr>
        <p:spPr>
          <a:xfrm rot="-7290801">
            <a:off x="-200917" y="4300677"/>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6"/>
          <p:cNvSpPr/>
          <p:nvPr/>
        </p:nvSpPr>
        <p:spPr>
          <a:xfrm rot="-7770583">
            <a:off x="7986899" y="-419142"/>
            <a:ext cx="1444211" cy="147375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6"/>
          <p:cNvSpPr/>
          <p:nvPr/>
        </p:nvSpPr>
        <p:spPr>
          <a:xfrm flipH="1" rot="-6865797">
            <a:off x="8471474" y="424454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6"/>
          <p:cNvSpPr/>
          <p:nvPr/>
        </p:nvSpPr>
        <p:spPr>
          <a:xfrm rot="-1820385">
            <a:off x="-174032" y="17215"/>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6"/>
          <p:cNvSpPr/>
          <p:nvPr/>
        </p:nvSpPr>
        <p:spPr>
          <a:xfrm rot="849156">
            <a:off x="883376" y="106688"/>
            <a:ext cx="295309" cy="52845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6"/>
          <p:cNvSpPr/>
          <p:nvPr/>
        </p:nvSpPr>
        <p:spPr>
          <a:xfrm>
            <a:off x="8571100" y="4285281"/>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 name="Google Shape;760;p36"/>
          <p:cNvGrpSpPr/>
          <p:nvPr/>
        </p:nvGrpSpPr>
        <p:grpSpPr>
          <a:xfrm rot="3550083">
            <a:off x="-24852" y="4250111"/>
            <a:ext cx="593155" cy="707094"/>
            <a:chOff x="8446375" y="3346247"/>
            <a:chExt cx="572406" cy="682360"/>
          </a:xfrm>
        </p:grpSpPr>
        <p:sp>
          <p:nvSpPr>
            <p:cNvPr id="761" name="Google Shape;761;p36"/>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6"/>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6"/>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6"/>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6"/>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36"/>
          <p:cNvGrpSpPr/>
          <p:nvPr/>
        </p:nvGrpSpPr>
        <p:grpSpPr>
          <a:xfrm>
            <a:off x="8416710" y="772717"/>
            <a:ext cx="483086" cy="429802"/>
            <a:chOff x="1101247" y="2686592"/>
            <a:chExt cx="483086" cy="429802"/>
          </a:xfrm>
        </p:grpSpPr>
        <p:sp>
          <p:nvSpPr>
            <p:cNvPr id="767" name="Google Shape;767;p36"/>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6"/>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 name="Google Shape;769;p36"/>
          <p:cNvSpPr txBox="1"/>
          <p:nvPr>
            <p:ph type="title"/>
          </p:nvPr>
        </p:nvSpPr>
        <p:spPr>
          <a:xfrm>
            <a:off x="879575" y="1803263"/>
            <a:ext cx="21294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70" name="Google Shape;770;p36"/>
          <p:cNvSpPr txBox="1"/>
          <p:nvPr>
            <p:ph idx="1" type="subTitle"/>
          </p:nvPr>
        </p:nvSpPr>
        <p:spPr>
          <a:xfrm>
            <a:off x="879575" y="2214588"/>
            <a:ext cx="2129400" cy="67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71" name="Google Shape;771;p36"/>
          <p:cNvSpPr txBox="1"/>
          <p:nvPr>
            <p:ph idx="2" type="title"/>
          </p:nvPr>
        </p:nvSpPr>
        <p:spPr>
          <a:xfrm>
            <a:off x="6134675" y="1803263"/>
            <a:ext cx="21294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772" name="Google Shape;772;p36"/>
          <p:cNvSpPr txBox="1"/>
          <p:nvPr>
            <p:ph idx="3" type="subTitle"/>
          </p:nvPr>
        </p:nvSpPr>
        <p:spPr>
          <a:xfrm>
            <a:off x="6134900" y="2214588"/>
            <a:ext cx="2129400" cy="67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773" name="Google Shape;773;p36"/>
          <p:cNvSpPr txBox="1"/>
          <p:nvPr>
            <p:ph idx="4" type="title"/>
          </p:nvPr>
        </p:nvSpPr>
        <p:spPr>
          <a:xfrm>
            <a:off x="879575" y="3236663"/>
            <a:ext cx="21294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74" name="Google Shape;774;p36"/>
          <p:cNvSpPr txBox="1"/>
          <p:nvPr>
            <p:ph idx="5" type="subTitle"/>
          </p:nvPr>
        </p:nvSpPr>
        <p:spPr>
          <a:xfrm>
            <a:off x="879575" y="3647988"/>
            <a:ext cx="2129400" cy="72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75" name="Google Shape;775;p36"/>
          <p:cNvSpPr txBox="1"/>
          <p:nvPr>
            <p:ph idx="6" type="title"/>
          </p:nvPr>
        </p:nvSpPr>
        <p:spPr>
          <a:xfrm>
            <a:off x="6134675" y="3236663"/>
            <a:ext cx="21294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776" name="Google Shape;776;p36"/>
          <p:cNvSpPr txBox="1"/>
          <p:nvPr>
            <p:ph idx="7" type="subTitle"/>
          </p:nvPr>
        </p:nvSpPr>
        <p:spPr>
          <a:xfrm>
            <a:off x="6134900" y="3647988"/>
            <a:ext cx="2129400" cy="72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777" name="Google Shape;777;p36"/>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3">
    <p:spTree>
      <p:nvGrpSpPr>
        <p:cNvPr id="778" name="Shape 778"/>
        <p:cNvGrpSpPr/>
        <p:nvPr/>
      </p:nvGrpSpPr>
      <p:grpSpPr>
        <a:xfrm>
          <a:off x="0" y="0"/>
          <a:ext cx="0" cy="0"/>
          <a:chOff x="0" y="0"/>
          <a:chExt cx="0" cy="0"/>
        </a:xfrm>
      </p:grpSpPr>
      <p:sp>
        <p:nvSpPr>
          <p:cNvPr id="779" name="Google Shape;779;p37"/>
          <p:cNvSpPr/>
          <p:nvPr/>
        </p:nvSpPr>
        <p:spPr>
          <a:xfrm rot="-7290801">
            <a:off x="-200917" y="4300677"/>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7"/>
          <p:cNvSpPr/>
          <p:nvPr/>
        </p:nvSpPr>
        <p:spPr>
          <a:xfrm rot="-7770583">
            <a:off x="7986899" y="-419142"/>
            <a:ext cx="1444211" cy="147375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7"/>
          <p:cNvSpPr/>
          <p:nvPr/>
        </p:nvSpPr>
        <p:spPr>
          <a:xfrm flipH="1" rot="-6865797">
            <a:off x="8471474" y="424454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7"/>
          <p:cNvSpPr/>
          <p:nvPr/>
        </p:nvSpPr>
        <p:spPr>
          <a:xfrm rot="-1820385">
            <a:off x="-174032" y="17215"/>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7"/>
          <p:cNvSpPr/>
          <p:nvPr/>
        </p:nvSpPr>
        <p:spPr>
          <a:xfrm rot="849156">
            <a:off x="883376" y="106688"/>
            <a:ext cx="295309" cy="52845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7"/>
          <p:cNvSpPr/>
          <p:nvPr/>
        </p:nvSpPr>
        <p:spPr>
          <a:xfrm>
            <a:off x="8571100" y="4285281"/>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 name="Google Shape;785;p37"/>
          <p:cNvGrpSpPr/>
          <p:nvPr/>
        </p:nvGrpSpPr>
        <p:grpSpPr>
          <a:xfrm rot="3550083">
            <a:off x="-24852" y="4250111"/>
            <a:ext cx="593155" cy="707094"/>
            <a:chOff x="8446375" y="3346247"/>
            <a:chExt cx="572406" cy="682360"/>
          </a:xfrm>
        </p:grpSpPr>
        <p:sp>
          <p:nvSpPr>
            <p:cNvPr id="786" name="Google Shape;786;p37"/>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7"/>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7"/>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7"/>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7"/>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 name="Google Shape;791;p37"/>
          <p:cNvGrpSpPr/>
          <p:nvPr/>
        </p:nvGrpSpPr>
        <p:grpSpPr>
          <a:xfrm>
            <a:off x="8416710" y="772717"/>
            <a:ext cx="483086" cy="429802"/>
            <a:chOff x="1101247" y="2686592"/>
            <a:chExt cx="483086" cy="429802"/>
          </a:xfrm>
        </p:grpSpPr>
        <p:sp>
          <p:nvSpPr>
            <p:cNvPr id="792" name="Google Shape;792;p37"/>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7"/>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 name="Google Shape;794;p37"/>
          <p:cNvSpPr txBox="1"/>
          <p:nvPr>
            <p:ph type="title"/>
          </p:nvPr>
        </p:nvSpPr>
        <p:spPr>
          <a:xfrm>
            <a:off x="713263" y="3161309"/>
            <a:ext cx="19293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95" name="Google Shape;795;p37"/>
          <p:cNvSpPr txBox="1"/>
          <p:nvPr>
            <p:ph idx="1" type="subTitle"/>
          </p:nvPr>
        </p:nvSpPr>
        <p:spPr>
          <a:xfrm>
            <a:off x="713263" y="3527009"/>
            <a:ext cx="19293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96" name="Google Shape;796;p37"/>
          <p:cNvSpPr txBox="1"/>
          <p:nvPr>
            <p:ph idx="2" type="title"/>
          </p:nvPr>
        </p:nvSpPr>
        <p:spPr>
          <a:xfrm>
            <a:off x="4572071" y="3161309"/>
            <a:ext cx="19293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797" name="Google Shape;797;p37"/>
          <p:cNvSpPr txBox="1"/>
          <p:nvPr>
            <p:ph idx="3" type="subTitle"/>
          </p:nvPr>
        </p:nvSpPr>
        <p:spPr>
          <a:xfrm>
            <a:off x="4571834" y="3527009"/>
            <a:ext cx="19293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798" name="Google Shape;798;p37"/>
          <p:cNvSpPr txBox="1"/>
          <p:nvPr>
            <p:ph idx="4" type="title"/>
          </p:nvPr>
        </p:nvSpPr>
        <p:spPr>
          <a:xfrm>
            <a:off x="2642667" y="3161309"/>
            <a:ext cx="19293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99" name="Google Shape;799;p37"/>
          <p:cNvSpPr txBox="1"/>
          <p:nvPr>
            <p:ph idx="5" type="subTitle"/>
          </p:nvPr>
        </p:nvSpPr>
        <p:spPr>
          <a:xfrm>
            <a:off x="2642497" y="3527009"/>
            <a:ext cx="19293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00" name="Google Shape;800;p37"/>
          <p:cNvSpPr txBox="1"/>
          <p:nvPr>
            <p:ph idx="6" type="title"/>
          </p:nvPr>
        </p:nvSpPr>
        <p:spPr>
          <a:xfrm>
            <a:off x="6501476" y="3161309"/>
            <a:ext cx="19293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801" name="Google Shape;801;p37"/>
          <p:cNvSpPr txBox="1"/>
          <p:nvPr>
            <p:ph idx="7" type="subTitle"/>
          </p:nvPr>
        </p:nvSpPr>
        <p:spPr>
          <a:xfrm>
            <a:off x="6501476" y="3527009"/>
            <a:ext cx="19293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802" name="Google Shape;802;p37"/>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2">
    <p:spTree>
      <p:nvGrpSpPr>
        <p:cNvPr id="803" name="Shape 803"/>
        <p:cNvGrpSpPr/>
        <p:nvPr/>
      </p:nvGrpSpPr>
      <p:grpSpPr>
        <a:xfrm>
          <a:off x="0" y="0"/>
          <a:ext cx="0" cy="0"/>
          <a:chOff x="0" y="0"/>
          <a:chExt cx="0" cy="0"/>
        </a:xfrm>
      </p:grpSpPr>
      <p:sp>
        <p:nvSpPr>
          <p:cNvPr id="804" name="Google Shape;804;p38"/>
          <p:cNvSpPr/>
          <p:nvPr/>
        </p:nvSpPr>
        <p:spPr>
          <a:xfrm rot="-7290801">
            <a:off x="-200917" y="4300677"/>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8"/>
          <p:cNvSpPr/>
          <p:nvPr/>
        </p:nvSpPr>
        <p:spPr>
          <a:xfrm rot="-7770583">
            <a:off x="7986899" y="-419142"/>
            <a:ext cx="1444211" cy="147375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8"/>
          <p:cNvSpPr/>
          <p:nvPr/>
        </p:nvSpPr>
        <p:spPr>
          <a:xfrm flipH="1" rot="-6865797">
            <a:off x="8471474" y="424454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8"/>
          <p:cNvSpPr/>
          <p:nvPr/>
        </p:nvSpPr>
        <p:spPr>
          <a:xfrm rot="-1820385">
            <a:off x="-174032" y="17215"/>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8"/>
          <p:cNvSpPr/>
          <p:nvPr/>
        </p:nvSpPr>
        <p:spPr>
          <a:xfrm rot="849156">
            <a:off x="883376" y="106688"/>
            <a:ext cx="295309" cy="52845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8"/>
          <p:cNvSpPr/>
          <p:nvPr/>
        </p:nvSpPr>
        <p:spPr>
          <a:xfrm>
            <a:off x="8571100" y="4285281"/>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 name="Google Shape;810;p38"/>
          <p:cNvGrpSpPr/>
          <p:nvPr/>
        </p:nvGrpSpPr>
        <p:grpSpPr>
          <a:xfrm rot="3550083">
            <a:off x="-24852" y="4250111"/>
            <a:ext cx="593155" cy="707094"/>
            <a:chOff x="8446375" y="3346247"/>
            <a:chExt cx="572406" cy="682360"/>
          </a:xfrm>
        </p:grpSpPr>
        <p:sp>
          <p:nvSpPr>
            <p:cNvPr id="811" name="Google Shape;811;p38"/>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8"/>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8"/>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8"/>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8"/>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 name="Google Shape;816;p38"/>
          <p:cNvGrpSpPr/>
          <p:nvPr/>
        </p:nvGrpSpPr>
        <p:grpSpPr>
          <a:xfrm>
            <a:off x="8416710" y="772717"/>
            <a:ext cx="483086" cy="429802"/>
            <a:chOff x="1101247" y="2686592"/>
            <a:chExt cx="483086" cy="429802"/>
          </a:xfrm>
        </p:grpSpPr>
        <p:sp>
          <p:nvSpPr>
            <p:cNvPr id="817" name="Google Shape;817;p38"/>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8"/>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 name="Google Shape;819;p38"/>
          <p:cNvSpPr txBox="1"/>
          <p:nvPr>
            <p:ph type="title"/>
          </p:nvPr>
        </p:nvSpPr>
        <p:spPr>
          <a:xfrm>
            <a:off x="715616" y="1803263"/>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820" name="Google Shape;820;p38"/>
          <p:cNvSpPr txBox="1"/>
          <p:nvPr>
            <p:ph idx="1" type="subTitle"/>
          </p:nvPr>
        </p:nvSpPr>
        <p:spPr>
          <a:xfrm>
            <a:off x="715616" y="2168963"/>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21" name="Google Shape;821;p38"/>
          <p:cNvSpPr txBox="1"/>
          <p:nvPr>
            <p:ph idx="2" type="title"/>
          </p:nvPr>
        </p:nvSpPr>
        <p:spPr>
          <a:xfrm>
            <a:off x="6298984" y="1803263"/>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822" name="Google Shape;822;p38"/>
          <p:cNvSpPr txBox="1"/>
          <p:nvPr>
            <p:ph idx="3" type="subTitle"/>
          </p:nvPr>
        </p:nvSpPr>
        <p:spPr>
          <a:xfrm>
            <a:off x="6298984" y="2168963"/>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823" name="Google Shape;823;p38"/>
          <p:cNvSpPr txBox="1"/>
          <p:nvPr>
            <p:ph idx="4" type="title"/>
          </p:nvPr>
        </p:nvSpPr>
        <p:spPr>
          <a:xfrm>
            <a:off x="3507300" y="1803263"/>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824" name="Google Shape;824;p38"/>
          <p:cNvSpPr txBox="1"/>
          <p:nvPr>
            <p:ph idx="5" type="subTitle"/>
          </p:nvPr>
        </p:nvSpPr>
        <p:spPr>
          <a:xfrm>
            <a:off x="3507475" y="2168963"/>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25" name="Google Shape;825;p38"/>
          <p:cNvSpPr txBox="1"/>
          <p:nvPr>
            <p:ph idx="6" type="title"/>
          </p:nvPr>
        </p:nvSpPr>
        <p:spPr>
          <a:xfrm>
            <a:off x="2112532" y="3652388"/>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826" name="Google Shape;826;p38"/>
          <p:cNvSpPr txBox="1"/>
          <p:nvPr>
            <p:ph idx="7" type="subTitle"/>
          </p:nvPr>
        </p:nvSpPr>
        <p:spPr>
          <a:xfrm>
            <a:off x="2112820" y="4018088"/>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827" name="Google Shape;827;p38"/>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828" name="Google Shape;828;p38"/>
          <p:cNvSpPr txBox="1"/>
          <p:nvPr>
            <p:ph idx="9" type="title"/>
          </p:nvPr>
        </p:nvSpPr>
        <p:spPr>
          <a:xfrm>
            <a:off x="4902068" y="3652388"/>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829" name="Google Shape;829;p38"/>
          <p:cNvSpPr txBox="1"/>
          <p:nvPr>
            <p:ph idx="13" type="subTitle"/>
          </p:nvPr>
        </p:nvSpPr>
        <p:spPr>
          <a:xfrm>
            <a:off x="4902068" y="4018088"/>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830" name="Shape 830"/>
        <p:cNvGrpSpPr/>
        <p:nvPr/>
      </p:nvGrpSpPr>
      <p:grpSpPr>
        <a:xfrm>
          <a:off x="0" y="0"/>
          <a:ext cx="0" cy="0"/>
          <a:chOff x="0" y="0"/>
          <a:chExt cx="0" cy="0"/>
        </a:xfrm>
      </p:grpSpPr>
      <p:grpSp>
        <p:nvGrpSpPr>
          <p:cNvPr id="831" name="Google Shape;831;p39"/>
          <p:cNvGrpSpPr/>
          <p:nvPr/>
        </p:nvGrpSpPr>
        <p:grpSpPr>
          <a:xfrm rot="-625890">
            <a:off x="342" y="-260895"/>
            <a:ext cx="1120539" cy="1136985"/>
            <a:chOff x="727288" y="3991176"/>
            <a:chExt cx="1219992" cy="1237898"/>
          </a:xfrm>
        </p:grpSpPr>
        <p:sp>
          <p:nvSpPr>
            <p:cNvPr id="832" name="Google Shape;832;p39"/>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9"/>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9"/>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9"/>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 name="Google Shape;836;p39"/>
          <p:cNvSpPr/>
          <p:nvPr/>
        </p:nvSpPr>
        <p:spPr>
          <a:xfrm>
            <a:off x="1106675" y="-241825"/>
            <a:ext cx="561557" cy="59488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 name="Google Shape;837;p39"/>
          <p:cNvGrpSpPr/>
          <p:nvPr/>
        </p:nvGrpSpPr>
        <p:grpSpPr>
          <a:xfrm rot="-742780">
            <a:off x="8273253" y="4497770"/>
            <a:ext cx="1035629" cy="687651"/>
            <a:chOff x="6571588" y="4504700"/>
            <a:chExt cx="1035575" cy="687615"/>
          </a:xfrm>
        </p:grpSpPr>
        <p:sp>
          <p:nvSpPr>
            <p:cNvPr id="838" name="Google Shape;838;p39"/>
            <p:cNvSpPr/>
            <p:nvPr/>
          </p:nvSpPr>
          <p:spPr>
            <a:xfrm>
              <a:off x="6896838" y="4807241"/>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9"/>
            <p:cNvSpPr/>
            <p:nvPr/>
          </p:nvSpPr>
          <p:spPr>
            <a:xfrm>
              <a:off x="6571588" y="4504700"/>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 name="Google Shape;840;p39"/>
          <p:cNvSpPr/>
          <p:nvPr/>
        </p:nvSpPr>
        <p:spPr>
          <a:xfrm>
            <a:off x="7967500" y="-68450"/>
            <a:ext cx="1264725" cy="929600"/>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 name="Google Shape;841;p39"/>
          <p:cNvGrpSpPr/>
          <p:nvPr/>
        </p:nvGrpSpPr>
        <p:grpSpPr>
          <a:xfrm>
            <a:off x="8664950" y="614425"/>
            <a:ext cx="252200" cy="279550"/>
            <a:chOff x="601188" y="4660625"/>
            <a:chExt cx="252200" cy="279550"/>
          </a:xfrm>
        </p:grpSpPr>
        <p:sp>
          <p:nvSpPr>
            <p:cNvPr id="842" name="Google Shape;842;p39"/>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9"/>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9"/>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9"/>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 name="Google Shape;846;p39"/>
          <p:cNvSpPr/>
          <p:nvPr/>
        </p:nvSpPr>
        <p:spPr>
          <a:xfrm rot="2513794">
            <a:off x="-147314" y="4447474"/>
            <a:ext cx="1118575" cy="312361"/>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9"/>
          <p:cNvSpPr/>
          <p:nvPr/>
        </p:nvSpPr>
        <p:spPr>
          <a:xfrm rot="1885555">
            <a:off x="26415" y="4853380"/>
            <a:ext cx="1118566"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9"/>
          <p:cNvSpPr txBox="1"/>
          <p:nvPr>
            <p:ph type="title"/>
          </p:nvPr>
        </p:nvSpPr>
        <p:spPr>
          <a:xfrm>
            <a:off x="774813" y="1842971"/>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49" name="Google Shape;849;p39"/>
          <p:cNvSpPr txBox="1"/>
          <p:nvPr>
            <p:ph idx="1" type="subTitle"/>
          </p:nvPr>
        </p:nvSpPr>
        <p:spPr>
          <a:xfrm>
            <a:off x="774813" y="2330496"/>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0" name="Google Shape;850;p39"/>
          <p:cNvSpPr txBox="1"/>
          <p:nvPr>
            <p:ph idx="2" type="title"/>
          </p:nvPr>
        </p:nvSpPr>
        <p:spPr>
          <a:xfrm>
            <a:off x="3474213" y="1842971"/>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1" name="Google Shape;851;p39"/>
          <p:cNvSpPr txBox="1"/>
          <p:nvPr>
            <p:ph idx="3" type="subTitle"/>
          </p:nvPr>
        </p:nvSpPr>
        <p:spPr>
          <a:xfrm>
            <a:off x="3474216" y="2330496"/>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2" name="Google Shape;852;p39"/>
          <p:cNvSpPr txBox="1"/>
          <p:nvPr>
            <p:ph idx="4" type="title"/>
          </p:nvPr>
        </p:nvSpPr>
        <p:spPr>
          <a:xfrm>
            <a:off x="774813" y="3454968"/>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3" name="Google Shape;853;p39"/>
          <p:cNvSpPr txBox="1"/>
          <p:nvPr>
            <p:ph idx="5" type="subTitle"/>
          </p:nvPr>
        </p:nvSpPr>
        <p:spPr>
          <a:xfrm>
            <a:off x="774813" y="3942493"/>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4" name="Google Shape;854;p39"/>
          <p:cNvSpPr txBox="1"/>
          <p:nvPr>
            <p:ph idx="6" type="title"/>
          </p:nvPr>
        </p:nvSpPr>
        <p:spPr>
          <a:xfrm>
            <a:off x="3474213" y="3454968"/>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5" name="Google Shape;855;p39"/>
          <p:cNvSpPr txBox="1"/>
          <p:nvPr>
            <p:ph idx="7" type="subTitle"/>
          </p:nvPr>
        </p:nvSpPr>
        <p:spPr>
          <a:xfrm>
            <a:off x="3474213" y="3942493"/>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6" name="Google Shape;856;p39"/>
          <p:cNvSpPr txBox="1"/>
          <p:nvPr>
            <p:ph idx="8" type="title"/>
          </p:nvPr>
        </p:nvSpPr>
        <p:spPr>
          <a:xfrm>
            <a:off x="6173488" y="1842971"/>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7" name="Google Shape;857;p39"/>
          <p:cNvSpPr txBox="1"/>
          <p:nvPr>
            <p:ph idx="9" type="subTitle"/>
          </p:nvPr>
        </p:nvSpPr>
        <p:spPr>
          <a:xfrm>
            <a:off x="6173489" y="2330496"/>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8" name="Google Shape;858;p39"/>
          <p:cNvSpPr txBox="1"/>
          <p:nvPr>
            <p:ph idx="13" type="title"/>
          </p:nvPr>
        </p:nvSpPr>
        <p:spPr>
          <a:xfrm>
            <a:off x="6173488" y="3454968"/>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9" name="Google Shape;859;p39"/>
          <p:cNvSpPr txBox="1"/>
          <p:nvPr>
            <p:ph idx="14" type="subTitle"/>
          </p:nvPr>
        </p:nvSpPr>
        <p:spPr>
          <a:xfrm>
            <a:off x="6173488" y="3942493"/>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60" name="Google Shape;860;p39"/>
          <p:cNvSpPr txBox="1"/>
          <p:nvPr>
            <p:ph idx="15"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BLANK_1_1_1_1_1_1">
    <p:spTree>
      <p:nvGrpSpPr>
        <p:cNvPr id="861" name="Shape 861"/>
        <p:cNvGrpSpPr/>
        <p:nvPr/>
      </p:nvGrpSpPr>
      <p:grpSpPr>
        <a:xfrm>
          <a:off x="0" y="0"/>
          <a:ext cx="0" cy="0"/>
          <a:chOff x="0" y="0"/>
          <a:chExt cx="0" cy="0"/>
        </a:xfrm>
      </p:grpSpPr>
      <p:grpSp>
        <p:nvGrpSpPr>
          <p:cNvPr id="862" name="Google Shape;862;p40"/>
          <p:cNvGrpSpPr/>
          <p:nvPr/>
        </p:nvGrpSpPr>
        <p:grpSpPr>
          <a:xfrm rot="-625890">
            <a:off x="342" y="-260895"/>
            <a:ext cx="1120539" cy="1136985"/>
            <a:chOff x="727288" y="3991176"/>
            <a:chExt cx="1219992" cy="1237898"/>
          </a:xfrm>
        </p:grpSpPr>
        <p:sp>
          <p:nvSpPr>
            <p:cNvPr id="863" name="Google Shape;863;p40"/>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0"/>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0"/>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0"/>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 name="Google Shape;867;p40"/>
          <p:cNvSpPr/>
          <p:nvPr/>
        </p:nvSpPr>
        <p:spPr>
          <a:xfrm>
            <a:off x="1106675" y="-241825"/>
            <a:ext cx="561557" cy="59488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 name="Google Shape;868;p40"/>
          <p:cNvGrpSpPr/>
          <p:nvPr/>
        </p:nvGrpSpPr>
        <p:grpSpPr>
          <a:xfrm rot="-742780">
            <a:off x="8273253" y="4497770"/>
            <a:ext cx="1035629" cy="687651"/>
            <a:chOff x="6571588" y="4504700"/>
            <a:chExt cx="1035575" cy="687615"/>
          </a:xfrm>
        </p:grpSpPr>
        <p:sp>
          <p:nvSpPr>
            <p:cNvPr id="869" name="Google Shape;869;p40"/>
            <p:cNvSpPr/>
            <p:nvPr/>
          </p:nvSpPr>
          <p:spPr>
            <a:xfrm>
              <a:off x="6896838" y="4807241"/>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0"/>
            <p:cNvSpPr/>
            <p:nvPr/>
          </p:nvSpPr>
          <p:spPr>
            <a:xfrm>
              <a:off x="6571588" y="4504700"/>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 name="Google Shape;871;p40"/>
          <p:cNvSpPr/>
          <p:nvPr/>
        </p:nvSpPr>
        <p:spPr>
          <a:xfrm>
            <a:off x="7967500" y="-68450"/>
            <a:ext cx="1264725" cy="929600"/>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 name="Google Shape;872;p40"/>
          <p:cNvGrpSpPr/>
          <p:nvPr/>
        </p:nvGrpSpPr>
        <p:grpSpPr>
          <a:xfrm>
            <a:off x="8664950" y="614425"/>
            <a:ext cx="252200" cy="279550"/>
            <a:chOff x="601188" y="4660625"/>
            <a:chExt cx="252200" cy="279550"/>
          </a:xfrm>
        </p:grpSpPr>
        <p:sp>
          <p:nvSpPr>
            <p:cNvPr id="873" name="Google Shape;873;p40"/>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0"/>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0"/>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0"/>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 name="Google Shape;877;p40"/>
          <p:cNvSpPr/>
          <p:nvPr/>
        </p:nvSpPr>
        <p:spPr>
          <a:xfrm rot="2513794">
            <a:off x="-147314" y="4447474"/>
            <a:ext cx="1118575" cy="312361"/>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0"/>
          <p:cNvSpPr/>
          <p:nvPr/>
        </p:nvSpPr>
        <p:spPr>
          <a:xfrm rot="1885555">
            <a:off x="26415" y="4853380"/>
            <a:ext cx="1118566"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0"/>
          <p:cNvSpPr txBox="1"/>
          <p:nvPr>
            <p:ph type="title"/>
          </p:nvPr>
        </p:nvSpPr>
        <p:spPr>
          <a:xfrm>
            <a:off x="2210729" y="1113503"/>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0" name="Google Shape;880;p40"/>
          <p:cNvSpPr txBox="1"/>
          <p:nvPr>
            <p:ph idx="1" type="subTitle"/>
          </p:nvPr>
        </p:nvSpPr>
        <p:spPr>
          <a:xfrm>
            <a:off x="2210729" y="1479203"/>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1" name="Google Shape;881;p40"/>
          <p:cNvSpPr txBox="1"/>
          <p:nvPr>
            <p:ph idx="2" type="title"/>
          </p:nvPr>
        </p:nvSpPr>
        <p:spPr>
          <a:xfrm>
            <a:off x="5590090" y="1113503"/>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2" name="Google Shape;882;p40"/>
          <p:cNvSpPr txBox="1"/>
          <p:nvPr>
            <p:ph idx="3" type="subTitle"/>
          </p:nvPr>
        </p:nvSpPr>
        <p:spPr>
          <a:xfrm>
            <a:off x="5590156" y="1479203"/>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3" name="Google Shape;883;p40"/>
          <p:cNvSpPr txBox="1"/>
          <p:nvPr>
            <p:ph idx="4" type="title"/>
          </p:nvPr>
        </p:nvSpPr>
        <p:spPr>
          <a:xfrm>
            <a:off x="2210729" y="2300768"/>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4" name="Google Shape;884;p40"/>
          <p:cNvSpPr txBox="1"/>
          <p:nvPr>
            <p:ph idx="5" type="subTitle"/>
          </p:nvPr>
        </p:nvSpPr>
        <p:spPr>
          <a:xfrm>
            <a:off x="2210729" y="2666465"/>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5" name="Google Shape;885;p40"/>
          <p:cNvSpPr txBox="1"/>
          <p:nvPr>
            <p:ph idx="6" type="title"/>
          </p:nvPr>
        </p:nvSpPr>
        <p:spPr>
          <a:xfrm>
            <a:off x="5590165" y="2300766"/>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6" name="Google Shape;886;p40"/>
          <p:cNvSpPr txBox="1"/>
          <p:nvPr>
            <p:ph idx="7" type="subTitle"/>
          </p:nvPr>
        </p:nvSpPr>
        <p:spPr>
          <a:xfrm>
            <a:off x="5590102" y="2666465"/>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7" name="Google Shape;887;p40"/>
          <p:cNvSpPr txBox="1"/>
          <p:nvPr>
            <p:ph idx="8" type="title"/>
          </p:nvPr>
        </p:nvSpPr>
        <p:spPr>
          <a:xfrm>
            <a:off x="2210729" y="3488032"/>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8" name="Google Shape;888;p40"/>
          <p:cNvSpPr txBox="1"/>
          <p:nvPr>
            <p:ph idx="9" type="subTitle"/>
          </p:nvPr>
        </p:nvSpPr>
        <p:spPr>
          <a:xfrm>
            <a:off x="2210729" y="3853732"/>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9" name="Google Shape;889;p40"/>
          <p:cNvSpPr txBox="1"/>
          <p:nvPr>
            <p:ph idx="13" type="title"/>
          </p:nvPr>
        </p:nvSpPr>
        <p:spPr>
          <a:xfrm>
            <a:off x="5590078" y="3488029"/>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90" name="Google Shape;890;p40"/>
          <p:cNvSpPr txBox="1"/>
          <p:nvPr>
            <p:ph idx="14" type="subTitle"/>
          </p:nvPr>
        </p:nvSpPr>
        <p:spPr>
          <a:xfrm>
            <a:off x="5590015" y="3853729"/>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91" name="Google Shape;891;p40"/>
          <p:cNvSpPr txBox="1"/>
          <p:nvPr>
            <p:ph idx="15"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
    <p:spTree>
      <p:nvGrpSpPr>
        <p:cNvPr id="892" name="Shape 892"/>
        <p:cNvGrpSpPr/>
        <p:nvPr/>
      </p:nvGrpSpPr>
      <p:grpSpPr>
        <a:xfrm>
          <a:off x="0" y="0"/>
          <a:ext cx="0" cy="0"/>
          <a:chOff x="0" y="0"/>
          <a:chExt cx="0" cy="0"/>
        </a:xfrm>
      </p:grpSpPr>
      <p:sp>
        <p:nvSpPr>
          <p:cNvPr id="893" name="Google Shape;893;p41"/>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894" name="Google Shape;894;p41"/>
          <p:cNvSpPr/>
          <p:nvPr/>
        </p:nvSpPr>
        <p:spPr>
          <a:xfrm flipH="1">
            <a:off x="-258994" y="5021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 name="Google Shape;895;p41"/>
          <p:cNvGrpSpPr/>
          <p:nvPr/>
        </p:nvGrpSpPr>
        <p:grpSpPr>
          <a:xfrm>
            <a:off x="98450" y="537972"/>
            <a:ext cx="572406" cy="682360"/>
            <a:chOff x="98450" y="537972"/>
            <a:chExt cx="572406" cy="682360"/>
          </a:xfrm>
        </p:grpSpPr>
        <p:sp>
          <p:nvSpPr>
            <p:cNvPr id="896" name="Google Shape;896;p41"/>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1"/>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1"/>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1"/>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1"/>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 name="Google Shape;901;p41"/>
          <p:cNvSpPr/>
          <p:nvPr/>
        </p:nvSpPr>
        <p:spPr>
          <a:xfrm flipH="1" rot="10149192">
            <a:off x="8131019" y="-109399"/>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1"/>
          <p:cNvSpPr/>
          <p:nvPr/>
        </p:nvSpPr>
        <p:spPr>
          <a:xfrm>
            <a:off x="8688313" y="829868"/>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1"/>
          <p:cNvSpPr/>
          <p:nvPr/>
        </p:nvSpPr>
        <p:spPr>
          <a:xfrm>
            <a:off x="2164375" y="1543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1"/>
          <p:cNvSpPr/>
          <p:nvPr/>
        </p:nvSpPr>
        <p:spPr>
          <a:xfrm rot="410715">
            <a:off x="8636638" y="4125607"/>
            <a:ext cx="219842" cy="393425"/>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1"/>
          <p:cNvSpPr/>
          <p:nvPr/>
        </p:nvSpPr>
        <p:spPr>
          <a:xfrm rot="-849671">
            <a:off x="7478316" y="141937"/>
            <a:ext cx="315649" cy="341642"/>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1"/>
          <p:cNvSpPr/>
          <p:nvPr/>
        </p:nvSpPr>
        <p:spPr>
          <a:xfrm flipH="1" rot="-6330502">
            <a:off x="-561387" y="4359874"/>
            <a:ext cx="1118597" cy="312362"/>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1"/>
          <p:cNvSpPr/>
          <p:nvPr/>
        </p:nvSpPr>
        <p:spPr>
          <a:xfrm flipH="1" rot="-5702344">
            <a:off x="-237920" y="4697201"/>
            <a:ext cx="1118615" cy="312366"/>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1"/>
          <p:cNvSpPr/>
          <p:nvPr/>
        </p:nvSpPr>
        <p:spPr>
          <a:xfrm>
            <a:off x="3886763" y="47395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1"/>
          <p:cNvSpPr/>
          <p:nvPr/>
        </p:nvSpPr>
        <p:spPr>
          <a:xfrm>
            <a:off x="4383638" y="4694988"/>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
    <p:spTree>
      <p:nvGrpSpPr>
        <p:cNvPr id="910" name="Shape 910"/>
        <p:cNvGrpSpPr/>
        <p:nvPr/>
      </p:nvGrpSpPr>
      <p:grpSpPr>
        <a:xfrm>
          <a:off x="0" y="0"/>
          <a:ext cx="0" cy="0"/>
          <a:chOff x="0" y="0"/>
          <a:chExt cx="0" cy="0"/>
        </a:xfrm>
      </p:grpSpPr>
      <p:sp>
        <p:nvSpPr>
          <p:cNvPr id="911" name="Google Shape;911;p42"/>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912" name="Google Shape;912;p42"/>
          <p:cNvSpPr/>
          <p:nvPr/>
        </p:nvSpPr>
        <p:spPr>
          <a:xfrm rot="-5095815">
            <a:off x="-119530" y="4151239"/>
            <a:ext cx="1216491" cy="1121461"/>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2"/>
          <p:cNvSpPr/>
          <p:nvPr/>
        </p:nvSpPr>
        <p:spPr>
          <a:xfrm>
            <a:off x="8088650" y="44474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2"/>
          <p:cNvSpPr/>
          <p:nvPr/>
        </p:nvSpPr>
        <p:spPr>
          <a:xfrm flipH="1" rot="-5714785">
            <a:off x="8152725" y="-135450"/>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2"/>
          <p:cNvSpPr/>
          <p:nvPr/>
        </p:nvSpPr>
        <p:spPr>
          <a:xfrm flipH="1" rot="-4745172">
            <a:off x="8366558" y="-273499"/>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 name="Google Shape;916;p42"/>
          <p:cNvGrpSpPr/>
          <p:nvPr/>
        </p:nvGrpSpPr>
        <p:grpSpPr>
          <a:xfrm>
            <a:off x="268938" y="69772"/>
            <a:ext cx="572406" cy="682360"/>
            <a:chOff x="8446375" y="3346247"/>
            <a:chExt cx="572406" cy="682360"/>
          </a:xfrm>
        </p:grpSpPr>
        <p:sp>
          <p:nvSpPr>
            <p:cNvPr id="917" name="Google Shape;917;p42"/>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2"/>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2"/>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2"/>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2"/>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42"/>
          <p:cNvGrpSpPr/>
          <p:nvPr/>
        </p:nvGrpSpPr>
        <p:grpSpPr>
          <a:xfrm>
            <a:off x="80889" y="3742171"/>
            <a:ext cx="595931" cy="530198"/>
            <a:chOff x="7915789" y="108771"/>
            <a:chExt cx="595931" cy="530198"/>
          </a:xfrm>
        </p:grpSpPr>
        <p:sp>
          <p:nvSpPr>
            <p:cNvPr id="923" name="Google Shape;923;p42"/>
            <p:cNvSpPr/>
            <p:nvPr/>
          </p:nvSpPr>
          <p:spPr>
            <a:xfrm rot="1520042">
              <a:off x="8076449" y="166765"/>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2"/>
            <p:cNvSpPr/>
            <p:nvPr/>
          </p:nvSpPr>
          <p:spPr>
            <a:xfrm rot="1520042">
              <a:off x="7998035" y="142242"/>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 name="Google Shape;925;p42"/>
          <p:cNvSpPr/>
          <p:nvPr/>
        </p:nvSpPr>
        <p:spPr>
          <a:xfrm rot="-470258">
            <a:off x="8533600" y="4575658"/>
            <a:ext cx="426238" cy="349877"/>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
    <p:spTree>
      <p:nvGrpSpPr>
        <p:cNvPr id="926" name="Shape 926"/>
        <p:cNvGrpSpPr/>
        <p:nvPr/>
      </p:nvGrpSpPr>
      <p:grpSpPr>
        <a:xfrm>
          <a:off x="0" y="0"/>
          <a:ext cx="0" cy="0"/>
          <a:chOff x="0" y="0"/>
          <a:chExt cx="0" cy="0"/>
        </a:xfrm>
      </p:grpSpPr>
      <p:sp>
        <p:nvSpPr>
          <p:cNvPr id="927" name="Google Shape;927;p43"/>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928" name="Google Shape;928;p43"/>
          <p:cNvSpPr/>
          <p:nvPr/>
        </p:nvSpPr>
        <p:spPr>
          <a:xfrm rot="889759">
            <a:off x="7648293" y="-795808"/>
            <a:ext cx="1866274" cy="1551373"/>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3"/>
          <p:cNvSpPr/>
          <p:nvPr/>
        </p:nvSpPr>
        <p:spPr>
          <a:xfrm>
            <a:off x="8139895" y="4192640"/>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3"/>
          <p:cNvSpPr/>
          <p:nvPr/>
        </p:nvSpPr>
        <p:spPr>
          <a:xfrm rot="1579595">
            <a:off x="216948" y="14355"/>
            <a:ext cx="310695" cy="105098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 name="Google Shape;931;p43"/>
          <p:cNvGrpSpPr/>
          <p:nvPr/>
        </p:nvGrpSpPr>
        <p:grpSpPr>
          <a:xfrm>
            <a:off x="8178450" y="89522"/>
            <a:ext cx="572406" cy="682360"/>
            <a:chOff x="8178450" y="89522"/>
            <a:chExt cx="572406" cy="682360"/>
          </a:xfrm>
        </p:grpSpPr>
        <p:sp>
          <p:nvSpPr>
            <p:cNvPr id="932" name="Google Shape;932;p43"/>
            <p:cNvSpPr/>
            <p:nvPr/>
          </p:nvSpPr>
          <p:spPr>
            <a:xfrm>
              <a:off x="8324625" y="5808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3"/>
            <p:cNvSpPr/>
            <p:nvPr/>
          </p:nvSpPr>
          <p:spPr>
            <a:xfrm>
              <a:off x="8501702" y="4694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3"/>
            <p:cNvSpPr/>
            <p:nvPr/>
          </p:nvSpPr>
          <p:spPr>
            <a:xfrm>
              <a:off x="8357560" y="2738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3"/>
            <p:cNvSpPr/>
            <p:nvPr/>
          </p:nvSpPr>
          <p:spPr>
            <a:xfrm>
              <a:off x="8178450" y="3911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3"/>
            <p:cNvSpPr/>
            <p:nvPr/>
          </p:nvSpPr>
          <p:spPr>
            <a:xfrm>
              <a:off x="8584040" y="895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 name="Google Shape;937;p43"/>
          <p:cNvSpPr/>
          <p:nvPr/>
        </p:nvSpPr>
        <p:spPr>
          <a:xfrm rot="535568">
            <a:off x="8389291" y="4100132"/>
            <a:ext cx="251651" cy="428694"/>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3"/>
          <p:cNvSpPr/>
          <p:nvPr/>
        </p:nvSpPr>
        <p:spPr>
          <a:xfrm rot="1204829">
            <a:off x="-52255" y="-473928"/>
            <a:ext cx="417921" cy="1413700"/>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3"/>
          <p:cNvSpPr/>
          <p:nvPr/>
        </p:nvSpPr>
        <p:spPr>
          <a:xfrm>
            <a:off x="1061450" y="4532265"/>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 name="Google Shape;940;p43"/>
          <p:cNvGrpSpPr/>
          <p:nvPr/>
        </p:nvGrpSpPr>
        <p:grpSpPr>
          <a:xfrm>
            <a:off x="1985746" y="46069"/>
            <a:ext cx="420044" cy="373713"/>
            <a:chOff x="295547" y="4265442"/>
            <a:chExt cx="483086" cy="429802"/>
          </a:xfrm>
        </p:grpSpPr>
        <p:sp>
          <p:nvSpPr>
            <p:cNvPr id="941" name="Google Shape;941;p43"/>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3"/>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 name="Google Shape;943;p43"/>
          <p:cNvSpPr/>
          <p:nvPr/>
        </p:nvSpPr>
        <p:spPr>
          <a:xfrm flipH="1" rot="-31007">
            <a:off x="250301" y="4816747"/>
            <a:ext cx="376745" cy="382689"/>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3"/>
          <p:cNvSpPr/>
          <p:nvPr/>
        </p:nvSpPr>
        <p:spPr>
          <a:xfrm flipH="1" rot="-31007">
            <a:off x="-84679" y="4514243"/>
            <a:ext cx="1035617" cy="687643"/>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5">
    <p:spTree>
      <p:nvGrpSpPr>
        <p:cNvPr id="945" name="Shape 945"/>
        <p:cNvGrpSpPr/>
        <p:nvPr/>
      </p:nvGrpSpPr>
      <p:grpSpPr>
        <a:xfrm>
          <a:off x="0" y="0"/>
          <a:ext cx="0" cy="0"/>
          <a:chOff x="0" y="0"/>
          <a:chExt cx="0" cy="0"/>
        </a:xfrm>
      </p:grpSpPr>
      <p:grpSp>
        <p:nvGrpSpPr>
          <p:cNvPr id="946" name="Google Shape;946;p44"/>
          <p:cNvGrpSpPr/>
          <p:nvPr/>
        </p:nvGrpSpPr>
        <p:grpSpPr>
          <a:xfrm>
            <a:off x="993538" y="60549"/>
            <a:ext cx="538722" cy="479299"/>
            <a:chOff x="5927389" y="663096"/>
            <a:chExt cx="595931" cy="530198"/>
          </a:xfrm>
        </p:grpSpPr>
        <p:sp>
          <p:nvSpPr>
            <p:cNvPr id="947" name="Google Shape;947;p44"/>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4"/>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 name="Google Shape;949;p44"/>
          <p:cNvSpPr/>
          <p:nvPr/>
        </p:nvSpPr>
        <p:spPr>
          <a:xfrm rot="8586889">
            <a:off x="33663" y="10220"/>
            <a:ext cx="608757" cy="923173"/>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4"/>
          <p:cNvSpPr/>
          <p:nvPr/>
        </p:nvSpPr>
        <p:spPr>
          <a:xfrm flipH="1" rot="-4784350">
            <a:off x="8275484" y="-199297"/>
            <a:ext cx="393115" cy="13527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4"/>
          <p:cNvSpPr/>
          <p:nvPr/>
        </p:nvSpPr>
        <p:spPr>
          <a:xfrm flipH="1" rot="-3814725">
            <a:off x="8565319" y="-283460"/>
            <a:ext cx="326969" cy="110603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 name="Google Shape;952;p44"/>
          <p:cNvGrpSpPr/>
          <p:nvPr/>
        </p:nvGrpSpPr>
        <p:grpSpPr>
          <a:xfrm>
            <a:off x="8037812" y="4298785"/>
            <a:ext cx="1258993" cy="1313658"/>
            <a:chOff x="8085825" y="1477998"/>
            <a:chExt cx="1383661" cy="1443739"/>
          </a:xfrm>
        </p:grpSpPr>
        <p:sp>
          <p:nvSpPr>
            <p:cNvPr id="953" name="Google Shape;953;p44"/>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4"/>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4"/>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4"/>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 name="Google Shape;957;p44"/>
          <p:cNvSpPr/>
          <p:nvPr/>
        </p:nvSpPr>
        <p:spPr>
          <a:xfrm>
            <a:off x="1507725" y="4881250"/>
            <a:ext cx="370700" cy="391200"/>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4"/>
          <p:cNvSpPr/>
          <p:nvPr/>
        </p:nvSpPr>
        <p:spPr>
          <a:xfrm rot="728967">
            <a:off x="8690892" y="3783596"/>
            <a:ext cx="273784" cy="46642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 name="Google Shape;959;p44"/>
          <p:cNvGrpSpPr/>
          <p:nvPr/>
        </p:nvGrpSpPr>
        <p:grpSpPr>
          <a:xfrm>
            <a:off x="85962" y="661922"/>
            <a:ext cx="334518" cy="370795"/>
            <a:chOff x="601188" y="4660625"/>
            <a:chExt cx="252200" cy="279550"/>
          </a:xfrm>
        </p:grpSpPr>
        <p:sp>
          <p:nvSpPr>
            <p:cNvPr id="960" name="Google Shape;960;p44"/>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4"/>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4"/>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4"/>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 name="Google Shape;964;p44"/>
          <p:cNvSpPr/>
          <p:nvPr/>
        </p:nvSpPr>
        <p:spPr>
          <a:xfrm rot="9150926">
            <a:off x="-172562" y="4378800"/>
            <a:ext cx="1395690" cy="1025862"/>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4"/>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5_1">
    <p:spTree>
      <p:nvGrpSpPr>
        <p:cNvPr id="966" name="Shape 966"/>
        <p:cNvGrpSpPr/>
        <p:nvPr/>
      </p:nvGrpSpPr>
      <p:grpSpPr>
        <a:xfrm>
          <a:off x="0" y="0"/>
          <a:ext cx="0" cy="0"/>
          <a:chOff x="0" y="0"/>
          <a:chExt cx="0" cy="0"/>
        </a:xfrm>
      </p:grpSpPr>
      <p:grpSp>
        <p:nvGrpSpPr>
          <p:cNvPr id="967" name="Google Shape;967;p45"/>
          <p:cNvGrpSpPr/>
          <p:nvPr/>
        </p:nvGrpSpPr>
        <p:grpSpPr>
          <a:xfrm>
            <a:off x="993538" y="60549"/>
            <a:ext cx="538722" cy="479299"/>
            <a:chOff x="5927389" y="663096"/>
            <a:chExt cx="595931" cy="530198"/>
          </a:xfrm>
        </p:grpSpPr>
        <p:sp>
          <p:nvSpPr>
            <p:cNvPr id="968" name="Google Shape;968;p45"/>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5"/>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 name="Google Shape;970;p45"/>
          <p:cNvSpPr/>
          <p:nvPr/>
        </p:nvSpPr>
        <p:spPr>
          <a:xfrm rot="8586889">
            <a:off x="33663" y="10220"/>
            <a:ext cx="608757" cy="923173"/>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5"/>
          <p:cNvSpPr/>
          <p:nvPr/>
        </p:nvSpPr>
        <p:spPr>
          <a:xfrm flipH="1" rot="-4784350">
            <a:off x="8275484" y="-199297"/>
            <a:ext cx="393115" cy="13527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5"/>
          <p:cNvSpPr/>
          <p:nvPr/>
        </p:nvSpPr>
        <p:spPr>
          <a:xfrm flipH="1" rot="-3814725">
            <a:off x="8565319" y="-283460"/>
            <a:ext cx="326969" cy="110603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 name="Google Shape;973;p45"/>
          <p:cNvGrpSpPr/>
          <p:nvPr/>
        </p:nvGrpSpPr>
        <p:grpSpPr>
          <a:xfrm>
            <a:off x="8037812" y="4298785"/>
            <a:ext cx="1258993" cy="1313658"/>
            <a:chOff x="8085825" y="1477998"/>
            <a:chExt cx="1383661" cy="1443739"/>
          </a:xfrm>
        </p:grpSpPr>
        <p:sp>
          <p:nvSpPr>
            <p:cNvPr id="974" name="Google Shape;974;p45"/>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5"/>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5"/>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5"/>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 name="Google Shape;978;p45"/>
          <p:cNvSpPr/>
          <p:nvPr/>
        </p:nvSpPr>
        <p:spPr>
          <a:xfrm>
            <a:off x="1507725" y="4881250"/>
            <a:ext cx="370700" cy="391200"/>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5"/>
          <p:cNvSpPr/>
          <p:nvPr/>
        </p:nvSpPr>
        <p:spPr>
          <a:xfrm rot="728967">
            <a:off x="8690892" y="3783596"/>
            <a:ext cx="273784" cy="46642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 name="Google Shape;980;p45"/>
          <p:cNvGrpSpPr/>
          <p:nvPr/>
        </p:nvGrpSpPr>
        <p:grpSpPr>
          <a:xfrm>
            <a:off x="85962" y="661922"/>
            <a:ext cx="334518" cy="370795"/>
            <a:chOff x="601188" y="4660625"/>
            <a:chExt cx="252200" cy="279550"/>
          </a:xfrm>
        </p:grpSpPr>
        <p:sp>
          <p:nvSpPr>
            <p:cNvPr id="981" name="Google Shape;981;p45"/>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5"/>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5"/>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5"/>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 name="Google Shape;985;p45"/>
          <p:cNvSpPr/>
          <p:nvPr/>
        </p:nvSpPr>
        <p:spPr>
          <a:xfrm rot="9150926">
            <a:off x="-172562" y="4378800"/>
            <a:ext cx="1395690" cy="1025862"/>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5"/>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5_1_1">
    <p:spTree>
      <p:nvGrpSpPr>
        <p:cNvPr id="987" name="Shape 987"/>
        <p:cNvGrpSpPr/>
        <p:nvPr/>
      </p:nvGrpSpPr>
      <p:grpSpPr>
        <a:xfrm>
          <a:off x="0" y="0"/>
          <a:ext cx="0" cy="0"/>
          <a:chOff x="0" y="0"/>
          <a:chExt cx="0" cy="0"/>
        </a:xfrm>
      </p:grpSpPr>
      <p:grpSp>
        <p:nvGrpSpPr>
          <p:cNvPr id="988" name="Google Shape;988;p46"/>
          <p:cNvGrpSpPr/>
          <p:nvPr/>
        </p:nvGrpSpPr>
        <p:grpSpPr>
          <a:xfrm>
            <a:off x="8459438" y="3765774"/>
            <a:ext cx="538722" cy="479299"/>
            <a:chOff x="5927389" y="663096"/>
            <a:chExt cx="595931" cy="530198"/>
          </a:xfrm>
        </p:grpSpPr>
        <p:sp>
          <p:nvSpPr>
            <p:cNvPr id="989" name="Google Shape;989;p46"/>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6"/>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 name="Google Shape;991;p46"/>
          <p:cNvSpPr/>
          <p:nvPr/>
        </p:nvSpPr>
        <p:spPr>
          <a:xfrm rot="8586889">
            <a:off x="8646913" y="4561970"/>
            <a:ext cx="608757" cy="923173"/>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6"/>
          <p:cNvSpPr/>
          <p:nvPr/>
        </p:nvSpPr>
        <p:spPr>
          <a:xfrm flipH="1" rot="-4784350">
            <a:off x="-97066" y="4109178"/>
            <a:ext cx="393115" cy="13527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6"/>
          <p:cNvSpPr/>
          <p:nvPr/>
        </p:nvSpPr>
        <p:spPr>
          <a:xfrm flipH="1" rot="-3814725">
            <a:off x="-219219" y="3653915"/>
            <a:ext cx="326969" cy="110603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 name="Google Shape;994;p46"/>
          <p:cNvGrpSpPr/>
          <p:nvPr/>
        </p:nvGrpSpPr>
        <p:grpSpPr>
          <a:xfrm>
            <a:off x="7927062" y="105210"/>
            <a:ext cx="1258993" cy="1313658"/>
            <a:chOff x="8085825" y="1477998"/>
            <a:chExt cx="1383661" cy="1443739"/>
          </a:xfrm>
        </p:grpSpPr>
        <p:sp>
          <p:nvSpPr>
            <p:cNvPr id="995" name="Google Shape;995;p46"/>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6"/>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6"/>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6"/>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 name="Google Shape;999;p46"/>
          <p:cNvSpPr/>
          <p:nvPr/>
        </p:nvSpPr>
        <p:spPr>
          <a:xfrm>
            <a:off x="138050" y="3462025"/>
            <a:ext cx="370700" cy="391200"/>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6"/>
          <p:cNvSpPr/>
          <p:nvPr/>
        </p:nvSpPr>
        <p:spPr>
          <a:xfrm rot="728967">
            <a:off x="186504" y="764171"/>
            <a:ext cx="273784" cy="46642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 name="Google Shape;1001;p46"/>
          <p:cNvGrpSpPr/>
          <p:nvPr/>
        </p:nvGrpSpPr>
        <p:grpSpPr>
          <a:xfrm>
            <a:off x="8096262" y="4719572"/>
            <a:ext cx="334518" cy="370795"/>
            <a:chOff x="601188" y="4660625"/>
            <a:chExt cx="252200" cy="279550"/>
          </a:xfrm>
        </p:grpSpPr>
        <p:sp>
          <p:nvSpPr>
            <p:cNvPr id="1002" name="Google Shape;1002;p46"/>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6"/>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6"/>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6"/>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 name="Google Shape;1006;p46"/>
          <p:cNvSpPr/>
          <p:nvPr/>
        </p:nvSpPr>
        <p:spPr>
          <a:xfrm rot="9150926">
            <a:off x="-753587" y="-321475"/>
            <a:ext cx="1395690" cy="1025862"/>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6"/>
          <p:cNvSpPr/>
          <p:nvPr/>
        </p:nvSpPr>
        <p:spPr>
          <a:xfrm>
            <a:off x="186513" y="153023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6"/>
          <p:cNvSpPr/>
          <p:nvPr/>
        </p:nvSpPr>
        <p:spPr>
          <a:xfrm>
            <a:off x="8690450" y="163875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6"/>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4">
    <p:spTree>
      <p:nvGrpSpPr>
        <p:cNvPr id="1010" name="Shape 1010"/>
        <p:cNvGrpSpPr/>
        <p:nvPr/>
      </p:nvGrpSpPr>
      <p:grpSpPr>
        <a:xfrm>
          <a:off x="0" y="0"/>
          <a:ext cx="0" cy="0"/>
          <a:chOff x="0" y="0"/>
          <a:chExt cx="0" cy="0"/>
        </a:xfrm>
      </p:grpSpPr>
      <p:sp>
        <p:nvSpPr>
          <p:cNvPr id="1011" name="Google Shape;1011;p47"/>
          <p:cNvSpPr txBox="1"/>
          <p:nvPr>
            <p:ph type="title"/>
          </p:nvPr>
        </p:nvSpPr>
        <p:spPr>
          <a:xfrm>
            <a:off x="1177525" y="2254475"/>
            <a:ext cx="3038400" cy="736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12" name="Google Shape;1012;p47"/>
          <p:cNvSpPr txBox="1"/>
          <p:nvPr>
            <p:ph hasCustomPrompt="1" idx="2" type="title"/>
          </p:nvPr>
        </p:nvSpPr>
        <p:spPr>
          <a:xfrm>
            <a:off x="2933800" y="1441588"/>
            <a:ext cx="1282200" cy="736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13" name="Google Shape;1013;p47"/>
          <p:cNvSpPr txBox="1"/>
          <p:nvPr>
            <p:ph idx="1" type="subTitle"/>
          </p:nvPr>
        </p:nvSpPr>
        <p:spPr>
          <a:xfrm>
            <a:off x="1310875" y="2977800"/>
            <a:ext cx="2905200" cy="7965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14" name="Google Shape;1014;p47"/>
          <p:cNvSpPr/>
          <p:nvPr/>
        </p:nvSpPr>
        <p:spPr>
          <a:xfrm rot="1387360">
            <a:off x="394822" y="-166864"/>
            <a:ext cx="1367918" cy="1261004"/>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 name="Google Shape;1015;p47"/>
          <p:cNvGrpSpPr/>
          <p:nvPr/>
        </p:nvGrpSpPr>
        <p:grpSpPr>
          <a:xfrm>
            <a:off x="5962643" y="166090"/>
            <a:ext cx="538883" cy="479444"/>
            <a:chOff x="295547" y="4265442"/>
            <a:chExt cx="483086" cy="429802"/>
          </a:xfrm>
        </p:grpSpPr>
        <p:sp>
          <p:nvSpPr>
            <p:cNvPr id="1016" name="Google Shape;1016;p47"/>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7"/>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 name="Google Shape;1018;p47"/>
          <p:cNvSpPr/>
          <p:nvPr/>
        </p:nvSpPr>
        <p:spPr>
          <a:xfrm rot="-8138675">
            <a:off x="-116380" y="3953042"/>
            <a:ext cx="1690664" cy="1405394"/>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 name="Google Shape;1019;p47"/>
          <p:cNvGrpSpPr/>
          <p:nvPr/>
        </p:nvGrpSpPr>
        <p:grpSpPr>
          <a:xfrm rot="3550193">
            <a:off x="1338367" y="4262180"/>
            <a:ext cx="572412" cy="682367"/>
            <a:chOff x="8446375" y="3346247"/>
            <a:chExt cx="572406" cy="682360"/>
          </a:xfrm>
        </p:grpSpPr>
        <p:sp>
          <p:nvSpPr>
            <p:cNvPr id="1020" name="Google Shape;1020;p47"/>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7"/>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7"/>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7"/>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 name="Google Shape;1025;p47"/>
          <p:cNvSpPr/>
          <p:nvPr/>
        </p:nvSpPr>
        <p:spPr>
          <a:xfrm>
            <a:off x="8247375" y="4434750"/>
            <a:ext cx="1004175" cy="1024675"/>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7"/>
          <p:cNvSpPr/>
          <p:nvPr/>
        </p:nvSpPr>
        <p:spPr>
          <a:xfrm>
            <a:off x="8536500" y="39972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7"/>
          <p:cNvSpPr/>
          <p:nvPr/>
        </p:nvSpPr>
        <p:spPr>
          <a:xfrm>
            <a:off x="445225" y="1749365"/>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_1">
    <p:spTree>
      <p:nvGrpSpPr>
        <p:cNvPr id="1028" name="Shape 1028"/>
        <p:cNvGrpSpPr/>
        <p:nvPr/>
      </p:nvGrpSpPr>
      <p:grpSpPr>
        <a:xfrm>
          <a:off x="0" y="0"/>
          <a:ext cx="0" cy="0"/>
          <a:chOff x="0" y="0"/>
          <a:chExt cx="0" cy="0"/>
        </a:xfrm>
      </p:grpSpPr>
      <p:sp>
        <p:nvSpPr>
          <p:cNvPr id="1029" name="Google Shape;1029;p48"/>
          <p:cNvSpPr txBox="1"/>
          <p:nvPr>
            <p:ph type="title"/>
          </p:nvPr>
        </p:nvSpPr>
        <p:spPr>
          <a:xfrm>
            <a:off x="1956600" y="1247934"/>
            <a:ext cx="5230800" cy="73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30" name="Google Shape;1030;p48"/>
          <p:cNvSpPr txBox="1"/>
          <p:nvPr>
            <p:ph hasCustomPrompt="1" idx="2" type="title"/>
          </p:nvPr>
        </p:nvSpPr>
        <p:spPr>
          <a:xfrm>
            <a:off x="3930900" y="539850"/>
            <a:ext cx="1282200" cy="666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31" name="Google Shape;1031;p48"/>
          <p:cNvSpPr txBox="1"/>
          <p:nvPr>
            <p:ph idx="1" type="subTitle"/>
          </p:nvPr>
        </p:nvSpPr>
        <p:spPr>
          <a:xfrm>
            <a:off x="2441700" y="2008420"/>
            <a:ext cx="4260600" cy="40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32" name="Google Shape;1032;p48"/>
          <p:cNvSpPr/>
          <p:nvPr/>
        </p:nvSpPr>
        <p:spPr>
          <a:xfrm rot="-1281874">
            <a:off x="7922161" y="158312"/>
            <a:ext cx="1118600" cy="312363"/>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8"/>
          <p:cNvSpPr/>
          <p:nvPr/>
        </p:nvSpPr>
        <p:spPr>
          <a:xfrm rot="-1910206">
            <a:off x="8386109" y="214592"/>
            <a:ext cx="1118643"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8"/>
          <p:cNvSpPr/>
          <p:nvPr/>
        </p:nvSpPr>
        <p:spPr>
          <a:xfrm rot="6701473">
            <a:off x="-622398" y="1423041"/>
            <a:ext cx="1560601" cy="1297277"/>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 name="Google Shape;1035;p48"/>
          <p:cNvGrpSpPr/>
          <p:nvPr/>
        </p:nvGrpSpPr>
        <p:grpSpPr>
          <a:xfrm>
            <a:off x="448352" y="2060238"/>
            <a:ext cx="315649" cy="349878"/>
            <a:chOff x="4846427" y="-66500"/>
            <a:chExt cx="315649" cy="349878"/>
          </a:xfrm>
        </p:grpSpPr>
        <p:sp>
          <p:nvSpPr>
            <p:cNvPr id="1036" name="Google Shape;1036;p48"/>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8"/>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8"/>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8"/>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 name="Google Shape;1040;p48"/>
          <p:cNvSpPr/>
          <p:nvPr/>
        </p:nvSpPr>
        <p:spPr>
          <a:xfrm>
            <a:off x="496925" y="411040"/>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8"/>
          <p:cNvSpPr/>
          <p:nvPr/>
        </p:nvSpPr>
        <p:spPr>
          <a:xfrm rot="210338">
            <a:off x="8812687" y="2371970"/>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8"/>
          <p:cNvSpPr/>
          <p:nvPr/>
        </p:nvSpPr>
        <p:spPr>
          <a:xfrm rot="-10198699">
            <a:off x="1610366" y="-332559"/>
            <a:ext cx="1894964" cy="1037618"/>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8"/>
          <p:cNvSpPr/>
          <p:nvPr/>
        </p:nvSpPr>
        <p:spPr>
          <a:xfrm>
            <a:off x="8846525" y="2890501"/>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4_1_1">
    <p:spTree>
      <p:nvGrpSpPr>
        <p:cNvPr id="1044" name="Shape 1044"/>
        <p:cNvGrpSpPr/>
        <p:nvPr/>
      </p:nvGrpSpPr>
      <p:grpSpPr>
        <a:xfrm>
          <a:off x="0" y="0"/>
          <a:ext cx="0" cy="0"/>
          <a:chOff x="0" y="0"/>
          <a:chExt cx="0" cy="0"/>
        </a:xfrm>
      </p:grpSpPr>
      <p:sp>
        <p:nvSpPr>
          <p:cNvPr id="1045" name="Google Shape;1045;p49"/>
          <p:cNvSpPr/>
          <p:nvPr/>
        </p:nvSpPr>
        <p:spPr>
          <a:xfrm flipH="1" rot="-5641596">
            <a:off x="425340" y="4118328"/>
            <a:ext cx="339869" cy="116956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9"/>
          <p:cNvSpPr/>
          <p:nvPr/>
        </p:nvSpPr>
        <p:spPr>
          <a:xfrm flipH="1" rot="-4974102">
            <a:off x="479070" y="4271055"/>
            <a:ext cx="373546" cy="1285452"/>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9"/>
          <p:cNvSpPr/>
          <p:nvPr/>
        </p:nvSpPr>
        <p:spPr>
          <a:xfrm>
            <a:off x="8698200" y="4239901"/>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9"/>
          <p:cNvSpPr/>
          <p:nvPr/>
        </p:nvSpPr>
        <p:spPr>
          <a:xfrm rot="210338">
            <a:off x="478000" y="3038245"/>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9"/>
          <p:cNvSpPr/>
          <p:nvPr/>
        </p:nvSpPr>
        <p:spPr>
          <a:xfrm rot="8586811">
            <a:off x="8201025" y="4449835"/>
            <a:ext cx="480614" cy="728845"/>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9"/>
          <p:cNvSpPr txBox="1"/>
          <p:nvPr>
            <p:ph type="title"/>
          </p:nvPr>
        </p:nvSpPr>
        <p:spPr>
          <a:xfrm>
            <a:off x="3042450" y="3538775"/>
            <a:ext cx="3059100" cy="54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51" name="Google Shape;1051;p49"/>
          <p:cNvSpPr txBox="1"/>
          <p:nvPr>
            <p:ph hasCustomPrompt="1" idx="2" type="title"/>
          </p:nvPr>
        </p:nvSpPr>
        <p:spPr>
          <a:xfrm>
            <a:off x="3930900" y="2708404"/>
            <a:ext cx="1282200" cy="73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52" name="Google Shape;1052;p49"/>
          <p:cNvSpPr txBox="1"/>
          <p:nvPr>
            <p:ph idx="1" type="subTitle"/>
          </p:nvPr>
        </p:nvSpPr>
        <p:spPr>
          <a:xfrm>
            <a:off x="2441700" y="4128642"/>
            <a:ext cx="4260600" cy="477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53" name="Google Shape;1053;p49"/>
          <p:cNvSpPr/>
          <p:nvPr/>
        </p:nvSpPr>
        <p:spPr>
          <a:xfrm rot="8749359">
            <a:off x="8311248" y="278408"/>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 name="Google Shape;1054;p49"/>
          <p:cNvGrpSpPr/>
          <p:nvPr/>
        </p:nvGrpSpPr>
        <p:grpSpPr>
          <a:xfrm>
            <a:off x="8597352" y="1552012"/>
            <a:ext cx="315649" cy="349878"/>
            <a:chOff x="4846427" y="-66500"/>
            <a:chExt cx="315649" cy="349878"/>
          </a:xfrm>
        </p:grpSpPr>
        <p:sp>
          <p:nvSpPr>
            <p:cNvPr id="1055" name="Google Shape;1055;p49"/>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9"/>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9"/>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9"/>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 name="Google Shape;1059;p49"/>
          <p:cNvSpPr/>
          <p:nvPr/>
        </p:nvSpPr>
        <p:spPr>
          <a:xfrm rot="-1842127">
            <a:off x="-617496" y="-910357"/>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CUSTOM_4_1_1_1">
    <p:bg>
      <p:bgPr>
        <a:solidFill>
          <a:schemeClr val="accent4"/>
        </a:solidFill>
      </p:bgPr>
    </p:bg>
    <p:spTree>
      <p:nvGrpSpPr>
        <p:cNvPr id="1060" name="Shape 1060"/>
        <p:cNvGrpSpPr/>
        <p:nvPr/>
      </p:nvGrpSpPr>
      <p:grpSpPr>
        <a:xfrm>
          <a:off x="0" y="0"/>
          <a:ext cx="0" cy="0"/>
          <a:chOff x="0" y="0"/>
          <a:chExt cx="0" cy="0"/>
        </a:xfrm>
      </p:grpSpPr>
      <p:pic>
        <p:nvPicPr>
          <p:cNvPr id="1061" name="Google Shape;1061;p50"/>
          <p:cNvPicPr preferRelativeResize="0"/>
          <p:nvPr/>
        </p:nvPicPr>
        <p:blipFill rotWithShape="1">
          <a:blip r:embed="rId2">
            <a:alphaModFix amt="17000"/>
          </a:blip>
          <a:srcRect b="0" l="0" r="0" t="0"/>
          <a:stretch/>
        </p:blipFill>
        <p:spPr>
          <a:xfrm>
            <a:off x="0" y="0"/>
            <a:ext cx="9144003" cy="5143501"/>
          </a:xfrm>
          <a:prstGeom prst="rect">
            <a:avLst/>
          </a:prstGeom>
          <a:noFill/>
          <a:ln>
            <a:noFill/>
          </a:ln>
        </p:spPr>
      </p:pic>
      <p:sp>
        <p:nvSpPr>
          <p:cNvPr id="1062" name="Google Shape;1062;p50"/>
          <p:cNvSpPr/>
          <p:nvPr/>
        </p:nvSpPr>
        <p:spPr>
          <a:xfrm flipH="1" rot="-5641596">
            <a:off x="8852427" y="3927828"/>
            <a:ext cx="339869" cy="116956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0"/>
          <p:cNvSpPr/>
          <p:nvPr/>
        </p:nvSpPr>
        <p:spPr>
          <a:xfrm flipH="1" rot="-4974102">
            <a:off x="8718195" y="4385355"/>
            <a:ext cx="373546" cy="1285452"/>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0"/>
          <p:cNvSpPr/>
          <p:nvPr/>
        </p:nvSpPr>
        <p:spPr>
          <a:xfrm>
            <a:off x="8852275" y="1430476"/>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0"/>
          <p:cNvSpPr/>
          <p:nvPr/>
        </p:nvSpPr>
        <p:spPr>
          <a:xfrm rot="210338">
            <a:off x="478000" y="3038245"/>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0"/>
          <p:cNvSpPr/>
          <p:nvPr/>
        </p:nvSpPr>
        <p:spPr>
          <a:xfrm rot="8586811">
            <a:off x="8782050" y="2050335"/>
            <a:ext cx="480614" cy="728845"/>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0"/>
          <p:cNvSpPr txBox="1"/>
          <p:nvPr>
            <p:ph type="title"/>
          </p:nvPr>
        </p:nvSpPr>
        <p:spPr>
          <a:xfrm>
            <a:off x="2373750" y="2661833"/>
            <a:ext cx="4396500" cy="54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68" name="Google Shape;1068;p50"/>
          <p:cNvSpPr txBox="1"/>
          <p:nvPr>
            <p:ph hasCustomPrompt="1" idx="2" type="title"/>
          </p:nvPr>
        </p:nvSpPr>
        <p:spPr>
          <a:xfrm>
            <a:off x="3930900" y="1679062"/>
            <a:ext cx="1282200" cy="73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69" name="Google Shape;1069;p50"/>
          <p:cNvSpPr txBox="1"/>
          <p:nvPr>
            <p:ph idx="1" type="subTitle"/>
          </p:nvPr>
        </p:nvSpPr>
        <p:spPr>
          <a:xfrm>
            <a:off x="2372850" y="3251700"/>
            <a:ext cx="4398300" cy="477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70" name="Google Shape;1070;p50"/>
          <p:cNvSpPr/>
          <p:nvPr/>
        </p:nvSpPr>
        <p:spPr>
          <a:xfrm rot="8749359">
            <a:off x="-406652" y="-321667"/>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 name="Google Shape;1071;p50"/>
          <p:cNvGrpSpPr/>
          <p:nvPr/>
        </p:nvGrpSpPr>
        <p:grpSpPr>
          <a:xfrm>
            <a:off x="-146598" y="1430463"/>
            <a:ext cx="315649" cy="349878"/>
            <a:chOff x="4846427" y="-66500"/>
            <a:chExt cx="315649" cy="349878"/>
          </a:xfrm>
        </p:grpSpPr>
        <p:sp>
          <p:nvSpPr>
            <p:cNvPr id="1072" name="Google Shape;1072;p50"/>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0"/>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0"/>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0"/>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 name="Google Shape;1076;p50"/>
          <p:cNvSpPr/>
          <p:nvPr/>
        </p:nvSpPr>
        <p:spPr>
          <a:xfrm rot="-1842127">
            <a:off x="8187654" y="-548407"/>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0"/>
          <p:cNvSpPr/>
          <p:nvPr/>
        </p:nvSpPr>
        <p:spPr>
          <a:xfrm rot="-1842127">
            <a:off x="-817521" y="4165943"/>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solidFill>
          <a:schemeClr val="accent2"/>
        </a:solidFill>
      </p:bgPr>
    </p:bg>
    <p:spTree>
      <p:nvGrpSpPr>
        <p:cNvPr id="1078" name="Shape 1078"/>
        <p:cNvGrpSpPr/>
        <p:nvPr/>
      </p:nvGrpSpPr>
      <p:grpSpPr>
        <a:xfrm>
          <a:off x="0" y="0"/>
          <a:ext cx="0" cy="0"/>
          <a:chOff x="0" y="0"/>
          <a:chExt cx="0" cy="0"/>
        </a:xfrm>
      </p:grpSpPr>
      <p:sp>
        <p:nvSpPr>
          <p:cNvPr id="1079" name="Google Shape;1079;p51"/>
          <p:cNvSpPr txBox="1"/>
          <p:nvPr>
            <p:ph type="ctrTitle"/>
          </p:nvPr>
        </p:nvSpPr>
        <p:spPr>
          <a:xfrm>
            <a:off x="4661600" y="627175"/>
            <a:ext cx="3755100" cy="1042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5200"/>
              <a:buNone/>
              <a:defRPr sz="6500">
                <a:solidFill>
                  <a:schemeClr val="lt1"/>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80" name="Google Shape;1080;p51"/>
          <p:cNvSpPr txBox="1"/>
          <p:nvPr>
            <p:ph idx="1" type="subTitle"/>
          </p:nvPr>
        </p:nvSpPr>
        <p:spPr>
          <a:xfrm>
            <a:off x="4661600" y="1731250"/>
            <a:ext cx="3755100" cy="923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1" name="Google Shape;1081;p51"/>
          <p:cNvSpPr txBox="1"/>
          <p:nvPr/>
        </p:nvSpPr>
        <p:spPr>
          <a:xfrm>
            <a:off x="4731275" y="3297050"/>
            <a:ext cx="3674400" cy="834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200">
                <a:solidFill>
                  <a:schemeClr val="dk2"/>
                </a:solidFill>
                <a:latin typeface="Lato"/>
                <a:ea typeface="Lato"/>
                <a:cs typeface="Lato"/>
                <a:sym typeface="Lato"/>
              </a:rPr>
              <a:t>CREDITS: This presentation template was created by Slidesgo, and includes icons by Flaticon, and infographics &amp; images by Freepik</a:t>
            </a:r>
            <a:endParaRPr sz="1200">
              <a:solidFill>
                <a:schemeClr val="dk2"/>
              </a:solidFill>
              <a:latin typeface="Lato"/>
              <a:ea typeface="Lato"/>
              <a:cs typeface="Lato"/>
              <a:sym typeface="Lato"/>
            </a:endParaRPr>
          </a:p>
        </p:txBody>
      </p:sp>
      <p:sp>
        <p:nvSpPr>
          <p:cNvPr id="1082" name="Google Shape;1082;p51"/>
          <p:cNvSpPr/>
          <p:nvPr/>
        </p:nvSpPr>
        <p:spPr>
          <a:xfrm flipH="1" rot="9434923">
            <a:off x="-124062" y="-69001"/>
            <a:ext cx="1420942" cy="104442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1"/>
          <p:cNvSpPr/>
          <p:nvPr/>
        </p:nvSpPr>
        <p:spPr>
          <a:xfrm rot="5211650">
            <a:off x="8385027" y="4217534"/>
            <a:ext cx="373550" cy="1285465"/>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1"/>
          <p:cNvSpPr/>
          <p:nvPr/>
        </p:nvSpPr>
        <p:spPr>
          <a:xfrm>
            <a:off x="-74150" y="769356"/>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1"/>
          <p:cNvSpPr/>
          <p:nvPr/>
        </p:nvSpPr>
        <p:spPr>
          <a:xfrm rot="-466267">
            <a:off x="7124893" y="-285466"/>
            <a:ext cx="1951125" cy="1138104"/>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 name="Google Shape;1086;p51"/>
          <p:cNvGrpSpPr/>
          <p:nvPr/>
        </p:nvGrpSpPr>
        <p:grpSpPr>
          <a:xfrm rot="-9849415">
            <a:off x="8485764" y="-73594"/>
            <a:ext cx="1270582" cy="1053607"/>
            <a:chOff x="-142022" y="90588"/>
            <a:chExt cx="1270599" cy="1053621"/>
          </a:xfrm>
        </p:grpSpPr>
        <p:sp>
          <p:nvSpPr>
            <p:cNvPr id="1087" name="Google Shape;1087;p51"/>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1"/>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1"/>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1"/>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1"/>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1"/>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1"/>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1"/>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1"/>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1"/>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1"/>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1"/>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1"/>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1"/>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 name="Google Shape;1101;p51"/>
          <p:cNvSpPr/>
          <p:nvPr/>
        </p:nvSpPr>
        <p:spPr>
          <a:xfrm rot="4290012">
            <a:off x="8385032" y="4477303"/>
            <a:ext cx="373541" cy="1285434"/>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 name="Google Shape;1102;p51"/>
          <p:cNvGrpSpPr/>
          <p:nvPr/>
        </p:nvGrpSpPr>
        <p:grpSpPr>
          <a:xfrm>
            <a:off x="69402" y="4738963"/>
            <a:ext cx="315649" cy="349878"/>
            <a:chOff x="4846427" y="-66500"/>
            <a:chExt cx="315649" cy="349878"/>
          </a:xfrm>
        </p:grpSpPr>
        <p:sp>
          <p:nvSpPr>
            <p:cNvPr id="1103" name="Google Shape;1103;p51"/>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1"/>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1"/>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1"/>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107" name="Shape 1107"/>
        <p:cNvGrpSpPr/>
        <p:nvPr/>
      </p:nvGrpSpPr>
      <p:grpSpPr>
        <a:xfrm>
          <a:off x="0" y="0"/>
          <a:ext cx="0" cy="0"/>
          <a:chOff x="0" y="0"/>
          <a:chExt cx="0" cy="0"/>
        </a:xfrm>
      </p:grpSpPr>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3">
    <p:spTree>
      <p:nvGrpSpPr>
        <p:cNvPr id="1108" name="Shape 1108"/>
        <p:cNvGrpSpPr/>
        <p:nvPr/>
      </p:nvGrpSpPr>
      <p:grpSpPr>
        <a:xfrm>
          <a:off x="0" y="0"/>
          <a:ext cx="0" cy="0"/>
          <a:chOff x="0" y="0"/>
          <a:chExt cx="0" cy="0"/>
        </a:xfrm>
      </p:grpSpPr>
      <p:sp>
        <p:nvSpPr>
          <p:cNvPr id="1109" name="Google Shape;1109;p53"/>
          <p:cNvSpPr/>
          <p:nvPr/>
        </p:nvSpPr>
        <p:spPr>
          <a:xfrm>
            <a:off x="247700" y="36652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3"/>
          <p:cNvSpPr/>
          <p:nvPr/>
        </p:nvSpPr>
        <p:spPr>
          <a:xfrm>
            <a:off x="7735606" y="-75350"/>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 name="Google Shape;1111;p53"/>
          <p:cNvGrpSpPr/>
          <p:nvPr/>
        </p:nvGrpSpPr>
        <p:grpSpPr>
          <a:xfrm>
            <a:off x="8166051" y="-75350"/>
            <a:ext cx="817916" cy="860208"/>
            <a:chOff x="8166051" y="-75350"/>
            <a:chExt cx="817916" cy="860208"/>
          </a:xfrm>
        </p:grpSpPr>
        <p:sp>
          <p:nvSpPr>
            <p:cNvPr id="1112" name="Google Shape;1112;p53"/>
            <p:cNvSpPr/>
            <p:nvPr/>
          </p:nvSpPr>
          <p:spPr>
            <a:xfrm rot="1238432">
              <a:off x="8289700" y="-72880"/>
              <a:ext cx="146623" cy="728242"/>
            </a:xfrm>
            <a:custGeom>
              <a:rect b="b" l="l" r="r" t="t"/>
              <a:pathLst>
                <a:path extrusionOk="0" h="29130" w="5865">
                  <a:moveTo>
                    <a:pt x="3708" y="0"/>
                  </a:moveTo>
                  <a:cubicBezTo>
                    <a:pt x="3495" y="0"/>
                    <a:pt x="3252" y="31"/>
                    <a:pt x="3039" y="31"/>
                  </a:cubicBezTo>
                  <a:cubicBezTo>
                    <a:pt x="2766" y="61"/>
                    <a:pt x="2523" y="122"/>
                    <a:pt x="2249" y="183"/>
                  </a:cubicBezTo>
                  <a:cubicBezTo>
                    <a:pt x="2128" y="213"/>
                    <a:pt x="1976" y="274"/>
                    <a:pt x="1854" y="335"/>
                  </a:cubicBezTo>
                  <a:cubicBezTo>
                    <a:pt x="1611" y="486"/>
                    <a:pt x="1429" y="669"/>
                    <a:pt x="1307" y="912"/>
                  </a:cubicBezTo>
                  <a:cubicBezTo>
                    <a:pt x="1095" y="1368"/>
                    <a:pt x="943" y="1854"/>
                    <a:pt x="912" y="2370"/>
                  </a:cubicBezTo>
                  <a:cubicBezTo>
                    <a:pt x="852" y="2917"/>
                    <a:pt x="791" y="3434"/>
                    <a:pt x="730" y="3950"/>
                  </a:cubicBezTo>
                  <a:lnTo>
                    <a:pt x="669" y="4315"/>
                  </a:lnTo>
                  <a:cubicBezTo>
                    <a:pt x="578" y="5135"/>
                    <a:pt x="487" y="5955"/>
                    <a:pt x="426" y="6806"/>
                  </a:cubicBezTo>
                  <a:cubicBezTo>
                    <a:pt x="365" y="7353"/>
                    <a:pt x="305" y="7900"/>
                    <a:pt x="244" y="8447"/>
                  </a:cubicBezTo>
                  <a:cubicBezTo>
                    <a:pt x="183" y="8842"/>
                    <a:pt x="153" y="9267"/>
                    <a:pt x="92" y="9692"/>
                  </a:cubicBezTo>
                  <a:cubicBezTo>
                    <a:pt x="62" y="10179"/>
                    <a:pt x="31" y="10695"/>
                    <a:pt x="1" y="11212"/>
                  </a:cubicBezTo>
                  <a:cubicBezTo>
                    <a:pt x="1" y="11728"/>
                    <a:pt x="1" y="12123"/>
                    <a:pt x="1" y="12640"/>
                  </a:cubicBezTo>
                  <a:lnTo>
                    <a:pt x="1" y="18473"/>
                  </a:lnTo>
                  <a:lnTo>
                    <a:pt x="1" y="19385"/>
                  </a:lnTo>
                  <a:lnTo>
                    <a:pt x="1" y="21390"/>
                  </a:lnTo>
                  <a:cubicBezTo>
                    <a:pt x="1" y="21694"/>
                    <a:pt x="1" y="21998"/>
                    <a:pt x="31" y="22301"/>
                  </a:cubicBezTo>
                  <a:lnTo>
                    <a:pt x="31" y="22909"/>
                  </a:lnTo>
                  <a:lnTo>
                    <a:pt x="31" y="23547"/>
                  </a:lnTo>
                  <a:lnTo>
                    <a:pt x="31" y="24307"/>
                  </a:lnTo>
                  <a:cubicBezTo>
                    <a:pt x="31" y="24428"/>
                    <a:pt x="31" y="24580"/>
                    <a:pt x="62" y="24702"/>
                  </a:cubicBezTo>
                  <a:lnTo>
                    <a:pt x="62" y="25005"/>
                  </a:lnTo>
                  <a:lnTo>
                    <a:pt x="62" y="25613"/>
                  </a:lnTo>
                  <a:lnTo>
                    <a:pt x="62" y="25674"/>
                  </a:lnTo>
                  <a:cubicBezTo>
                    <a:pt x="62" y="26130"/>
                    <a:pt x="92" y="26616"/>
                    <a:pt x="153" y="27071"/>
                  </a:cubicBezTo>
                  <a:cubicBezTo>
                    <a:pt x="213" y="27740"/>
                    <a:pt x="305" y="28560"/>
                    <a:pt x="1003" y="28894"/>
                  </a:cubicBezTo>
                  <a:cubicBezTo>
                    <a:pt x="1277" y="29016"/>
                    <a:pt x="1581" y="29107"/>
                    <a:pt x="1915" y="29107"/>
                  </a:cubicBezTo>
                  <a:cubicBezTo>
                    <a:pt x="1961" y="29122"/>
                    <a:pt x="2006" y="29130"/>
                    <a:pt x="2055" y="29130"/>
                  </a:cubicBezTo>
                  <a:cubicBezTo>
                    <a:pt x="2105" y="29130"/>
                    <a:pt x="2158" y="29122"/>
                    <a:pt x="2219" y="29107"/>
                  </a:cubicBezTo>
                  <a:lnTo>
                    <a:pt x="2583" y="29107"/>
                  </a:lnTo>
                  <a:cubicBezTo>
                    <a:pt x="2735" y="29107"/>
                    <a:pt x="2887" y="29077"/>
                    <a:pt x="3009" y="29077"/>
                  </a:cubicBezTo>
                  <a:cubicBezTo>
                    <a:pt x="3191" y="29016"/>
                    <a:pt x="3343" y="28955"/>
                    <a:pt x="3495" y="28894"/>
                  </a:cubicBezTo>
                  <a:cubicBezTo>
                    <a:pt x="3677" y="28803"/>
                    <a:pt x="3859" y="28651"/>
                    <a:pt x="3981" y="28439"/>
                  </a:cubicBezTo>
                  <a:cubicBezTo>
                    <a:pt x="4072" y="28287"/>
                    <a:pt x="4163" y="28104"/>
                    <a:pt x="4224" y="27922"/>
                  </a:cubicBezTo>
                  <a:cubicBezTo>
                    <a:pt x="4376" y="27466"/>
                    <a:pt x="4467" y="26980"/>
                    <a:pt x="4497" y="26494"/>
                  </a:cubicBezTo>
                  <a:lnTo>
                    <a:pt x="4497" y="26464"/>
                  </a:lnTo>
                  <a:cubicBezTo>
                    <a:pt x="4619" y="25552"/>
                    <a:pt x="4710" y="24610"/>
                    <a:pt x="4771" y="23669"/>
                  </a:cubicBezTo>
                  <a:cubicBezTo>
                    <a:pt x="4771" y="23365"/>
                    <a:pt x="4801" y="23091"/>
                    <a:pt x="4832" y="22787"/>
                  </a:cubicBezTo>
                  <a:cubicBezTo>
                    <a:pt x="4862" y="22575"/>
                    <a:pt x="4862" y="22392"/>
                    <a:pt x="4892" y="22180"/>
                  </a:cubicBezTo>
                  <a:cubicBezTo>
                    <a:pt x="4923" y="21876"/>
                    <a:pt x="4923" y="21572"/>
                    <a:pt x="4953" y="21299"/>
                  </a:cubicBezTo>
                  <a:lnTo>
                    <a:pt x="4984" y="20752"/>
                  </a:lnTo>
                  <a:cubicBezTo>
                    <a:pt x="5014" y="20387"/>
                    <a:pt x="5044" y="20023"/>
                    <a:pt x="5075" y="19688"/>
                  </a:cubicBezTo>
                  <a:lnTo>
                    <a:pt x="5105" y="19293"/>
                  </a:lnTo>
                  <a:lnTo>
                    <a:pt x="5105" y="19111"/>
                  </a:lnTo>
                  <a:cubicBezTo>
                    <a:pt x="5136" y="18929"/>
                    <a:pt x="5136" y="18747"/>
                    <a:pt x="5166" y="18564"/>
                  </a:cubicBezTo>
                  <a:cubicBezTo>
                    <a:pt x="5166" y="18412"/>
                    <a:pt x="5166" y="18291"/>
                    <a:pt x="5166" y="18169"/>
                  </a:cubicBezTo>
                  <a:cubicBezTo>
                    <a:pt x="5196" y="18078"/>
                    <a:pt x="5166" y="17987"/>
                    <a:pt x="5166" y="17896"/>
                  </a:cubicBezTo>
                  <a:cubicBezTo>
                    <a:pt x="5166" y="17653"/>
                    <a:pt x="5196" y="17410"/>
                    <a:pt x="5227" y="17167"/>
                  </a:cubicBezTo>
                  <a:cubicBezTo>
                    <a:pt x="5227" y="16954"/>
                    <a:pt x="5227" y="16681"/>
                    <a:pt x="5257" y="16407"/>
                  </a:cubicBezTo>
                  <a:cubicBezTo>
                    <a:pt x="5257" y="16286"/>
                    <a:pt x="5257" y="16134"/>
                    <a:pt x="5287" y="15982"/>
                  </a:cubicBezTo>
                  <a:cubicBezTo>
                    <a:pt x="5318" y="15617"/>
                    <a:pt x="5318" y="15253"/>
                    <a:pt x="5348" y="14888"/>
                  </a:cubicBezTo>
                  <a:cubicBezTo>
                    <a:pt x="5348" y="14554"/>
                    <a:pt x="5379" y="14128"/>
                    <a:pt x="5379" y="13764"/>
                  </a:cubicBezTo>
                  <a:lnTo>
                    <a:pt x="5379" y="13399"/>
                  </a:lnTo>
                  <a:cubicBezTo>
                    <a:pt x="5379" y="12913"/>
                    <a:pt x="5470" y="12397"/>
                    <a:pt x="5530" y="11941"/>
                  </a:cubicBezTo>
                  <a:lnTo>
                    <a:pt x="5530" y="11910"/>
                  </a:lnTo>
                  <a:cubicBezTo>
                    <a:pt x="5591" y="11455"/>
                    <a:pt x="5652" y="10999"/>
                    <a:pt x="5652" y="10543"/>
                  </a:cubicBezTo>
                  <a:cubicBezTo>
                    <a:pt x="5682" y="10087"/>
                    <a:pt x="5682" y="9510"/>
                    <a:pt x="5682" y="9024"/>
                  </a:cubicBezTo>
                  <a:cubicBezTo>
                    <a:pt x="5713" y="8538"/>
                    <a:pt x="5682" y="8082"/>
                    <a:pt x="5713" y="7596"/>
                  </a:cubicBezTo>
                  <a:cubicBezTo>
                    <a:pt x="5743" y="7140"/>
                    <a:pt x="5743" y="6624"/>
                    <a:pt x="5743" y="6168"/>
                  </a:cubicBezTo>
                  <a:lnTo>
                    <a:pt x="5743" y="3889"/>
                  </a:lnTo>
                  <a:lnTo>
                    <a:pt x="5865" y="3373"/>
                  </a:lnTo>
                  <a:lnTo>
                    <a:pt x="5865" y="2127"/>
                  </a:lnTo>
                  <a:cubicBezTo>
                    <a:pt x="5865" y="1884"/>
                    <a:pt x="5834" y="1641"/>
                    <a:pt x="5804" y="1368"/>
                  </a:cubicBezTo>
                  <a:cubicBezTo>
                    <a:pt x="5774" y="1276"/>
                    <a:pt x="5774" y="1185"/>
                    <a:pt x="5743" y="1094"/>
                  </a:cubicBezTo>
                  <a:cubicBezTo>
                    <a:pt x="5713" y="973"/>
                    <a:pt x="5652" y="851"/>
                    <a:pt x="5591" y="730"/>
                  </a:cubicBezTo>
                  <a:cubicBezTo>
                    <a:pt x="5561" y="669"/>
                    <a:pt x="5530" y="638"/>
                    <a:pt x="5470" y="578"/>
                  </a:cubicBezTo>
                  <a:lnTo>
                    <a:pt x="5470" y="547"/>
                  </a:lnTo>
                  <a:lnTo>
                    <a:pt x="5379" y="426"/>
                  </a:lnTo>
                  <a:lnTo>
                    <a:pt x="5348" y="426"/>
                  </a:lnTo>
                  <a:cubicBezTo>
                    <a:pt x="5287" y="335"/>
                    <a:pt x="5166" y="274"/>
                    <a:pt x="5075" y="243"/>
                  </a:cubicBezTo>
                  <a:cubicBezTo>
                    <a:pt x="5014" y="213"/>
                    <a:pt x="4953" y="213"/>
                    <a:pt x="4892" y="213"/>
                  </a:cubicBezTo>
                  <a:lnTo>
                    <a:pt x="4801" y="213"/>
                  </a:lnTo>
                  <a:lnTo>
                    <a:pt x="4741" y="152"/>
                  </a:lnTo>
                  <a:cubicBezTo>
                    <a:pt x="4619" y="92"/>
                    <a:pt x="4497" y="61"/>
                    <a:pt x="4406" y="61"/>
                  </a:cubicBezTo>
                  <a:cubicBezTo>
                    <a:pt x="4163" y="31"/>
                    <a:pt x="3920" y="0"/>
                    <a:pt x="37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3"/>
            <p:cNvSpPr/>
            <p:nvPr/>
          </p:nvSpPr>
          <p:spPr>
            <a:xfrm rot="1238432">
              <a:off x="8485173" y="-40678"/>
              <a:ext cx="172448" cy="751217"/>
            </a:xfrm>
            <a:custGeom>
              <a:rect b="b" l="l" r="r" t="t"/>
              <a:pathLst>
                <a:path extrusionOk="0" h="30049" w="6898">
                  <a:moveTo>
                    <a:pt x="3099" y="0"/>
                  </a:moveTo>
                  <a:lnTo>
                    <a:pt x="2735" y="31"/>
                  </a:lnTo>
                  <a:lnTo>
                    <a:pt x="2401" y="61"/>
                  </a:lnTo>
                  <a:cubicBezTo>
                    <a:pt x="2279" y="91"/>
                    <a:pt x="2127" y="152"/>
                    <a:pt x="2006" y="213"/>
                  </a:cubicBezTo>
                  <a:cubicBezTo>
                    <a:pt x="1945" y="243"/>
                    <a:pt x="1884" y="274"/>
                    <a:pt x="1854" y="334"/>
                  </a:cubicBezTo>
                  <a:cubicBezTo>
                    <a:pt x="1763" y="395"/>
                    <a:pt x="1671" y="456"/>
                    <a:pt x="1580" y="547"/>
                  </a:cubicBezTo>
                  <a:cubicBezTo>
                    <a:pt x="1459" y="669"/>
                    <a:pt x="1337" y="821"/>
                    <a:pt x="1246" y="972"/>
                  </a:cubicBezTo>
                  <a:cubicBezTo>
                    <a:pt x="1185" y="1124"/>
                    <a:pt x="1124" y="1276"/>
                    <a:pt x="1094" y="1428"/>
                  </a:cubicBezTo>
                  <a:cubicBezTo>
                    <a:pt x="1064" y="1610"/>
                    <a:pt x="1033" y="1793"/>
                    <a:pt x="1033" y="1975"/>
                  </a:cubicBezTo>
                  <a:lnTo>
                    <a:pt x="1033" y="2188"/>
                  </a:lnTo>
                  <a:cubicBezTo>
                    <a:pt x="1033" y="2309"/>
                    <a:pt x="1033" y="2431"/>
                    <a:pt x="1064" y="2552"/>
                  </a:cubicBezTo>
                  <a:cubicBezTo>
                    <a:pt x="1094" y="2674"/>
                    <a:pt x="1124" y="2826"/>
                    <a:pt x="1155" y="2947"/>
                  </a:cubicBezTo>
                  <a:lnTo>
                    <a:pt x="1155" y="3190"/>
                  </a:lnTo>
                  <a:lnTo>
                    <a:pt x="1155" y="3403"/>
                  </a:lnTo>
                  <a:cubicBezTo>
                    <a:pt x="1155" y="3585"/>
                    <a:pt x="1185" y="3798"/>
                    <a:pt x="1185" y="3950"/>
                  </a:cubicBezTo>
                  <a:lnTo>
                    <a:pt x="1185" y="5196"/>
                  </a:lnTo>
                  <a:lnTo>
                    <a:pt x="1185" y="5378"/>
                  </a:lnTo>
                  <a:cubicBezTo>
                    <a:pt x="1185" y="5834"/>
                    <a:pt x="1155" y="6320"/>
                    <a:pt x="1124" y="6806"/>
                  </a:cubicBezTo>
                  <a:cubicBezTo>
                    <a:pt x="1094" y="7262"/>
                    <a:pt x="1094" y="7748"/>
                    <a:pt x="1064" y="8204"/>
                  </a:cubicBezTo>
                  <a:cubicBezTo>
                    <a:pt x="1064" y="8447"/>
                    <a:pt x="1064" y="8690"/>
                    <a:pt x="1033" y="8933"/>
                  </a:cubicBezTo>
                  <a:cubicBezTo>
                    <a:pt x="1003" y="9176"/>
                    <a:pt x="1033" y="9449"/>
                    <a:pt x="1003" y="9723"/>
                  </a:cubicBezTo>
                  <a:lnTo>
                    <a:pt x="1003" y="10270"/>
                  </a:lnTo>
                  <a:cubicBezTo>
                    <a:pt x="1003" y="10573"/>
                    <a:pt x="1003" y="10877"/>
                    <a:pt x="973" y="11181"/>
                  </a:cubicBezTo>
                  <a:cubicBezTo>
                    <a:pt x="973" y="11637"/>
                    <a:pt x="942" y="12123"/>
                    <a:pt x="912" y="12579"/>
                  </a:cubicBezTo>
                  <a:cubicBezTo>
                    <a:pt x="881" y="13034"/>
                    <a:pt x="851" y="13490"/>
                    <a:pt x="790" y="14098"/>
                  </a:cubicBezTo>
                  <a:cubicBezTo>
                    <a:pt x="760" y="14280"/>
                    <a:pt x="730" y="14462"/>
                    <a:pt x="730" y="14675"/>
                  </a:cubicBezTo>
                  <a:cubicBezTo>
                    <a:pt x="699" y="14948"/>
                    <a:pt x="669" y="15222"/>
                    <a:pt x="638" y="15495"/>
                  </a:cubicBezTo>
                  <a:lnTo>
                    <a:pt x="578" y="16042"/>
                  </a:lnTo>
                  <a:cubicBezTo>
                    <a:pt x="578" y="16346"/>
                    <a:pt x="547" y="16620"/>
                    <a:pt x="517" y="16923"/>
                  </a:cubicBezTo>
                  <a:cubicBezTo>
                    <a:pt x="486" y="17379"/>
                    <a:pt x="426" y="17865"/>
                    <a:pt x="395" y="18351"/>
                  </a:cubicBezTo>
                  <a:lnTo>
                    <a:pt x="395" y="18716"/>
                  </a:lnTo>
                  <a:lnTo>
                    <a:pt x="395" y="19050"/>
                  </a:lnTo>
                  <a:lnTo>
                    <a:pt x="395" y="19202"/>
                  </a:lnTo>
                  <a:cubicBezTo>
                    <a:pt x="395" y="19384"/>
                    <a:pt x="395" y="19567"/>
                    <a:pt x="365" y="19749"/>
                  </a:cubicBezTo>
                  <a:cubicBezTo>
                    <a:pt x="365" y="20205"/>
                    <a:pt x="365" y="20660"/>
                    <a:pt x="365" y="21177"/>
                  </a:cubicBezTo>
                  <a:lnTo>
                    <a:pt x="365" y="21329"/>
                  </a:lnTo>
                  <a:lnTo>
                    <a:pt x="365" y="21906"/>
                  </a:lnTo>
                  <a:lnTo>
                    <a:pt x="365" y="22180"/>
                  </a:lnTo>
                  <a:lnTo>
                    <a:pt x="365" y="22605"/>
                  </a:lnTo>
                  <a:lnTo>
                    <a:pt x="365" y="23182"/>
                  </a:lnTo>
                  <a:cubicBezTo>
                    <a:pt x="365" y="23456"/>
                    <a:pt x="365" y="23760"/>
                    <a:pt x="335" y="24063"/>
                  </a:cubicBezTo>
                  <a:cubicBezTo>
                    <a:pt x="304" y="24489"/>
                    <a:pt x="274" y="24914"/>
                    <a:pt x="243" y="25400"/>
                  </a:cubicBezTo>
                  <a:cubicBezTo>
                    <a:pt x="183" y="25917"/>
                    <a:pt x="152" y="26281"/>
                    <a:pt x="91" y="26798"/>
                  </a:cubicBezTo>
                  <a:cubicBezTo>
                    <a:pt x="61" y="27010"/>
                    <a:pt x="31" y="27223"/>
                    <a:pt x="31" y="27436"/>
                  </a:cubicBezTo>
                  <a:cubicBezTo>
                    <a:pt x="0" y="27618"/>
                    <a:pt x="0" y="27800"/>
                    <a:pt x="31" y="28013"/>
                  </a:cubicBezTo>
                  <a:cubicBezTo>
                    <a:pt x="31" y="28256"/>
                    <a:pt x="91" y="28530"/>
                    <a:pt x="152" y="28773"/>
                  </a:cubicBezTo>
                  <a:cubicBezTo>
                    <a:pt x="274" y="29046"/>
                    <a:pt x="426" y="29320"/>
                    <a:pt x="638" y="29532"/>
                  </a:cubicBezTo>
                  <a:lnTo>
                    <a:pt x="760" y="29654"/>
                  </a:lnTo>
                  <a:cubicBezTo>
                    <a:pt x="851" y="29715"/>
                    <a:pt x="912" y="29775"/>
                    <a:pt x="1003" y="29806"/>
                  </a:cubicBezTo>
                  <a:cubicBezTo>
                    <a:pt x="1064" y="29836"/>
                    <a:pt x="1124" y="29866"/>
                    <a:pt x="1185" y="29897"/>
                  </a:cubicBezTo>
                  <a:lnTo>
                    <a:pt x="1276" y="29927"/>
                  </a:lnTo>
                  <a:cubicBezTo>
                    <a:pt x="1368" y="29958"/>
                    <a:pt x="1428" y="29988"/>
                    <a:pt x="1550" y="29988"/>
                  </a:cubicBezTo>
                  <a:cubicBezTo>
                    <a:pt x="1702" y="30018"/>
                    <a:pt x="1854" y="30049"/>
                    <a:pt x="1975" y="30049"/>
                  </a:cubicBezTo>
                  <a:lnTo>
                    <a:pt x="2796" y="30049"/>
                  </a:lnTo>
                  <a:cubicBezTo>
                    <a:pt x="3069" y="30018"/>
                    <a:pt x="3312" y="29988"/>
                    <a:pt x="3555" y="29927"/>
                  </a:cubicBezTo>
                  <a:cubicBezTo>
                    <a:pt x="3798" y="29866"/>
                    <a:pt x="4011" y="29806"/>
                    <a:pt x="4254" y="29715"/>
                  </a:cubicBezTo>
                  <a:cubicBezTo>
                    <a:pt x="4375" y="29623"/>
                    <a:pt x="4497" y="29532"/>
                    <a:pt x="4619" y="29441"/>
                  </a:cubicBezTo>
                  <a:cubicBezTo>
                    <a:pt x="4831" y="29289"/>
                    <a:pt x="4953" y="29046"/>
                    <a:pt x="5044" y="28833"/>
                  </a:cubicBezTo>
                  <a:cubicBezTo>
                    <a:pt x="5105" y="28590"/>
                    <a:pt x="5165" y="28347"/>
                    <a:pt x="5196" y="28104"/>
                  </a:cubicBezTo>
                  <a:cubicBezTo>
                    <a:pt x="5257" y="27831"/>
                    <a:pt x="5287" y="27557"/>
                    <a:pt x="5317" y="27284"/>
                  </a:cubicBezTo>
                  <a:lnTo>
                    <a:pt x="5317" y="27223"/>
                  </a:lnTo>
                  <a:cubicBezTo>
                    <a:pt x="5348" y="26828"/>
                    <a:pt x="5408" y="26403"/>
                    <a:pt x="5439" y="25917"/>
                  </a:cubicBezTo>
                  <a:cubicBezTo>
                    <a:pt x="5469" y="25643"/>
                    <a:pt x="5500" y="25370"/>
                    <a:pt x="5530" y="25096"/>
                  </a:cubicBezTo>
                  <a:cubicBezTo>
                    <a:pt x="5560" y="24914"/>
                    <a:pt x="5591" y="24732"/>
                    <a:pt x="5591" y="24549"/>
                  </a:cubicBezTo>
                  <a:cubicBezTo>
                    <a:pt x="5621" y="24367"/>
                    <a:pt x="5621" y="24094"/>
                    <a:pt x="5652" y="23881"/>
                  </a:cubicBezTo>
                  <a:cubicBezTo>
                    <a:pt x="5682" y="23668"/>
                    <a:pt x="5712" y="23425"/>
                    <a:pt x="5712" y="23182"/>
                  </a:cubicBezTo>
                  <a:cubicBezTo>
                    <a:pt x="5743" y="22970"/>
                    <a:pt x="5773" y="22666"/>
                    <a:pt x="5803" y="22392"/>
                  </a:cubicBezTo>
                  <a:cubicBezTo>
                    <a:pt x="5834" y="22180"/>
                    <a:pt x="5864" y="21967"/>
                    <a:pt x="5895" y="21754"/>
                  </a:cubicBezTo>
                  <a:cubicBezTo>
                    <a:pt x="5925" y="21420"/>
                    <a:pt x="5955" y="21055"/>
                    <a:pt x="5986" y="20691"/>
                  </a:cubicBezTo>
                  <a:lnTo>
                    <a:pt x="6016" y="20357"/>
                  </a:lnTo>
                  <a:cubicBezTo>
                    <a:pt x="6047" y="20114"/>
                    <a:pt x="6047" y="19840"/>
                    <a:pt x="6077" y="19567"/>
                  </a:cubicBezTo>
                  <a:cubicBezTo>
                    <a:pt x="6107" y="19324"/>
                    <a:pt x="6107" y="19141"/>
                    <a:pt x="6138" y="18929"/>
                  </a:cubicBezTo>
                  <a:lnTo>
                    <a:pt x="6138" y="18655"/>
                  </a:lnTo>
                  <a:cubicBezTo>
                    <a:pt x="6138" y="18503"/>
                    <a:pt x="6168" y="18351"/>
                    <a:pt x="6198" y="18199"/>
                  </a:cubicBezTo>
                  <a:cubicBezTo>
                    <a:pt x="6198" y="18048"/>
                    <a:pt x="6229" y="17926"/>
                    <a:pt x="6229" y="17774"/>
                  </a:cubicBezTo>
                  <a:lnTo>
                    <a:pt x="6259" y="17501"/>
                  </a:lnTo>
                  <a:cubicBezTo>
                    <a:pt x="6320" y="17075"/>
                    <a:pt x="6350" y="16589"/>
                    <a:pt x="6411" y="16012"/>
                  </a:cubicBezTo>
                  <a:cubicBezTo>
                    <a:pt x="6441" y="15495"/>
                    <a:pt x="6502" y="15009"/>
                    <a:pt x="6533" y="14523"/>
                  </a:cubicBezTo>
                  <a:cubicBezTo>
                    <a:pt x="6563" y="14250"/>
                    <a:pt x="6593" y="13976"/>
                    <a:pt x="6624" y="13703"/>
                  </a:cubicBezTo>
                  <a:cubicBezTo>
                    <a:pt x="6654" y="13521"/>
                    <a:pt x="6685" y="13338"/>
                    <a:pt x="6715" y="13095"/>
                  </a:cubicBezTo>
                  <a:cubicBezTo>
                    <a:pt x="6776" y="12609"/>
                    <a:pt x="6806" y="12123"/>
                    <a:pt x="6806" y="11698"/>
                  </a:cubicBezTo>
                  <a:lnTo>
                    <a:pt x="6806" y="11394"/>
                  </a:lnTo>
                  <a:lnTo>
                    <a:pt x="6806" y="11029"/>
                  </a:lnTo>
                  <a:lnTo>
                    <a:pt x="6806" y="10786"/>
                  </a:lnTo>
                  <a:lnTo>
                    <a:pt x="6836" y="10300"/>
                  </a:lnTo>
                  <a:cubicBezTo>
                    <a:pt x="6836" y="9875"/>
                    <a:pt x="6867" y="9419"/>
                    <a:pt x="6867" y="8842"/>
                  </a:cubicBezTo>
                  <a:lnTo>
                    <a:pt x="6867" y="6624"/>
                  </a:lnTo>
                  <a:cubicBezTo>
                    <a:pt x="6897" y="6350"/>
                    <a:pt x="6897" y="6107"/>
                    <a:pt x="6867" y="5864"/>
                  </a:cubicBezTo>
                  <a:cubicBezTo>
                    <a:pt x="6867" y="5773"/>
                    <a:pt x="6867" y="5651"/>
                    <a:pt x="6867" y="5530"/>
                  </a:cubicBezTo>
                  <a:cubicBezTo>
                    <a:pt x="6836" y="5104"/>
                    <a:pt x="6806" y="4710"/>
                    <a:pt x="6745" y="4315"/>
                  </a:cubicBezTo>
                  <a:lnTo>
                    <a:pt x="6685" y="3950"/>
                  </a:lnTo>
                  <a:lnTo>
                    <a:pt x="6654" y="3707"/>
                  </a:lnTo>
                  <a:lnTo>
                    <a:pt x="6654" y="3737"/>
                  </a:lnTo>
                  <a:cubicBezTo>
                    <a:pt x="6654" y="3646"/>
                    <a:pt x="6624" y="3555"/>
                    <a:pt x="6624" y="3464"/>
                  </a:cubicBezTo>
                  <a:lnTo>
                    <a:pt x="6624" y="3373"/>
                  </a:lnTo>
                  <a:cubicBezTo>
                    <a:pt x="6593" y="3160"/>
                    <a:pt x="6563" y="2947"/>
                    <a:pt x="6502" y="2735"/>
                  </a:cubicBezTo>
                  <a:cubicBezTo>
                    <a:pt x="6502" y="2643"/>
                    <a:pt x="6472" y="2522"/>
                    <a:pt x="6441" y="2431"/>
                  </a:cubicBezTo>
                  <a:lnTo>
                    <a:pt x="6381" y="2036"/>
                  </a:lnTo>
                  <a:cubicBezTo>
                    <a:pt x="6381" y="1945"/>
                    <a:pt x="6350" y="1823"/>
                    <a:pt x="6320" y="1732"/>
                  </a:cubicBezTo>
                  <a:cubicBezTo>
                    <a:pt x="6259" y="1580"/>
                    <a:pt x="6198" y="1428"/>
                    <a:pt x="6107" y="1307"/>
                  </a:cubicBezTo>
                  <a:cubicBezTo>
                    <a:pt x="6016" y="1155"/>
                    <a:pt x="5925" y="1033"/>
                    <a:pt x="5834" y="912"/>
                  </a:cubicBezTo>
                  <a:cubicBezTo>
                    <a:pt x="5773" y="851"/>
                    <a:pt x="5712" y="760"/>
                    <a:pt x="5621" y="699"/>
                  </a:cubicBezTo>
                  <a:cubicBezTo>
                    <a:pt x="5530" y="608"/>
                    <a:pt x="5408" y="547"/>
                    <a:pt x="5317" y="456"/>
                  </a:cubicBezTo>
                  <a:cubicBezTo>
                    <a:pt x="5196" y="395"/>
                    <a:pt x="5074" y="334"/>
                    <a:pt x="4922" y="304"/>
                  </a:cubicBezTo>
                  <a:cubicBezTo>
                    <a:pt x="4740" y="213"/>
                    <a:pt x="4558" y="152"/>
                    <a:pt x="4345" y="91"/>
                  </a:cubicBezTo>
                  <a:cubicBezTo>
                    <a:pt x="4132" y="61"/>
                    <a:pt x="3920" y="31"/>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3"/>
            <p:cNvSpPr/>
            <p:nvPr/>
          </p:nvSpPr>
          <p:spPr>
            <a:xfrm rot="1238432">
              <a:off x="8705506" y="32559"/>
              <a:ext cx="151173" cy="749717"/>
            </a:xfrm>
            <a:custGeom>
              <a:rect b="b" l="l" r="r" t="t"/>
              <a:pathLst>
                <a:path extrusionOk="0" h="29989" w="6047">
                  <a:moveTo>
                    <a:pt x="3889" y="0"/>
                  </a:moveTo>
                  <a:cubicBezTo>
                    <a:pt x="3677" y="0"/>
                    <a:pt x="3494" y="31"/>
                    <a:pt x="3282" y="61"/>
                  </a:cubicBezTo>
                  <a:cubicBezTo>
                    <a:pt x="3130" y="92"/>
                    <a:pt x="2948" y="92"/>
                    <a:pt x="2796" y="152"/>
                  </a:cubicBezTo>
                  <a:cubicBezTo>
                    <a:pt x="2674" y="183"/>
                    <a:pt x="2553" y="213"/>
                    <a:pt x="2431" y="274"/>
                  </a:cubicBezTo>
                  <a:cubicBezTo>
                    <a:pt x="2249" y="335"/>
                    <a:pt x="2097" y="395"/>
                    <a:pt x="1945" y="487"/>
                  </a:cubicBezTo>
                  <a:cubicBezTo>
                    <a:pt x="1823" y="578"/>
                    <a:pt x="1702" y="669"/>
                    <a:pt x="1580" y="790"/>
                  </a:cubicBezTo>
                  <a:cubicBezTo>
                    <a:pt x="1489" y="912"/>
                    <a:pt x="1398" y="1034"/>
                    <a:pt x="1337" y="1155"/>
                  </a:cubicBezTo>
                  <a:cubicBezTo>
                    <a:pt x="1246" y="1307"/>
                    <a:pt x="1185" y="1489"/>
                    <a:pt x="1125" y="1641"/>
                  </a:cubicBezTo>
                  <a:cubicBezTo>
                    <a:pt x="1064" y="1823"/>
                    <a:pt x="1033" y="2036"/>
                    <a:pt x="1033" y="2218"/>
                  </a:cubicBezTo>
                  <a:cubicBezTo>
                    <a:pt x="1003" y="2340"/>
                    <a:pt x="942" y="2461"/>
                    <a:pt x="912" y="2553"/>
                  </a:cubicBezTo>
                  <a:cubicBezTo>
                    <a:pt x="851" y="2735"/>
                    <a:pt x="821" y="2917"/>
                    <a:pt x="790" y="3069"/>
                  </a:cubicBezTo>
                  <a:lnTo>
                    <a:pt x="760" y="3191"/>
                  </a:lnTo>
                  <a:cubicBezTo>
                    <a:pt x="547" y="4041"/>
                    <a:pt x="456" y="4892"/>
                    <a:pt x="395" y="5743"/>
                  </a:cubicBezTo>
                  <a:cubicBezTo>
                    <a:pt x="395" y="5864"/>
                    <a:pt x="365" y="5986"/>
                    <a:pt x="365" y="6107"/>
                  </a:cubicBezTo>
                  <a:cubicBezTo>
                    <a:pt x="335" y="6350"/>
                    <a:pt x="304" y="6594"/>
                    <a:pt x="304" y="6837"/>
                  </a:cubicBezTo>
                  <a:cubicBezTo>
                    <a:pt x="274" y="7080"/>
                    <a:pt x="274" y="7292"/>
                    <a:pt x="244" y="7505"/>
                  </a:cubicBezTo>
                  <a:cubicBezTo>
                    <a:pt x="244" y="7718"/>
                    <a:pt x="213" y="7991"/>
                    <a:pt x="213" y="8265"/>
                  </a:cubicBezTo>
                  <a:lnTo>
                    <a:pt x="213" y="8538"/>
                  </a:lnTo>
                  <a:lnTo>
                    <a:pt x="213" y="8963"/>
                  </a:lnTo>
                  <a:lnTo>
                    <a:pt x="213" y="9146"/>
                  </a:lnTo>
                  <a:cubicBezTo>
                    <a:pt x="183" y="9541"/>
                    <a:pt x="152" y="9966"/>
                    <a:pt x="122" y="10391"/>
                  </a:cubicBezTo>
                  <a:cubicBezTo>
                    <a:pt x="61" y="10878"/>
                    <a:pt x="61" y="11364"/>
                    <a:pt x="31" y="11850"/>
                  </a:cubicBezTo>
                  <a:lnTo>
                    <a:pt x="31" y="14007"/>
                  </a:lnTo>
                  <a:lnTo>
                    <a:pt x="31" y="15101"/>
                  </a:lnTo>
                  <a:lnTo>
                    <a:pt x="31" y="16195"/>
                  </a:lnTo>
                  <a:cubicBezTo>
                    <a:pt x="31" y="16650"/>
                    <a:pt x="0" y="17136"/>
                    <a:pt x="0" y="17623"/>
                  </a:cubicBezTo>
                  <a:lnTo>
                    <a:pt x="0" y="19719"/>
                  </a:lnTo>
                  <a:lnTo>
                    <a:pt x="0" y="20448"/>
                  </a:lnTo>
                  <a:lnTo>
                    <a:pt x="0" y="20873"/>
                  </a:lnTo>
                  <a:lnTo>
                    <a:pt x="0" y="21876"/>
                  </a:lnTo>
                  <a:cubicBezTo>
                    <a:pt x="0" y="22028"/>
                    <a:pt x="0" y="22150"/>
                    <a:pt x="31" y="22271"/>
                  </a:cubicBezTo>
                  <a:lnTo>
                    <a:pt x="31" y="22575"/>
                  </a:lnTo>
                  <a:lnTo>
                    <a:pt x="31" y="22848"/>
                  </a:lnTo>
                  <a:lnTo>
                    <a:pt x="31" y="23274"/>
                  </a:lnTo>
                  <a:cubicBezTo>
                    <a:pt x="31" y="23669"/>
                    <a:pt x="61" y="24155"/>
                    <a:pt x="61" y="24671"/>
                  </a:cubicBezTo>
                  <a:cubicBezTo>
                    <a:pt x="61" y="24884"/>
                    <a:pt x="61" y="25097"/>
                    <a:pt x="92" y="25279"/>
                  </a:cubicBezTo>
                  <a:lnTo>
                    <a:pt x="92" y="25340"/>
                  </a:lnTo>
                  <a:lnTo>
                    <a:pt x="92" y="25583"/>
                  </a:lnTo>
                  <a:cubicBezTo>
                    <a:pt x="92" y="25704"/>
                    <a:pt x="92" y="25856"/>
                    <a:pt x="122" y="26008"/>
                  </a:cubicBezTo>
                  <a:lnTo>
                    <a:pt x="152" y="26312"/>
                  </a:lnTo>
                  <a:cubicBezTo>
                    <a:pt x="183" y="26646"/>
                    <a:pt x="213" y="26980"/>
                    <a:pt x="244" y="27315"/>
                  </a:cubicBezTo>
                  <a:lnTo>
                    <a:pt x="244" y="27345"/>
                  </a:lnTo>
                  <a:cubicBezTo>
                    <a:pt x="274" y="27831"/>
                    <a:pt x="365" y="28287"/>
                    <a:pt x="487" y="28743"/>
                  </a:cubicBezTo>
                  <a:cubicBezTo>
                    <a:pt x="517" y="28834"/>
                    <a:pt x="547" y="28925"/>
                    <a:pt x="578" y="29016"/>
                  </a:cubicBezTo>
                  <a:cubicBezTo>
                    <a:pt x="608" y="29077"/>
                    <a:pt x="638" y="29168"/>
                    <a:pt x="669" y="29259"/>
                  </a:cubicBezTo>
                  <a:cubicBezTo>
                    <a:pt x="730" y="29320"/>
                    <a:pt x="760" y="29381"/>
                    <a:pt x="821" y="29441"/>
                  </a:cubicBezTo>
                  <a:lnTo>
                    <a:pt x="851" y="29472"/>
                  </a:lnTo>
                  <a:cubicBezTo>
                    <a:pt x="1033" y="29684"/>
                    <a:pt x="1277" y="29806"/>
                    <a:pt x="1520" y="29897"/>
                  </a:cubicBezTo>
                  <a:cubicBezTo>
                    <a:pt x="1641" y="29928"/>
                    <a:pt x="1732" y="29958"/>
                    <a:pt x="1854" y="29958"/>
                  </a:cubicBezTo>
                  <a:lnTo>
                    <a:pt x="1915" y="29958"/>
                  </a:lnTo>
                  <a:cubicBezTo>
                    <a:pt x="2036" y="29958"/>
                    <a:pt x="2127" y="29988"/>
                    <a:pt x="2249" y="29988"/>
                  </a:cubicBezTo>
                  <a:cubicBezTo>
                    <a:pt x="2522" y="29958"/>
                    <a:pt x="2765" y="29897"/>
                    <a:pt x="3008" y="29745"/>
                  </a:cubicBezTo>
                  <a:lnTo>
                    <a:pt x="3221" y="29654"/>
                  </a:lnTo>
                  <a:lnTo>
                    <a:pt x="3251" y="29624"/>
                  </a:lnTo>
                  <a:cubicBezTo>
                    <a:pt x="3403" y="29563"/>
                    <a:pt x="3586" y="29502"/>
                    <a:pt x="3707" y="29411"/>
                  </a:cubicBezTo>
                  <a:cubicBezTo>
                    <a:pt x="3829" y="29350"/>
                    <a:pt x="3950" y="29259"/>
                    <a:pt x="4072" y="29168"/>
                  </a:cubicBezTo>
                  <a:cubicBezTo>
                    <a:pt x="4193" y="29046"/>
                    <a:pt x="4315" y="28955"/>
                    <a:pt x="4406" y="28834"/>
                  </a:cubicBezTo>
                  <a:cubicBezTo>
                    <a:pt x="4497" y="28743"/>
                    <a:pt x="4588" y="28621"/>
                    <a:pt x="4649" y="28500"/>
                  </a:cubicBezTo>
                  <a:cubicBezTo>
                    <a:pt x="4710" y="28348"/>
                    <a:pt x="4740" y="28196"/>
                    <a:pt x="4771" y="28074"/>
                  </a:cubicBezTo>
                  <a:cubicBezTo>
                    <a:pt x="4831" y="27649"/>
                    <a:pt x="4862" y="27223"/>
                    <a:pt x="4862" y="26828"/>
                  </a:cubicBezTo>
                  <a:lnTo>
                    <a:pt x="4862" y="26616"/>
                  </a:lnTo>
                  <a:lnTo>
                    <a:pt x="4862" y="25279"/>
                  </a:lnTo>
                  <a:lnTo>
                    <a:pt x="4862" y="24823"/>
                  </a:lnTo>
                  <a:lnTo>
                    <a:pt x="4862" y="24580"/>
                  </a:lnTo>
                  <a:cubicBezTo>
                    <a:pt x="4862" y="24307"/>
                    <a:pt x="4862" y="24064"/>
                    <a:pt x="4831" y="23881"/>
                  </a:cubicBezTo>
                  <a:lnTo>
                    <a:pt x="4831" y="21755"/>
                  </a:lnTo>
                  <a:lnTo>
                    <a:pt x="4831" y="21086"/>
                  </a:lnTo>
                  <a:lnTo>
                    <a:pt x="4831" y="20965"/>
                  </a:lnTo>
                  <a:lnTo>
                    <a:pt x="4831" y="20357"/>
                  </a:lnTo>
                  <a:lnTo>
                    <a:pt x="4831" y="19901"/>
                  </a:lnTo>
                  <a:lnTo>
                    <a:pt x="4831" y="19689"/>
                  </a:lnTo>
                  <a:cubicBezTo>
                    <a:pt x="4831" y="19263"/>
                    <a:pt x="4892" y="18838"/>
                    <a:pt x="4953" y="18443"/>
                  </a:cubicBezTo>
                  <a:lnTo>
                    <a:pt x="4953" y="18230"/>
                  </a:lnTo>
                  <a:cubicBezTo>
                    <a:pt x="4983" y="17805"/>
                    <a:pt x="5014" y="17319"/>
                    <a:pt x="5044" y="16833"/>
                  </a:cubicBezTo>
                  <a:cubicBezTo>
                    <a:pt x="5044" y="16468"/>
                    <a:pt x="5074" y="16073"/>
                    <a:pt x="5074" y="15708"/>
                  </a:cubicBezTo>
                  <a:lnTo>
                    <a:pt x="5074" y="15405"/>
                  </a:lnTo>
                  <a:cubicBezTo>
                    <a:pt x="5074" y="14979"/>
                    <a:pt x="5105" y="14554"/>
                    <a:pt x="5135" y="14128"/>
                  </a:cubicBezTo>
                  <a:lnTo>
                    <a:pt x="5135" y="13946"/>
                  </a:lnTo>
                  <a:cubicBezTo>
                    <a:pt x="5135" y="13703"/>
                    <a:pt x="5135" y="13460"/>
                    <a:pt x="5166" y="13187"/>
                  </a:cubicBezTo>
                  <a:cubicBezTo>
                    <a:pt x="5166" y="12913"/>
                    <a:pt x="5166" y="12731"/>
                    <a:pt x="5196" y="12518"/>
                  </a:cubicBezTo>
                  <a:cubicBezTo>
                    <a:pt x="5196" y="12093"/>
                    <a:pt x="5257" y="11667"/>
                    <a:pt x="5287" y="11242"/>
                  </a:cubicBezTo>
                  <a:cubicBezTo>
                    <a:pt x="5287" y="11060"/>
                    <a:pt x="5317" y="10878"/>
                    <a:pt x="5348" y="10695"/>
                  </a:cubicBezTo>
                  <a:cubicBezTo>
                    <a:pt x="5409" y="10088"/>
                    <a:pt x="5469" y="9510"/>
                    <a:pt x="5530" y="8933"/>
                  </a:cubicBezTo>
                  <a:cubicBezTo>
                    <a:pt x="5561" y="8720"/>
                    <a:pt x="5591" y="8508"/>
                    <a:pt x="5621" y="8295"/>
                  </a:cubicBezTo>
                  <a:cubicBezTo>
                    <a:pt x="5712" y="7839"/>
                    <a:pt x="5773" y="7384"/>
                    <a:pt x="5834" y="6897"/>
                  </a:cubicBezTo>
                  <a:lnTo>
                    <a:pt x="5834" y="6745"/>
                  </a:lnTo>
                  <a:cubicBezTo>
                    <a:pt x="5895" y="6381"/>
                    <a:pt x="5955" y="5925"/>
                    <a:pt x="5986" y="5469"/>
                  </a:cubicBezTo>
                  <a:cubicBezTo>
                    <a:pt x="6016" y="5014"/>
                    <a:pt x="6016" y="4558"/>
                    <a:pt x="6016" y="4133"/>
                  </a:cubicBezTo>
                  <a:lnTo>
                    <a:pt x="6016" y="3130"/>
                  </a:lnTo>
                  <a:lnTo>
                    <a:pt x="6016" y="2826"/>
                  </a:lnTo>
                  <a:cubicBezTo>
                    <a:pt x="6047" y="2583"/>
                    <a:pt x="6047" y="2310"/>
                    <a:pt x="6016" y="2067"/>
                  </a:cubicBezTo>
                  <a:cubicBezTo>
                    <a:pt x="5986" y="1915"/>
                    <a:pt x="5925" y="1793"/>
                    <a:pt x="5864" y="1672"/>
                  </a:cubicBezTo>
                  <a:cubicBezTo>
                    <a:pt x="5834" y="1641"/>
                    <a:pt x="5834" y="1580"/>
                    <a:pt x="5804" y="1520"/>
                  </a:cubicBezTo>
                  <a:cubicBezTo>
                    <a:pt x="5712" y="1398"/>
                    <a:pt x="5591" y="1277"/>
                    <a:pt x="5439" y="1216"/>
                  </a:cubicBezTo>
                  <a:cubicBezTo>
                    <a:pt x="5409" y="1125"/>
                    <a:pt x="5348" y="1034"/>
                    <a:pt x="5317" y="912"/>
                  </a:cubicBezTo>
                  <a:cubicBezTo>
                    <a:pt x="5287" y="851"/>
                    <a:pt x="5257" y="790"/>
                    <a:pt x="5196" y="730"/>
                  </a:cubicBezTo>
                  <a:cubicBezTo>
                    <a:pt x="5074" y="547"/>
                    <a:pt x="4922" y="365"/>
                    <a:pt x="4740" y="244"/>
                  </a:cubicBezTo>
                  <a:cubicBezTo>
                    <a:pt x="4497" y="92"/>
                    <a:pt x="4224" y="0"/>
                    <a:pt x="39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 name="Google Shape;1115;p53"/>
          <p:cNvSpPr/>
          <p:nvPr/>
        </p:nvSpPr>
        <p:spPr>
          <a:xfrm rot="7589800">
            <a:off x="73851" y="4029016"/>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 name="Google Shape;1116;p53"/>
          <p:cNvGrpSpPr/>
          <p:nvPr/>
        </p:nvGrpSpPr>
        <p:grpSpPr>
          <a:xfrm>
            <a:off x="601188" y="4660625"/>
            <a:ext cx="252200" cy="279550"/>
            <a:chOff x="601188" y="4660625"/>
            <a:chExt cx="252200" cy="279550"/>
          </a:xfrm>
        </p:grpSpPr>
        <p:sp>
          <p:nvSpPr>
            <p:cNvPr id="1117" name="Google Shape;1117;p53"/>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3"/>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3"/>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3"/>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 name="Google Shape;1121;p53"/>
          <p:cNvSpPr/>
          <p:nvPr/>
        </p:nvSpPr>
        <p:spPr>
          <a:xfrm>
            <a:off x="7852913" y="4063500"/>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3"/>
          <p:cNvSpPr/>
          <p:nvPr/>
        </p:nvSpPr>
        <p:spPr>
          <a:xfrm rot="-767104">
            <a:off x="-163503" y="-490454"/>
            <a:ext cx="1866306" cy="1551400"/>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3"/>
          <p:cNvSpPr/>
          <p:nvPr/>
        </p:nvSpPr>
        <p:spPr>
          <a:xfrm rot="448387">
            <a:off x="8368575" y="4079324"/>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3"/>
          <p:cNvSpPr/>
          <p:nvPr/>
        </p:nvSpPr>
        <p:spPr>
          <a:xfrm rot="831327">
            <a:off x="270368" y="974629"/>
            <a:ext cx="219837" cy="393416"/>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3"/>
          <p:cNvSpPr/>
          <p:nvPr/>
        </p:nvSpPr>
        <p:spPr>
          <a:xfrm>
            <a:off x="1379388" y="255888"/>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2">
    <p:spTree>
      <p:nvGrpSpPr>
        <p:cNvPr id="1126" name="Shape 1126"/>
        <p:cNvGrpSpPr/>
        <p:nvPr/>
      </p:nvGrpSpPr>
      <p:grpSpPr>
        <a:xfrm>
          <a:off x="0" y="0"/>
          <a:ext cx="0" cy="0"/>
          <a:chOff x="0" y="0"/>
          <a:chExt cx="0" cy="0"/>
        </a:xfrm>
      </p:grpSpPr>
      <p:grpSp>
        <p:nvGrpSpPr>
          <p:cNvPr id="1127" name="Google Shape;1127;p54"/>
          <p:cNvGrpSpPr/>
          <p:nvPr/>
        </p:nvGrpSpPr>
        <p:grpSpPr>
          <a:xfrm flipH="1">
            <a:off x="-55863" y="4082535"/>
            <a:ext cx="1258993" cy="1313658"/>
            <a:chOff x="8085825" y="1477998"/>
            <a:chExt cx="1383661" cy="1443739"/>
          </a:xfrm>
        </p:grpSpPr>
        <p:sp>
          <p:nvSpPr>
            <p:cNvPr id="1128" name="Google Shape;1128;p54"/>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4"/>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4"/>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4"/>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 name="Google Shape;1132;p54"/>
          <p:cNvSpPr/>
          <p:nvPr/>
        </p:nvSpPr>
        <p:spPr>
          <a:xfrm rot="-8317524">
            <a:off x="-49803" y="-151808"/>
            <a:ext cx="828428" cy="12563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4"/>
          <p:cNvSpPr/>
          <p:nvPr/>
        </p:nvSpPr>
        <p:spPr>
          <a:xfrm>
            <a:off x="7483525" y="-407243"/>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 name="Google Shape;1134;p54"/>
          <p:cNvGrpSpPr/>
          <p:nvPr/>
        </p:nvGrpSpPr>
        <p:grpSpPr>
          <a:xfrm rot="-5400000">
            <a:off x="-26172" y="108496"/>
            <a:ext cx="1270599" cy="1053621"/>
            <a:chOff x="-142022" y="90588"/>
            <a:chExt cx="1270599" cy="1053621"/>
          </a:xfrm>
        </p:grpSpPr>
        <p:sp>
          <p:nvSpPr>
            <p:cNvPr id="1135" name="Google Shape;1135;p54"/>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4"/>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4"/>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4"/>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4"/>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4"/>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4"/>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4"/>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4"/>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4"/>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4"/>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4"/>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 name="Google Shape;1149;p54"/>
          <p:cNvSpPr/>
          <p:nvPr/>
        </p:nvSpPr>
        <p:spPr>
          <a:xfrm rot="-1095766">
            <a:off x="319644" y="1388632"/>
            <a:ext cx="315634" cy="341626"/>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 name="Google Shape;1150;p54"/>
          <p:cNvGrpSpPr/>
          <p:nvPr/>
        </p:nvGrpSpPr>
        <p:grpSpPr>
          <a:xfrm>
            <a:off x="8500263" y="742199"/>
            <a:ext cx="538722" cy="479299"/>
            <a:chOff x="5927389" y="663096"/>
            <a:chExt cx="595931" cy="530198"/>
          </a:xfrm>
        </p:grpSpPr>
        <p:sp>
          <p:nvSpPr>
            <p:cNvPr id="1151" name="Google Shape;1151;p54"/>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 name="Google Shape;1153;p54"/>
          <p:cNvSpPr/>
          <p:nvPr/>
        </p:nvSpPr>
        <p:spPr>
          <a:xfrm>
            <a:off x="137317" y="3866400"/>
            <a:ext cx="454182" cy="479298"/>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4"/>
          <p:cNvSpPr/>
          <p:nvPr/>
        </p:nvSpPr>
        <p:spPr>
          <a:xfrm flipH="1" rot="-5714785">
            <a:off x="8194575" y="4258475"/>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flipH="1" rot="-4745172">
            <a:off x="8408408" y="4120426"/>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2_1">
    <p:bg>
      <p:bgPr>
        <a:solidFill>
          <a:schemeClr val="accent4"/>
        </a:solidFill>
      </p:bgPr>
    </p:bg>
    <p:spTree>
      <p:nvGrpSpPr>
        <p:cNvPr id="1156" name="Shape 1156"/>
        <p:cNvGrpSpPr/>
        <p:nvPr/>
      </p:nvGrpSpPr>
      <p:grpSpPr>
        <a:xfrm>
          <a:off x="0" y="0"/>
          <a:ext cx="0" cy="0"/>
          <a:chOff x="0" y="0"/>
          <a:chExt cx="0" cy="0"/>
        </a:xfrm>
      </p:grpSpPr>
      <p:grpSp>
        <p:nvGrpSpPr>
          <p:cNvPr id="1157" name="Google Shape;1157;p55"/>
          <p:cNvGrpSpPr/>
          <p:nvPr/>
        </p:nvGrpSpPr>
        <p:grpSpPr>
          <a:xfrm>
            <a:off x="7785137" y="4082535"/>
            <a:ext cx="1258993" cy="1313658"/>
            <a:chOff x="8085825" y="1477998"/>
            <a:chExt cx="1383661" cy="1443739"/>
          </a:xfrm>
        </p:grpSpPr>
        <p:sp>
          <p:nvSpPr>
            <p:cNvPr id="1158" name="Google Shape;1158;p55"/>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 name="Google Shape;1162;p55"/>
          <p:cNvSpPr/>
          <p:nvPr/>
        </p:nvSpPr>
        <p:spPr>
          <a:xfrm flipH="1" rot="8317524">
            <a:off x="8209642" y="-151808"/>
            <a:ext cx="828428" cy="12563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flipH="1">
            <a:off x="-361612" y="-407243"/>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 name="Google Shape;1164;p55"/>
          <p:cNvGrpSpPr/>
          <p:nvPr/>
        </p:nvGrpSpPr>
        <p:grpSpPr>
          <a:xfrm flipH="1" rot="5400000">
            <a:off x="7743839" y="108496"/>
            <a:ext cx="1270599" cy="1053621"/>
            <a:chOff x="-142022" y="90588"/>
            <a:chExt cx="1270599" cy="1053621"/>
          </a:xfrm>
        </p:grpSpPr>
        <p:sp>
          <p:nvSpPr>
            <p:cNvPr id="1165" name="Google Shape;1165;p55"/>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 name="Google Shape;1179;p55"/>
          <p:cNvSpPr/>
          <p:nvPr/>
        </p:nvSpPr>
        <p:spPr>
          <a:xfrm flipH="1" rot="1095766">
            <a:off x="8352990" y="1388632"/>
            <a:ext cx="315634" cy="341626"/>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 name="Google Shape;1180;p55"/>
          <p:cNvGrpSpPr/>
          <p:nvPr/>
        </p:nvGrpSpPr>
        <p:grpSpPr>
          <a:xfrm flipH="1">
            <a:off x="-50718" y="742199"/>
            <a:ext cx="538722" cy="479299"/>
            <a:chOff x="5927389" y="663096"/>
            <a:chExt cx="595931" cy="530198"/>
          </a:xfrm>
        </p:grpSpPr>
        <p:sp>
          <p:nvSpPr>
            <p:cNvPr id="1181" name="Google Shape;1181;p55"/>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 name="Google Shape;1183;p55"/>
          <p:cNvSpPr/>
          <p:nvPr/>
        </p:nvSpPr>
        <p:spPr>
          <a:xfrm flipH="1">
            <a:off x="8396768" y="3866400"/>
            <a:ext cx="454182" cy="479298"/>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rot="5714785">
            <a:off x="420106" y="4258475"/>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rot="4745172">
            <a:off x="269134" y="4120426"/>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CUSTOM_12_1_1">
    <p:bg>
      <p:bgPr>
        <a:solidFill>
          <a:schemeClr val="accent2"/>
        </a:solidFill>
      </p:bgPr>
    </p:bg>
    <p:spTree>
      <p:nvGrpSpPr>
        <p:cNvPr id="1186" name="Shape 1186"/>
        <p:cNvGrpSpPr/>
        <p:nvPr/>
      </p:nvGrpSpPr>
      <p:grpSpPr>
        <a:xfrm>
          <a:off x="0" y="0"/>
          <a:ext cx="0" cy="0"/>
          <a:chOff x="0" y="0"/>
          <a:chExt cx="0" cy="0"/>
        </a:xfrm>
      </p:grpSpPr>
      <p:grpSp>
        <p:nvGrpSpPr>
          <p:cNvPr id="1187" name="Google Shape;1187;p56"/>
          <p:cNvGrpSpPr/>
          <p:nvPr/>
        </p:nvGrpSpPr>
        <p:grpSpPr>
          <a:xfrm flipH="1" rot="10800000">
            <a:off x="7785137" y="-407243"/>
            <a:ext cx="1258993" cy="1313658"/>
            <a:chOff x="8085825" y="1477998"/>
            <a:chExt cx="1383661" cy="1443739"/>
          </a:xfrm>
        </p:grpSpPr>
        <p:sp>
          <p:nvSpPr>
            <p:cNvPr id="1188" name="Google Shape;1188;p56"/>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6"/>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6"/>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6"/>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 name="Google Shape;1192;p56"/>
          <p:cNvSpPr/>
          <p:nvPr/>
        </p:nvSpPr>
        <p:spPr>
          <a:xfrm rot="2482476">
            <a:off x="8209642" y="3884457"/>
            <a:ext cx="828428" cy="12563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6"/>
          <p:cNvSpPr/>
          <p:nvPr/>
        </p:nvSpPr>
        <p:spPr>
          <a:xfrm rot="10800000">
            <a:off x="-361612" y="3844754"/>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56"/>
          <p:cNvGrpSpPr/>
          <p:nvPr/>
        </p:nvGrpSpPr>
        <p:grpSpPr>
          <a:xfrm rot="5400000">
            <a:off x="7743839" y="3826833"/>
            <a:ext cx="1270599" cy="1053621"/>
            <a:chOff x="-142022" y="90588"/>
            <a:chExt cx="1270599" cy="1053621"/>
          </a:xfrm>
        </p:grpSpPr>
        <p:sp>
          <p:nvSpPr>
            <p:cNvPr id="1195" name="Google Shape;1195;p56"/>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6"/>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6"/>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6"/>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6"/>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6"/>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6"/>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6"/>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6"/>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6"/>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6"/>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6"/>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6"/>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6"/>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 name="Google Shape;1209;p56"/>
          <p:cNvSpPr/>
          <p:nvPr/>
        </p:nvSpPr>
        <p:spPr>
          <a:xfrm rot="9704234">
            <a:off x="8352990" y="3258693"/>
            <a:ext cx="315634" cy="341626"/>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 name="Google Shape;1210;p56"/>
          <p:cNvGrpSpPr/>
          <p:nvPr/>
        </p:nvGrpSpPr>
        <p:grpSpPr>
          <a:xfrm rot="10800000">
            <a:off x="-50718" y="3767452"/>
            <a:ext cx="538722" cy="479299"/>
            <a:chOff x="5927389" y="663096"/>
            <a:chExt cx="595931" cy="530198"/>
          </a:xfrm>
        </p:grpSpPr>
        <p:sp>
          <p:nvSpPr>
            <p:cNvPr id="1211" name="Google Shape;1211;p56"/>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6"/>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 name="Google Shape;1213;p56"/>
          <p:cNvSpPr/>
          <p:nvPr/>
        </p:nvSpPr>
        <p:spPr>
          <a:xfrm rot="10800000">
            <a:off x="8396768" y="643252"/>
            <a:ext cx="454182" cy="479298"/>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6"/>
          <p:cNvSpPr/>
          <p:nvPr/>
        </p:nvSpPr>
        <p:spPr>
          <a:xfrm flipH="1" rot="5085215">
            <a:off x="420106" y="-555111"/>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6"/>
          <p:cNvSpPr/>
          <p:nvPr/>
        </p:nvSpPr>
        <p:spPr>
          <a:xfrm flipH="1" rot="6054828">
            <a:off x="269134" y="-182564"/>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220" name="Shape 1220"/>
        <p:cNvGrpSpPr/>
        <p:nvPr/>
      </p:nvGrpSpPr>
      <p:grpSpPr>
        <a:xfrm>
          <a:off x="0" y="0"/>
          <a:ext cx="0" cy="0"/>
          <a:chOff x="0" y="0"/>
          <a:chExt cx="0" cy="0"/>
        </a:xfrm>
      </p:grpSpPr>
      <p:sp>
        <p:nvSpPr>
          <p:cNvPr id="1221" name="Google Shape;1221;p58"/>
          <p:cNvSpPr/>
          <p:nvPr/>
        </p:nvSpPr>
        <p:spPr>
          <a:xfrm rot="487433">
            <a:off x="6748078" y="342351"/>
            <a:ext cx="1723646" cy="943810"/>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 name="Google Shape;1222;p58"/>
          <p:cNvSpPr/>
          <p:nvPr/>
        </p:nvSpPr>
        <p:spPr>
          <a:xfrm>
            <a:off x="0" y="38532"/>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3" name="Google Shape;1223;p58"/>
          <p:cNvGrpSpPr/>
          <p:nvPr/>
        </p:nvGrpSpPr>
        <p:grpSpPr>
          <a:xfrm>
            <a:off x="-142022" y="90588"/>
            <a:ext cx="1270599" cy="1053621"/>
            <a:chOff x="-142022" y="90588"/>
            <a:chExt cx="1270599" cy="1053621"/>
          </a:xfrm>
        </p:grpSpPr>
        <p:sp>
          <p:nvSpPr>
            <p:cNvPr id="1224" name="Google Shape;1224;p58"/>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58"/>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58"/>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 name="Google Shape;1227;p58"/>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58"/>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 name="Google Shape;1229;p58"/>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 name="Google Shape;1230;p58"/>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58"/>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58"/>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 name="Google Shape;1233;p58"/>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 name="Google Shape;1234;p58"/>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58"/>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58"/>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58"/>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8" name="Google Shape;1238;p58"/>
          <p:cNvSpPr/>
          <p:nvPr/>
        </p:nvSpPr>
        <p:spPr>
          <a:xfrm rot="-3030967">
            <a:off x="-265007" y="382631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9" name="Google Shape;1239;p58"/>
          <p:cNvGrpSpPr/>
          <p:nvPr/>
        </p:nvGrpSpPr>
        <p:grpSpPr>
          <a:xfrm>
            <a:off x="727287" y="3991176"/>
            <a:ext cx="1219992" cy="1237898"/>
            <a:chOff x="727287" y="3991176"/>
            <a:chExt cx="1219992" cy="1237898"/>
          </a:xfrm>
        </p:grpSpPr>
        <p:sp>
          <p:nvSpPr>
            <p:cNvPr id="1240" name="Google Shape;1240;p58"/>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58"/>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 name="Google Shape;1242;p58"/>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 name="Google Shape;1243;p58"/>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4" name="Google Shape;1244;p58"/>
          <p:cNvSpPr/>
          <p:nvPr/>
        </p:nvSpPr>
        <p:spPr>
          <a:xfrm>
            <a:off x="3335325" y="4629150"/>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5" name="Google Shape;1245;p58"/>
          <p:cNvGrpSpPr/>
          <p:nvPr/>
        </p:nvGrpSpPr>
        <p:grpSpPr>
          <a:xfrm>
            <a:off x="8251700" y="-142503"/>
            <a:ext cx="572406" cy="682360"/>
            <a:chOff x="8251700" y="-142503"/>
            <a:chExt cx="572406" cy="682360"/>
          </a:xfrm>
        </p:grpSpPr>
        <p:sp>
          <p:nvSpPr>
            <p:cNvPr id="1246" name="Google Shape;1246;p58"/>
            <p:cNvSpPr/>
            <p:nvPr/>
          </p:nvSpPr>
          <p:spPr>
            <a:xfrm>
              <a:off x="8397875" y="34884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 name="Google Shape;1247;p58"/>
            <p:cNvSpPr/>
            <p:nvPr/>
          </p:nvSpPr>
          <p:spPr>
            <a:xfrm>
              <a:off x="8574952" y="23740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 name="Google Shape;1248;p58"/>
            <p:cNvSpPr/>
            <p:nvPr/>
          </p:nvSpPr>
          <p:spPr>
            <a:xfrm>
              <a:off x="8430810" y="4179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 name="Google Shape;1249;p58"/>
            <p:cNvSpPr/>
            <p:nvPr/>
          </p:nvSpPr>
          <p:spPr>
            <a:xfrm>
              <a:off x="8251700" y="15916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 name="Google Shape;1250;p58"/>
            <p:cNvSpPr/>
            <p:nvPr/>
          </p:nvSpPr>
          <p:spPr>
            <a:xfrm>
              <a:off x="8657290" y="-142503"/>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51" name="Google Shape;1251;p58"/>
          <p:cNvSpPr/>
          <p:nvPr/>
        </p:nvSpPr>
        <p:spPr>
          <a:xfrm rot="-341310">
            <a:off x="8258869" y="11183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 name="Google Shape;1252;p58"/>
          <p:cNvSpPr/>
          <p:nvPr/>
        </p:nvSpPr>
        <p:spPr>
          <a:xfrm>
            <a:off x="6133200" y="29688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 name="Google Shape;1253;p58"/>
          <p:cNvSpPr/>
          <p:nvPr/>
        </p:nvSpPr>
        <p:spPr>
          <a:xfrm>
            <a:off x="8395420" y="2670765"/>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 name="Google Shape;1254;p58"/>
          <p:cNvSpPr/>
          <p:nvPr/>
        </p:nvSpPr>
        <p:spPr>
          <a:xfrm>
            <a:off x="7985025" y="2399850"/>
            <a:ext cx="737885" cy="781680"/>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 name="Google Shape;1255;p58"/>
          <p:cNvSpPr/>
          <p:nvPr/>
        </p:nvSpPr>
        <p:spPr>
          <a:xfrm rot="-2048291">
            <a:off x="2863425" y="202663"/>
            <a:ext cx="386656" cy="586360"/>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 name="Google Shape;1256;p58"/>
          <p:cNvSpPr/>
          <p:nvPr/>
        </p:nvSpPr>
        <p:spPr>
          <a:xfrm>
            <a:off x="6896838" y="4807241"/>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 name="Google Shape;1257;p58"/>
          <p:cNvSpPr/>
          <p:nvPr/>
        </p:nvSpPr>
        <p:spPr>
          <a:xfrm>
            <a:off x="6571588" y="4504700"/>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 name="Google Shape;1258;p58"/>
          <p:cNvSpPr/>
          <p:nvPr/>
        </p:nvSpPr>
        <p:spPr>
          <a:xfrm>
            <a:off x="593575" y="1362525"/>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9" name="Google Shape;1259;p58"/>
          <p:cNvGrpSpPr/>
          <p:nvPr/>
        </p:nvGrpSpPr>
        <p:grpSpPr>
          <a:xfrm>
            <a:off x="3300763" y="4708738"/>
            <a:ext cx="252200" cy="279550"/>
            <a:chOff x="4295963" y="4660625"/>
            <a:chExt cx="252200" cy="279550"/>
          </a:xfrm>
        </p:grpSpPr>
        <p:sp>
          <p:nvSpPr>
            <p:cNvPr id="1260" name="Google Shape;1260;p58"/>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 name="Google Shape;1261;p58"/>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 name="Google Shape;1262;p58"/>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 name="Google Shape;1263;p58"/>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64" name="Google Shape;1264;p58"/>
          <p:cNvSpPr txBox="1"/>
          <p:nvPr>
            <p:ph idx="1" type="subTitle"/>
          </p:nvPr>
        </p:nvSpPr>
        <p:spPr>
          <a:xfrm>
            <a:off x="3381300" y="3421700"/>
            <a:ext cx="2381400" cy="385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600"/>
              <a:buNone/>
              <a:defRPr sz="30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1265" name="Google Shape;1265;p58"/>
          <p:cNvSpPr txBox="1"/>
          <p:nvPr>
            <p:ph type="ctrTitle"/>
          </p:nvPr>
        </p:nvSpPr>
        <p:spPr>
          <a:xfrm>
            <a:off x="1770150" y="1253625"/>
            <a:ext cx="5603700" cy="19464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5200"/>
              <a:buNone/>
              <a:defRPr sz="5700"/>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2_1">
    <p:bg>
      <p:bgPr>
        <a:solidFill>
          <a:schemeClr val="accent4"/>
        </a:solidFill>
      </p:bgPr>
    </p:bg>
    <p:spTree>
      <p:nvGrpSpPr>
        <p:cNvPr id="1266" name="Shape 1266"/>
        <p:cNvGrpSpPr/>
        <p:nvPr/>
      </p:nvGrpSpPr>
      <p:grpSpPr>
        <a:xfrm>
          <a:off x="0" y="0"/>
          <a:ext cx="0" cy="0"/>
          <a:chOff x="0" y="0"/>
          <a:chExt cx="0" cy="0"/>
        </a:xfrm>
      </p:grpSpPr>
      <p:grpSp>
        <p:nvGrpSpPr>
          <p:cNvPr id="1267" name="Google Shape;1267;p59"/>
          <p:cNvGrpSpPr/>
          <p:nvPr/>
        </p:nvGrpSpPr>
        <p:grpSpPr>
          <a:xfrm>
            <a:off x="7785129" y="4082537"/>
            <a:ext cx="1258993" cy="1313658"/>
            <a:chOff x="8085816" y="1478000"/>
            <a:chExt cx="1383661" cy="1443739"/>
          </a:xfrm>
        </p:grpSpPr>
        <p:sp>
          <p:nvSpPr>
            <p:cNvPr id="1268" name="Google Shape;1268;p59"/>
            <p:cNvSpPr/>
            <p:nvPr/>
          </p:nvSpPr>
          <p:spPr>
            <a:xfrm rot="-964112">
              <a:off x="8231068" y="1832740"/>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 name="Google Shape;1269;p59"/>
            <p:cNvSpPr/>
            <p:nvPr/>
          </p:nvSpPr>
          <p:spPr>
            <a:xfrm rot="-964112">
              <a:off x="8496552" y="1684181"/>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59"/>
            <p:cNvSpPr/>
            <p:nvPr/>
          </p:nvSpPr>
          <p:spPr>
            <a:xfrm rot="-964112">
              <a:off x="8826503" y="1584428"/>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 name="Google Shape;1271;p59"/>
            <p:cNvSpPr/>
            <p:nvPr/>
          </p:nvSpPr>
          <p:spPr>
            <a:xfrm rot="-964112">
              <a:off x="9084092" y="1490007"/>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72" name="Google Shape;1272;p59"/>
          <p:cNvSpPr/>
          <p:nvPr/>
        </p:nvSpPr>
        <p:spPr>
          <a:xfrm flipH="1" rot="8317524">
            <a:off x="8209642" y="-151808"/>
            <a:ext cx="828428" cy="12563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59"/>
          <p:cNvSpPr/>
          <p:nvPr/>
        </p:nvSpPr>
        <p:spPr>
          <a:xfrm flipH="1">
            <a:off x="-361612" y="-407243"/>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74" name="Google Shape;1274;p59"/>
          <p:cNvGrpSpPr/>
          <p:nvPr/>
        </p:nvGrpSpPr>
        <p:grpSpPr>
          <a:xfrm flipH="1" rot="5400000">
            <a:off x="7743838" y="108496"/>
            <a:ext cx="1270599" cy="1053621"/>
            <a:chOff x="-142022" y="90588"/>
            <a:chExt cx="1270599" cy="1053621"/>
          </a:xfrm>
        </p:grpSpPr>
        <p:sp>
          <p:nvSpPr>
            <p:cNvPr id="1275" name="Google Shape;1275;p59"/>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 name="Google Shape;1276;p59"/>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 name="Google Shape;1277;p59"/>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59"/>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 name="Google Shape;1279;p59"/>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59"/>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 name="Google Shape;1281;p59"/>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 name="Google Shape;1282;p59"/>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 name="Google Shape;1283;p59"/>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59"/>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 name="Google Shape;1285;p59"/>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 name="Google Shape;1286;p59"/>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 name="Google Shape;1287;p59"/>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 name="Google Shape;1288;p59"/>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89" name="Google Shape;1289;p59"/>
          <p:cNvSpPr/>
          <p:nvPr/>
        </p:nvSpPr>
        <p:spPr>
          <a:xfrm flipH="1" rot="1095766">
            <a:off x="8352991" y="1388632"/>
            <a:ext cx="315634" cy="341626"/>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90" name="Google Shape;1290;p59"/>
          <p:cNvGrpSpPr/>
          <p:nvPr/>
        </p:nvGrpSpPr>
        <p:grpSpPr>
          <a:xfrm flipH="1">
            <a:off x="-50713" y="742199"/>
            <a:ext cx="538722" cy="479299"/>
            <a:chOff x="5927388" y="663096"/>
            <a:chExt cx="595931" cy="530198"/>
          </a:xfrm>
        </p:grpSpPr>
        <p:sp>
          <p:nvSpPr>
            <p:cNvPr id="1291" name="Google Shape;1291;p59"/>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 name="Google Shape;1292;p59"/>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93" name="Google Shape;1293;p59"/>
          <p:cNvSpPr/>
          <p:nvPr/>
        </p:nvSpPr>
        <p:spPr>
          <a:xfrm flipH="1">
            <a:off x="8396768" y="3866400"/>
            <a:ext cx="454182" cy="479298"/>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 name="Google Shape;1294;p59"/>
          <p:cNvSpPr/>
          <p:nvPr/>
        </p:nvSpPr>
        <p:spPr>
          <a:xfrm rot="5714785">
            <a:off x="420106" y="4258475"/>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 name="Google Shape;1295;p59"/>
          <p:cNvSpPr/>
          <p:nvPr/>
        </p:nvSpPr>
        <p:spPr>
          <a:xfrm rot="4745172">
            <a:off x="269134" y="4120426"/>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296" name="Shape 1296"/>
        <p:cNvGrpSpPr/>
        <p:nvPr/>
      </p:nvGrpSpPr>
      <p:grpSpPr>
        <a:xfrm>
          <a:off x="0" y="0"/>
          <a:ext cx="0" cy="0"/>
          <a:chOff x="0" y="0"/>
          <a:chExt cx="0" cy="0"/>
        </a:xfrm>
      </p:grpSpPr>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3">
    <p:spTree>
      <p:nvGrpSpPr>
        <p:cNvPr id="1297" name="Shape 1297"/>
        <p:cNvGrpSpPr/>
        <p:nvPr/>
      </p:nvGrpSpPr>
      <p:grpSpPr>
        <a:xfrm>
          <a:off x="0" y="0"/>
          <a:ext cx="0" cy="0"/>
          <a:chOff x="0" y="0"/>
          <a:chExt cx="0" cy="0"/>
        </a:xfrm>
      </p:grpSpPr>
      <p:sp>
        <p:nvSpPr>
          <p:cNvPr id="1298" name="Google Shape;1298;p61"/>
          <p:cNvSpPr/>
          <p:nvPr/>
        </p:nvSpPr>
        <p:spPr>
          <a:xfrm>
            <a:off x="247700" y="36652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 name="Google Shape;1299;p61"/>
          <p:cNvSpPr/>
          <p:nvPr/>
        </p:nvSpPr>
        <p:spPr>
          <a:xfrm>
            <a:off x="7735606" y="-75350"/>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00" name="Google Shape;1300;p61"/>
          <p:cNvGrpSpPr/>
          <p:nvPr/>
        </p:nvGrpSpPr>
        <p:grpSpPr>
          <a:xfrm>
            <a:off x="8166052" y="-75350"/>
            <a:ext cx="817915" cy="860208"/>
            <a:chOff x="8166052" y="-75350"/>
            <a:chExt cx="817915" cy="860208"/>
          </a:xfrm>
        </p:grpSpPr>
        <p:sp>
          <p:nvSpPr>
            <p:cNvPr id="1301" name="Google Shape;1301;p61"/>
            <p:cNvSpPr/>
            <p:nvPr/>
          </p:nvSpPr>
          <p:spPr>
            <a:xfrm rot="1238432">
              <a:off x="8289700" y="-72880"/>
              <a:ext cx="146623" cy="728242"/>
            </a:xfrm>
            <a:custGeom>
              <a:rect b="b" l="l" r="r" t="t"/>
              <a:pathLst>
                <a:path extrusionOk="0" h="29130" w="5865">
                  <a:moveTo>
                    <a:pt x="3708" y="0"/>
                  </a:moveTo>
                  <a:cubicBezTo>
                    <a:pt x="3495" y="0"/>
                    <a:pt x="3252" y="31"/>
                    <a:pt x="3039" y="31"/>
                  </a:cubicBezTo>
                  <a:cubicBezTo>
                    <a:pt x="2766" y="61"/>
                    <a:pt x="2523" y="122"/>
                    <a:pt x="2249" y="183"/>
                  </a:cubicBezTo>
                  <a:cubicBezTo>
                    <a:pt x="2128" y="213"/>
                    <a:pt x="1976" y="274"/>
                    <a:pt x="1854" y="335"/>
                  </a:cubicBezTo>
                  <a:cubicBezTo>
                    <a:pt x="1611" y="486"/>
                    <a:pt x="1429" y="669"/>
                    <a:pt x="1307" y="912"/>
                  </a:cubicBezTo>
                  <a:cubicBezTo>
                    <a:pt x="1095" y="1368"/>
                    <a:pt x="943" y="1854"/>
                    <a:pt x="912" y="2370"/>
                  </a:cubicBezTo>
                  <a:cubicBezTo>
                    <a:pt x="852" y="2917"/>
                    <a:pt x="791" y="3434"/>
                    <a:pt x="730" y="3950"/>
                  </a:cubicBezTo>
                  <a:lnTo>
                    <a:pt x="669" y="4315"/>
                  </a:lnTo>
                  <a:cubicBezTo>
                    <a:pt x="578" y="5135"/>
                    <a:pt x="487" y="5955"/>
                    <a:pt x="426" y="6806"/>
                  </a:cubicBezTo>
                  <a:cubicBezTo>
                    <a:pt x="365" y="7353"/>
                    <a:pt x="305" y="7900"/>
                    <a:pt x="244" y="8447"/>
                  </a:cubicBezTo>
                  <a:cubicBezTo>
                    <a:pt x="183" y="8842"/>
                    <a:pt x="153" y="9267"/>
                    <a:pt x="92" y="9692"/>
                  </a:cubicBezTo>
                  <a:cubicBezTo>
                    <a:pt x="62" y="10179"/>
                    <a:pt x="31" y="10695"/>
                    <a:pt x="1" y="11212"/>
                  </a:cubicBezTo>
                  <a:cubicBezTo>
                    <a:pt x="1" y="11728"/>
                    <a:pt x="1" y="12123"/>
                    <a:pt x="1" y="12640"/>
                  </a:cubicBezTo>
                  <a:lnTo>
                    <a:pt x="1" y="18473"/>
                  </a:lnTo>
                  <a:lnTo>
                    <a:pt x="1" y="19385"/>
                  </a:lnTo>
                  <a:lnTo>
                    <a:pt x="1" y="21390"/>
                  </a:lnTo>
                  <a:cubicBezTo>
                    <a:pt x="1" y="21694"/>
                    <a:pt x="1" y="21998"/>
                    <a:pt x="31" y="22301"/>
                  </a:cubicBezTo>
                  <a:lnTo>
                    <a:pt x="31" y="22909"/>
                  </a:lnTo>
                  <a:lnTo>
                    <a:pt x="31" y="23547"/>
                  </a:lnTo>
                  <a:lnTo>
                    <a:pt x="31" y="24307"/>
                  </a:lnTo>
                  <a:cubicBezTo>
                    <a:pt x="31" y="24428"/>
                    <a:pt x="31" y="24580"/>
                    <a:pt x="62" y="24702"/>
                  </a:cubicBezTo>
                  <a:lnTo>
                    <a:pt x="62" y="25005"/>
                  </a:lnTo>
                  <a:lnTo>
                    <a:pt x="62" y="25613"/>
                  </a:lnTo>
                  <a:lnTo>
                    <a:pt x="62" y="25674"/>
                  </a:lnTo>
                  <a:cubicBezTo>
                    <a:pt x="62" y="26130"/>
                    <a:pt x="92" y="26616"/>
                    <a:pt x="153" y="27071"/>
                  </a:cubicBezTo>
                  <a:cubicBezTo>
                    <a:pt x="213" y="27740"/>
                    <a:pt x="305" y="28560"/>
                    <a:pt x="1003" y="28894"/>
                  </a:cubicBezTo>
                  <a:cubicBezTo>
                    <a:pt x="1277" y="29016"/>
                    <a:pt x="1581" y="29107"/>
                    <a:pt x="1915" y="29107"/>
                  </a:cubicBezTo>
                  <a:cubicBezTo>
                    <a:pt x="1961" y="29122"/>
                    <a:pt x="2006" y="29130"/>
                    <a:pt x="2055" y="29130"/>
                  </a:cubicBezTo>
                  <a:cubicBezTo>
                    <a:pt x="2105" y="29130"/>
                    <a:pt x="2158" y="29122"/>
                    <a:pt x="2219" y="29107"/>
                  </a:cubicBezTo>
                  <a:lnTo>
                    <a:pt x="2583" y="29107"/>
                  </a:lnTo>
                  <a:cubicBezTo>
                    <a:pt x="2735" y="29107"/>
                    <a:pt x="2887" y="29077"/>
                    <a:pt x="3009" y="29077"/>
                  </a:cubicBezTo>
                  <a:cubicBezTo>
                    <a:pt x="3191" y="29016"/>
                    <a:pt x="3343" y="28955"/>
                    <a:pt x="3495" y="28894"/>
                  </a:cubicBezTo>
                  <a:cubicBezTo>
                    <a:pt x="3677" y="28803"/>
                    <a:pt x="3859" y="28651"/>
                    <a:pt x="3981" y="28439"/>
                  </a:cubicBezTo>
                  <a:cubicBezTo>
                    <a:pt x="4072" y="28287"/>
                    <a:pt x="4163" y="28104"/>
                    <a:pt x="4224" y="27922"/>
                  </a:cubicBezTo>
                  <a:cubicBezTo>
                    <a:pt x="4376" y="27466"/>
                    <a:pt x="4467" y="26980"/>
                    <a:pt x="4497" y="26494"/>
                  </a:cubicBezTo>
                  <a:lnTo>
                    <a:pt x="4497" y="26464"/>
                  </a:lnTo>
                  <a:cubicBezTo>
                    <a:pt x="4619" y="25552"/>
                    <a:pt x="4710" y="24610"/>
                    <a:pt x="4771" y="23669"/>
                  </a:cubicBezTo>
                  <a:cubicBezTo>
                    <a:pt x="4771" y="23365"/>
                    <a:pt x="4801" y="23091"/>
                    <a:pt x="4832" y="22787"/>
                  </a:cubicBezTo>
                  <a:cubicBezTo>
                    <a:pt x="4862" y="22575"/>
                    <a:pt x="4862" y="22392"/>
                    <a:pt x="4892" y="22180"/>
                  </a:cubicBezTo>
                  <a:cubicBezTo>
                    <a:pt x="4923" y="21876"/>
                    <a:pt x="4923" y="21572"/>
                    <a:pt x="4953" y="21299"/>
                  </a:cubicBezTo>
                  <a:lnTo>
                    <a:pt x="4984" y="20752"/>
                  </a:lnTo>
                  <a:cubicBezTo>
                    <a:pt x="5014" y="20387"/>
                    <a:pt x="5044" y="20023"/>
                    <a:pt x="5075" y="19688"/>
                  </a:cubicBezTo>
                  <a:lnTo>
                    <a:pt x="5105" y="19293"/>
                  </a:lnTo>
                  <a:lnTo>
                    <a:pt x="5105" y="19111"/>
                  </a:lnTo>
                  <a:cubicBezTo>
                    <a:pt x="5136" y="18929"/>
                    <a:pt x="5136" y="18747"/>
                    <a:pt x="5166" y="18564"/>
                  </a:cubicBezTo>
                  <a:cubicBezTo>
                    <a:pt x="5166" y="18412"/>
                    <a:pt x="5166" y="18291"/>
                    <a:pt x="5166" y="18169"/>
                  </a:cubicBezTo>
                  <a:cubicBezTo>
                    <a:pt x="5196" y="18078"/>
                    <a:pt x="5166" y="17987"/>
                    <a:pt x="5166" y="17896"/>
                  </a:cubicBezTo>
                  <a:cubicBezTo>
                    <a:pt x="5166" y="17653"/>
                    <a:pt x="5196" y="17410"/>
                    <a:pt x="5227" y="17167"/>
                  </a:cubicBezTo>
                  <a:cubicBezTo>
                    <a:pt x="5227" y="16954"/>
                    <a:pt x="5227" y="16681"/>
                    <a:pt x="5257" y="16407"/>
                  </a:cubicBezTo>
                  <a:cubicBezTo>
                    <a:pt x="5257" y="16286"/>
                    <a:pt x="5257" y="16134"/>
                    <a:pt x="5287" y="15982"/>
                  </a:cubicBezTo>
                  <a:cubicBezTo>
                    <a:pt x="5318" y="15617"/>
                    <a:pt x="5318" y="15253"/>
                    <a:pt x="5348" y="14888"/>
                  </a:cubicBezTo>
                  <a:cubicBezTo>
                    <a:pt x="5348" y="14554"/>
                    <a:pt x="5379" y="14128"/>
                    <a:pt x="5379" y="13764"/>
                  </a:cubicBezTo>
                  <a:lnTo>
                    <a:pt x="5379" y="13399"/>
                  </a:lnTo>
                  <a:cubicBezTo>
                    <a:pt x="5379" y="12913"/>
                    <a:pt x="5470" y="12397"/>
                    <a:pt x="5530" y="11941"/>
                  </a:cubicBezTo>
                  <a:lnTo>
                    <a:pt x="5530" y="11910"/>
                  </a:lnTo>
                  <a:cubicBezTo>
                    <a:pt x="5591" y="11455"/>
                    <a:pt x="5652" y="10999"/>
                    <a:pt x="5652" y="10543"/>
                  </a:cubicBezTo>
                  <a:cubicBezTo>
                    <a:pt x="5682" y="10087"/>
                    <a:pt x="5682" y="9510"/>
                    <a:pt x="5682" y="9024"/>
                  </a:cubicBezTo>
                  <a:cubicBezTo>
                    <a:pt x="5713" y="8538"/>
                    <a:pt x="5682" y="8082"/>
                    <a:pt x="5713" y="7596"/>
                  </a:cubicBezTo>
                  <a:cubicBezTo>
                    <a:pt x="5743" y="7140"/>
                    <a:pt x="5743" y="6624"/>
                    <a:pt x="5743" y="6168"/>
                  </a:cubicBezTo>
                  <a:lnTo>
                    <a:pt x="5743" y="3889"/>
                  </a:lnTo>
                  <a:lnTo>
                    <a:pt x="5865" y="3373"/>
                  </a:lnTo>
                  <a:lnTo>
                    <a:pt x="5865" y="2127"/>
                  </a:lnTo>
                  <a:cubicBezTo>
                    <a:pt x="5865" y="1884"/>
                    <a:pt x="5834" y="1641"/>
                    <a:pt x="5804" y="1368"/>
                  </a:cubicBezTo>
                  <a:cubicBezTo>
                    <a:pt x="5774" y="1276"/>
                    <a:pt x="5774" y="1185"/>
                    <a:pt x="5743" y="1094"/>
                  </a:cubicBezTo>
                  <a:cubicBezTo>
                    <a:pt x="5713" y="973"/>
                    <a:pt x="5652" y="851"/>
                    <a:pt x="5591" y="730"/>
                  </a:cubicBezTo>
                  <a:cubicBezTo>
                    <a:pt x="5561" y="669"/>
                    <a:pt x="5530" y="638"/>
                    <a:pt x="5470" y="578"/>
                  </a:cubicBezTo>
                  <a:lnTo>
                    <a:pt x="5470" y="547"/>
                  </a:lnTo>
                  <a:lnTo>
                    <a:pt x="5379" y="426"/>
                  </a:lnTo>
                  <a:lnTo>
                    <a:pt x="5348" y="426"/>
                  </a:lnTo>
                  <a:cubicBezTo>
                    <a:pt x="5287" y="335"/>
                    <a:pt x="5166" y="274"/>
                    <a:pt x="5075" y="243"/>
                  </a:cubicBezTo>
                  <a:cubicBezTo>
                    <a:pt x="5014" y="213"/>
                    <a:pt x="4953" y="213"/>
                    <a:pt x="4892" y="213"/>
                  </a:cubicBezTo>
                  <a:lnTo>
                    <a:pt x="4801" y="213"/>
                  </a:lnTo>
                  <a:lnTo>
                    <a:pt x="4741" y="152"/>
                  </a:lnTo>
                  <a:cubicBezTo>
                    <a:pt x="4619" y="92"/>
                    <a:pt x="4497" y="61"/>
                    <a:pt x="4406" y="61"/>
                  </a:cubicBezTo>
                  <a:cubicBezTo>
                    <a:pt x="4163" y="31"/>
                    <a:pt x="3920" y="0"/>
                    <a:pt x="370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 name="Google Shape;1302;p61"/>
            <p:cNvSpPr/>
            <p:nvPr/>
          </p:nvSpPr>
          <p:spPr>
            <a:xfrm rot="1238432">
              <a:off x="8485173" y="-40678"/>
              <a:ext cx="172448" cy="751217"/>
            </a:xfrm>
            <a:custGeom>
              <a:rect b="b" l="l" r="r" t="t"/>
              <a:pathLst>
                <a:path extrusionOk="0" h="30049" w="6898">
                  <a:moveTo>
                    <a:pt x="3099" y="0"/>
                  </a:moveTo>
                  <a:lnTo>
                    <a:pt x="2735" y="31"/>
                  </a:lnTo>
                  <a:lnTo>
                    <a:pt x="2401" y="61"/>
                  </a:lnTo>
                  <a:cubicBezTo>
                    <a:pt x="2279" y="91"/>
                    <a:pt x="2127" y="152"/>
                    <a:pt x="2006" y="213"/>
                  </a:cubicBezTo>
                  <a:cubicBezTo>
                    <a:pt x="1945" y="243"/>
                    <a:pt x="1884" y="274"/>
                    <a:pt x="1854" y="334"/>
                  </a:cubicBezTo>
                  <a:cubicBezTo>
                    <a:pt x="1763" y="395"/>
                    <a:pt x="1671" y="456"/>
                    <a:pt x="1580" y="547"/>
                  </a:cubicBezTo>
                  <a:cubicBezTo>
                    <a:pt x="1459" y="669"/>
                    <a:pt x="1337" y="821"/>
                    <a:pt x="1246" y="972"/>
                  </a:cubicBezTo>
                  <a:cubicBezTo>
                    <a:pt x="1185" y="1124"/>
                    <a:pt x="1124" y="1276"/>
                    <a:pt x="1094" y="1428"/>
                  </a:cubicBezTo>
                  <a:cubicBezTo>
                    <a:pt x="1064" y="1610"/>
                    <a:pt x="1033" y="1793"/>
                    <a:pt x="1033" y="1975"/>
                  </a:cubicBezTo>
                  <a:lnTo>
                    <a:pt x="1033" y="2188"/>
                  </a:lnTo>
                  <a:cubicBezTo>
                    <a:pt x="1033" y="2309"/>
                    <a:pt x="1033" y="2431"/>
                    <a:pt x="1064" y="2552"/>
                  </a:cubicBezTo>
                  <a:cubicBezTo>
                    <a:pt x="1094" y="2674"/>
                    <a:pt x="1124" y="2826"/>
                    <a:pt x="1155" y="2947"/>
                  </a:cubicBezTo>
                  <a:lnTo>
                    <a:pt x="1155" y="3190"/>
                  </a:lnTo>
                  <a:lnTo>
                    <a:pt x="1155" y="3403"/>
                  </a:lnTo>
                  <a:cubicBezTo>
                    <a:pt x="1155" y="3585"/>
                    <a:pt x="1185" y="3798"/>
                    <a:pt x="1185" y="3950"/>
                  </a:cubicBezTo>
                  <a:lnTo>
                    <a:pt x="1185" y="5196"/>
                  </a:lnTo>
                  <a:lnTo>
                    <a:pt x="1185" y="5378"/>
                  </a:lnTo>
                  <a:cubicBezTo>
                    <a:pt x="1185" y="5834"/>
                    <a:pt x="1155" y="6320"/>
                    <a:pt x="1124" y="6806"/>
                  </a:cubicBezTo>
                  <a:cubicBezTo>
                    <a:pt x="1094" y="7262"/>
                    <a:pt x="1094" y="7748"/>
                    <a:pt x="1064" y="8204"/>
                  </a:cubicBezTo>
                  <a:cubicBezTo>
                    <a:pt x="1064" y="8447"/>
                    <a:pt x="1064" y="8690"/>
                    <a:pt x="1033" y="8933"/>
                  </a:cubicBezTo>
                  <a:cubicBezTo>
                    <a:pt x="1003" y="9176"/>
                    <a:pt x="1033" y="9449"/>
                    <a:pt x="1003" y="9723"/>
                  </a:cubicBezTo>
                  <a:lnTo>
                    <a:pt x="1003" y="10270"/>
                  </a:lnTo>
                  <a:cubicBezTo>
                    <a:pt x="1003" y="10573"/>
                    <a:pt x="1003" y="10877"/>
                    <a:pt x="973" y="11181"/>
                  </a:cubicBezTo>
                  <a:cubicBezTo>
                    <a:pt x="973" y="11637"/>
                    <a:pt x="942" y="12123"/>
                    <a:pt x="912" y="12579"/>
                  </a:cubicBezTo>
                  <a:cubicBezTo>
                    <a:pt x="881" y="13034"/>
                    <a:pt x="851" y="13490"/>
                    <a:pt x="790" y="14098"/>
                  </a:cubicBezTo>
                  <a:cubicBezTo>
                    <a:pt x="760" y="14280"/>
                    <a:pt x="730" y="14462"/>
                    <a:pt x="730" y="14675"/>
                  </a:cubicBezTo>
                  <a:cubicBezTo>
                    <a:pt x="699" y="14948"/>
                    <a:pt x="669" y="15222"/>
                    <a:pt x="638" y="15495"/>
                  </a:cubicBezTo>
                  <a:lnTo>
                    <a:pt x="578" y="16042"/>
                  </a:lnTo>
                  <a:cubicBezTo>
                    <a:pt x="578" y="16346"/>
                    <a:pt x="547" y="16620"/>
                    <a:pt x="517" y="16923"/>
                  </a:cubicBezTo>
                  <a:cubicBezTo>
                    <a:pt x="486" y="17379"/>
                    <a:pt x="426" y="17865"/>
                    <a:pt x="395" y="18351"/>
                  </a:cubicBezTo>
                  <a:lnTo>
                    <a:pt x="395" y="18716"/>
                  </a:lnTo>
                  <a:lnTo>
                    <a:pt x="395" y="19050"/>
                  </a:lnTo>
                  <a:lnTo>
                    <a:pt x="395" y="19202"/>
                  </a:lnTo>
                  <a:cubicBezTo>
                    <a:pt x="395" y="19384"/>
                    <a:pt x="395" y="19567"/>
                    <a:pt x="365" y="19749"/>
                  </a:cubicBezTo>
                  <a:cubicBezTo>
                    <a:pt x="365" y="20205"/>
                    <a:pt x="365" y="20660"/>
                    <a:pt x="365" y="21177"/>
                  </a:cubicBezTo>
                  <a:lnTo>
                    <a:pt x="365" y="21329"/>
                  </a:lnTo>
                  <a:lnTo>
                    <a:pt x="365" y="21906"/>
                  </a:lnTo>
                  <a:lnTo>
                    <a:pt x="365" y="22180"/>
                  </a:lnTo>
                  <a:lnTo>
                    <a:pt x="365" y="22605"/>
                  </a:lnTo>
                  <a:lnTo>
                    <a:pt x="365" y="23182"/>
                  </a:lnTo>
                  <a:cubicBezTo>
                    <a:pt x="365" y="23456"/>
                    <a:pt x="365" y="23760"/>
                    <a:pt x="335" y="24063"/>
                  </a:cubicBezTo>
                  <a:cubicBezTo>
                    <a:pt x="304" y="24489"/>
                    <a:pt x="274" y="24914"/>
                    <a:pt x="243" y="25400"/>
                  </a:cubicBezTo>
                  <a:cubicBezTo>
                    <a:pt x="183" y="25917"/>
                    <a:pt x="152" y="26281"/>
                    <a:pt x="91" y="26798"/>
                  </a:cubicBezTo>
                  <a:cubicBezTo>
                    <a:pt x="61" y="27010"/>
                    <a:pt x="31" y="27223"/>
                    <a:pt x="31" y="27436"/>
                  </a:cubicBezTo>
                  <a:cubicBezTo>
                    <a:pt x="0" y="27618"/>
                    <a:pt x="0" y="27800"/>
                    <a:pt x="31" y="28013"/>
                  </a:cubicBezTo>
                  <a:cubicBezTo>
                    <a:pt x="31" y="28256"/>
                    <a:pt x="91" y="28530"/>
                    <a:pt x="152" y="28773"/>
                  </a:cubicBezTo>
                  <a:cubicBezTo>
                    <a:pt x="274" y="29046"/>
                    <a:pt x="426" y="29320"/>
                    <a:pt x="638" y="29532"/>
                  </a:cubicBezTo>
                  <a:lnTo>
                    <a:pt x="760" y="29654"/>
                  </a:lnTo>
                  <a:cubicBezTo>
                    <a:pt x="851" y="29715"/>
                    <a:pt x="912" y="29775"/>
                    <a:pt x="1003" y="29806"/>
                  </a:cubicBezTo>
                  <a:cubicBezTo>
                    <a:pt x="1064" y="29836"/>
                    <a:pt x="1124" y="29866"/>
                    <a:pt x="1185" y="29897"/>
                  </a:cubicBezTo>
                  <a:lnTo>
                    <a:pt x="1276" y="29927"/>
                  </a:lnTo>
                  <a:cubicBezTo>
                    <a:pt x="1368" y="29958"/>
                    <a:pt x="1428" y="29988"/>
                    <a:pt x="1550" y="29988"/>
                  </a:cubicBezTo>
                  <a:cubicBezTo>
                    <a:pt x="1702" y="30018"/>
                    <a:pt x="1854" y="30049"/>
                    <a:pt x="1975" y="30049"/>
                  </a:cubicBezTo>
                  <a:lnTo>
                    <a:pt x="2796" y="30049"/>
                  </a:lnTo>
                  <a:cubicBezTo>
                    <a:pt x="3069" y="30018"/>
                    <a:pt x="3312" y="29988"/>
                    <a:pt x="3555" y="29927"/>
                  </a:cubicBezTo>
                  <a:cubicBezTo>
                    <a:pt x="3798" y="29866"/>
                    <a:pt x="4011" y="29806"/>
                    <a:pt x="4254" y="29715"/>
                  </a:cubicBezTo>
                  <a:cubicBezTo>
                    <a:pt x="4375" y="29623"/>
                    <a:pt x="4497" y="29532"/>
                    <a:pt x="4619" y="29441"/>
                  </a:cubicBezTo>
                  <a:cubicBezTo>
                    <a:pt x="4831" y="29289"/>
                    <a:pt x="4953" y="29046"/>
                    <a:pt x="5044" y="28833"/>
                  </a:cubicBezTo>
                  <a:cubicBezTo>
                    <a:pt x="5105" y="28590"/>
                    <a:pt x="5165" y="28347"/>
                    <a:pt x="5196" y="28104"/>
                  </a:cubicBezTo>
                  <a:cubicBezTo>
                    <a:pt x="5257" y="27831"/>
                    <a:pt x="5287" y="27557"/>
                    <a:pt x="5317" y="27284"/>
                  </a:cubicBezTo>
                  <a:lnTo>
                    <a:pt x="5317" y="27223"/>
                  </a:lnTo>
                  <a:cubicBezTo>
                    <a:pt x="5348" y="26828"/>
                    <a:pt x="5408" y="26403"/>
                    <a:pt x="5439" y="25917"/>
                  </a:cubicBezTo>
                  <a:cubicBezTo>
                    <a:pt x="5469" y="25643"/>
                    <a:pt x="5500" y="25370"/>
                    <a:pt x="5530" y="25096"/>
                  </a:cubicBezTo>
                  <a:cubicBezTo>
                    <a:pt x="5560" y="24914"/>
                    <a:pt x="5591" y="24732"/>
                    <a:pt x="5591" y="24549"/>
                  </a:cubicBezTo>
                  <a:cubicBezTo>
                    <a:pt x="5621" y="24367"/>
                    <a:pt x="5621" y="24094"/>
                    <a:pt x="5652" y="23881"/>
                  </a:cubicBezTo>
                  <a:cubicBezTo>
                    <a:pt x="5682" y="23668"/>
                    <a:pt x="5712" y="23425"/>
                    <a:pt x="5712" y="23182"/>
                  </a:cubicBezTo>
                  <a:cubicBezTo>
                    <a:pt x="5743" y="22970"/>
                    <a:pt x="5773" y="22666"/>
                    <a:pt x="5803" y="22392"/>
                  </a:cubicBezTo>
                  <a:cubicBezTo>
                    <a:pt x="5834" y="22180"/>
                    <a:pt x="5864" y="21967"/>
                    <a:pt x="5895" y="21754"/>
                  </a:cubicBezTo>
                  <a:cubicBezTo>
                    <a:pt x="5925" y="21420"/>
                    <a:pt x="5955" y="21055"/>
                    <a:pt x="5986" y="20691"/>
                  </a:cubicBezTo>
                  <a:lnTo>
                    <a:pt x="6016" y="20357"/>
                  </a:lnTo>
                  <a:cubicBezTo>
                    <a:pt x="6047" y="20114"/>
                    <a:pt x="6047" y="19840"/>
                    <a:pt x="6077" y="19567"/>
                  </a:cubicBezTo>
                  <a:cubicBezTo>
                    <a:pt x="6107" y="19324"/>
                    <a:pt x="6107" y="19141"/>
                    <a:pt x="6138" y="18929"/>
                  </a:cubicBezTo>
                  <a:lnTo>
                    <a:pt x="6138" y="18655"/>
                  </a:lnTo>
                  <a:cubicBezTo>
                    <a:pt x="6138" y="18503"/>
                    <a:pt x="6168" y="18351"/>
                    <a:pt x="6198" y="18199"/>
                  </a:cubicBezTo>
                  <a:cubicBezTo>
                    <a:pt x="6198" y="18048"/>
                    <a:pt x="6229" y="17926"/>
                    <a:pt x="6229" y="17774"/>
                  </a:cubicBezTo>
                  <a:lnTo>
                    <a:pt x="6259" y="17501"/>
                  </a:lnTo>
                  <a:cubicBezTo>
                    <a:pt x="6320" y="17075"/>
                    <a:pt x="6350" y="16589"/>
                    <a:pt x="6411" y="16012"/>
                  </a:cubicBezTo>
                  <a:cubicBezTo>
                    <a:pt x="6441" y="15495"/>
                    <a:pt x="6502" y="15009"/>
                    <a:pt x="6533" y="14523"/>
                  </a:cubicBezTo>
                  <a:cubicBezTo>
                    <a:pt x="6563" y="14250"/>
                    <a:pt x="6593" y="13976"/>
                    <a:pt x="6624" y="13703"/>
                  </a:cubicBezTo>
                  <a:cubicBezTo>
                    <a:pt x="6654" y="13521"/>
                    <a:pt x="6685" y="13338"/>
                    <a:pt x="6715" y="13095"/>
                  </a:cubicBezTo>
                  <a:cubicBezTo>
                    <a:pt x="6776" y="12609"/>
                    <a:pt x="6806" y="12123"/>
                    <a:pt x="6806" y="11698"/>
                  </a:cubicBezTo>
                  <a:lnTo>
                    <a:pt x="6806" y="11394"/>
                  </a:lnTo>
                  <a:lnTo>
                    <a:pt x="6806" y="11029"/>
                  </a:lnTo>
                  <a:lnTo>
                    <a:pt x="6806" y="10786"/>
                  </a:lnTo>
                  <a:lnTo>
                    <a:pt x="6836" y="10300"/>
                  </a:lnTo>
                  <a:cubicBezTo>
                    <a:pt x="6836" y="9875"/>
                    <a:pt x="6867" y="9419"/>
                    <a:pt x="6867" y="8842"/>
                  </a:cubicBezTo>
                  <a:lnTo>
                    <a:pt x="6867" y="6624"/>
                  </a:lnTo>
                  <a:cubicBezTo>
                    <a:pt x="6897" y="6350"/>
                    <a:pt x="6897" y="6107"/>
                    <a:pt x="6867" y="5864"/>
                  </a:cubicBezTo>
                  <a:cubicBezTo>
                    <a:pt x="6867" y="5773"/>
                    <a:pt x="6867" y="5651"/>
                    <a:pt x="6867" y="5530"/>
                  </a:cubicBezTo>
                  <a:cubicBezTo>
                    <a:pt x="6836" y="5104"/>
                    <a:pt x="6806" y="4710"/>
                    <a:pt x="6745" y="4315"/>
                  </a:cubicBezTo>
                  <a:lnTo>
                    <a:pt x="6685" y="3950"/>
                  </a:lnTo>
                  <a:lnTo>
                    <a:pt x="6654" y="3707"/>
                  </a:lnTo>
                  <a:lnTo>
                    <a:pt x="6654" y="3737"/>
                  </a:lnTo>
                  <a:cubicBezTo>
                    <a:pt x="6654" y="3646"/>
                    <a:pt x="6624" y="3555"/>
                    <a:pt x="6624" y="3464"/>
                  </a:cubicBezTo>
                  <a:lnTo>
                    <a:pt x="6624" y="3373"/>
                  </a:lnTo>
                  <a:cubicBezTo>
                    <a:pt x="6593" y="3160"/>
                    <a:pt x="6563" y="2947"/>
                    <a:pt x="6502" y="2735"/>
                  </a:cubicBezTo>
                  <a:cubicBezTo>
                    <a:pt x="6502" y="2643"/>
                    <a:pt x="6472" y="2522"/>
                    <a:pt x="6441" y="2431"/>
                  </a:cubicBezTo>
                  <a:lnTo>
                    <a:pt x="6381" y="2036"/>
                  </a:lnTo>
                  <a:cubicBezTo>
                    <a:pt x="6381" y="1945"/>
                    <a:pt x="6350" y="1823"/>
                    <a:pt x="6320" y="1732"/>
                  </a:cubicBezTo>
                  <a:cubicBezTo>
                    <a:pt x="6259" y="1580"/>
                    <a:pt x="6198" y="1428"/>
                    <a:pt x="6107" y="1307"/>
                  </a:cubicBezTo>
                  <a:cubicBezTo>
                    <a:pt x="6016" y="1155"/>
                    <a:pt x="5925" y="1033"/>
                    <a:pt x="5834" y="912"/>
                  </a:cubicBezTo>
                  <a:cubicBezTo>
                    <a:pt x="5773" y="851"/>
                    <a:pt x="5712" y="760"/>
                    <a:pt x="5621" y="699"/>
                  </a:cubicBezTo>
                  <a:cubicBezTo>
                    <a:pt x="5530" y="608"/>
                    <a:pt x="5408" y="547"/>
                    <a:pt x="5317" y="456"/>
                  </a:cubicBezTo>
                  <a:cubicBezTo>
                    <a:pt x="5196" y="395"/>
                    <a:pt x="5074" y="334"/>
                    <a:pt x="4922" y="304"/>
                  </a:cubicBezTo>
                  <a:cubicBezTo>
                    <a:pt x="4740" y="213"/>
                    <a:pt x="4558" y="152"/>
                    <a:pt x="4345" y="91"/>
                  </a:cubicBezTo>
                  <a:cubicBezTo>
                    <a:pt x="4132" y="61"/>
                    <a:pt x="3920" y="31"/>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 name="Google Shape;1303;p61"/>
            <p:cNvSpPr/>
            <p:nvPr/>
          </p:nvSpPr>
          <p:spPr>
            <a:xfrm rot="1238432">
              <a:off x="8705506" y="32559"/>
              <a:ext cx="151173" cy="749717"/>
            </a:xfrm>
            <a:custGeom>
              <a:rect b="b" l="l" r="r" t="t"/>
              <a:pathLst>
                <a:path extrusionOk="0" h="29989" w="6047">
                  <a:moveTo>
                    <a:pt x="3889" y="0"/>
                  </a:moveTo>
                  <a:cubicBezTo>
                    <a:pt x="3677" y="0"/>
                    <a:pt x="3494" y="31"/>
                    <a:pt x="3282" y="61"/>
                  </a:cubicBezTo>
                  <a:cubicBezTo>
                    <a:pt x="3130" y="92"/>
                    <a:pt x="2948" y="92"/>
                    <a:pt x="2796" y="152"/>
                  </a:cubicBezTo>
                  <a:cubicBezTo>
                    <a:pt x="2674" y="183"/>
                    <a:pt x="2553" y="213"/>
                    <a:pt x="2431" y="274"/>
                  </a:cubicBezTo>
                  <a:cubicBezTo>
                    <a:pt x="2249" y="335"/>
                    <a:pt x="2097" y="395"/>
                    <a:pt x="1945" y="487"/>
                  </a:cubicBezTo>
                  <a:cubicBezTo>
                    <a:pt x="1823" y="578"/>
                    <a:pt x="1702" y="669"/>
                    <a:pt x="1580" y="790"/>
                  </a:cubicBezTo>
                  <a:cubicBezTo>
                    <a:pt x="1489" y="912"/>
                    <a:pt x="1398" y="1034"/>
                    <a:pt x="1337" y="1155"/>
                  </a:cubicBezTo>
                  <a:cubicBezTo>
                    <a:pt x="1246" y="1307"/>
                    <a:pt x="1185" y="1489"/>
                    <a:pt x="1125" y="1641"/>
                  </a:cubicBezTo>
                  <a:cubicBezTo>
                    <a:pt x="1064" y="1823"/>
                    <a:pt x="1033" y="2036"/>
                    <a:pt x="1033" y="2218"/>
                  </a:cubicBezTo>
                  <a:cubicBezTo>
                    <a:pt x="1003" y="2340"/>
                    <a:pt x="942" y="2461"/>
                    <a:pt x="912" y="2553"/>
                  </a:cubicBezTo>
                  <a:cubicBezTo>
                    <a:pt x="851" y="2735"/>
                    <a:pt x="821" y="2917"/>
                    <a:pt x="790" y="3069"/>
                  </a:cubicBezTo>
                  <a:lnTo>
                    <a:pt x="760" y="3191"/>
                  </a:lnTo>
                  <a:cubicBezTo>
                    <a:pt x="547" y="4041"/>
                    <a:pt x="456" y="4892"/>
                    <a:pt x="395" y="5743"/>
                  </a:cubicBezTo>
                  <a:cubicBezTo>
                    <a:pt x="395" y="5864"/>
                    <a:pt x="365" y="5986"/>
                    <a:pt x="365" y="6107"/>
                  </a:cubicBezTo>
                  <a:cubicBezTo>
                    <a:pt x="335" y="6350"/>
                    <a:pt x="304" y="6594"/>
                    <a:pt x="304" y="6837"/>
                  </a:cubicBezTo>
                  <a:cubicBezTo>
                    <a:pt x="274" y="7080"/>
                    <a:pt x="274" y="7292"/>
                    <a:pt x="244" y="7505"/>
                  </a:cubicBezTo>
                  <a:cubicBezTo>
                    <a:pt x="244" y="7718"/>
                    <a:pt x="213" y="7991"/>
                    <a:pt x="213" y="8265"/>
                  </a:cubicBezTo>
                  <a:lnTo>
                    <a:pt x="213" y="8538"/>
                  </a:lnTo>
                  <a:lnTo>
                    <a:pt x="213" y="8963"/>
                  </a:lnTo>
                  <a:lnTo>
                    <a:pt x="213" y="9146"/>
                  </a:lnTo>
                  <a:cubicBezTo>
                    <a:pt x="183" y="9541"/>
                    <a:pt x="152" y="9966"/>
                    <a:pt x="122" y="10391"/>
                  </a:cubicBezTo>
                  <a:cubicBezTo>
                    <a:pt x="61" y="10878"/>
                    <a:pt x="61" y="11364"/>
                    <a:pt x="31" y="11850"/>
                  </a:cubicBezTo>
                  <a:lnTo>
                    <a:pt x="31" y="14007"/>
                  </a:lnTo>
                  <a:lnTo>
                    <a:pt x="31" y="15101"/>
                  </a:lnTo>
                  <a:lnTo>
                    <a:pt x="31" y="16195"/>
                  </a:lnTo>
                  <a:cubicBezTo>
                    <a:pt x="31" y="16650"/>
                    <a:pt x="0" y="17136"/>
                    <a:pt x="0" y="17623"/>
                  </a:cubicBezTo>
                  <a:lnTo>
                    <a:pt x="0" y="19719"/>
                  </a:lnTo>
                  <a:lnTo>
                    <a:pt x="0" y="20448"/>
                  </a:lnTo>
                  <a:lnTo>
                    <a:pt x="0" y="20873"/>
                  </a:lnTo>
                  <a:lnTo>
                    <a:pt x="0" y="21876"/>
                  </a:lnTo>
                  <a:cubicBezTo>
                    <a:pt x="0" y="22028"/>
                    <a:pt x="0" y="22150"/>
                    <a:pt x="31" y="22271"/>
                  </a:cubicBezTo>
                  <a:lnTo>
                    <a:pt x="31" y="22575"/>
                  </a:lnTo>
                  <a:lnTo>
                    <a:pt x="31" y="22848"/>
                  </a:lnTo>
                  <a:lnTo>
                    <a:pt x="31" y="23274"/>
                  </a:lnTo>
                  <a:cubicBezTo>
                    <a:pt x="31" y="23669"/>
                    <a:pt x="61" y="24155"/>
                    <a:pt x="61" y="24671"/>
                  </a:cubicBezTo>
                  <a:cubicBezTo>
                    <a:pt x="61" y="24884"/>
                    <a:pt x="61" y="25097"/>
                    <a:pt x="92" y="25279"/>
                  </a:cubicBezTo>
                  <a:lnTo>
                    <a:pt x="92" y="25340"/>
                  </a:lnTo>
                  <a:lnTo>
                    <a:pt x="92" y="25583"/>
                  </a:lnTo>
                  <a:cubicBezTo>
                    <a:pt x="92" y="25704"/>
                    <a:pt x="92" y="25856"/>
                    <a:pt x="122" y="26008"/>
                  </a:cubicBezTo>
                  <a:lnTo>
                    <a:pt x="152" y="26312"/>
                  </a:lnTo>
                  <a:cubicBezTo>
                    <a:pt x="183" y="26646"/>
                    <a:pt x="213" y="26980"/>
                    <a:pt x="244" y="27315"/>
                  </a:cubicBezTo>
                  <a:lnTo>
                    <a:pt x="244" y="27345"/>
                  </a:lnTo>
                  <a:cubicBezTo>
                    <a:pt x="274" y="27831"/>
                    <a:pt x="365" y="28287"/>
                    <a:pt x="487" y="28743"/>
                  </a:cubicBezTo>
                  <a:cubicBezTo>
                    <a:pt x="517" y="28834"/>
                    <a:pt x="547" y="28925"/>
                    <a:pt x="578" y="29016"/>
                  </a:cubicBezTo>
                  <a:cubicBezTo>
                    <a:pt x="608" y="29077"/>
                    <a:pt x="638" y="29168"/>
                    <a:pt x="669" y="29259"/>
                  </a:cubicBezTo>
                  <a:cubicBezTo>
                    <a:pt x="730" y="29320"/>
                    <a:pt x="760" y="29381"/>
                    <a:pt x="821" y="29441"/>
                  </a:cubicBezTo>
                  <a:lnTo>
                    <a:pt x="851" y="29472"/>
                  </a:lnTo>
                  <a:cubicBezTo>
                    <a:pt x="1033" y="29684"/>
                    <a:pt x="1277" y="29806"/>
                    <a:pt x="1520" y="29897"/>
                  </a:cubicBezTo>
                  <a:cubicBezTo>
                    <a:pt x="1641" y="29928"/>
                    <a:pt x="1732" y="29958"/>
                    <a:pt x="1854" y="29958"/>
                  </a:cubicBezTo>
                  <a:lnTo>
                    <a:pt x="1915" y="29958"/>
                  </a:lnTo>
                  <a:cubicBezTo>
                    <a:pt x="2036" y="29958"/>
                    <a:pt x="2127" y="29988"/>
                    <a:pt x="2249" y="29988"/>
                  </a:cubicBezTo>
                  <a:cubicBezTo>
                    <a:pt x="2522" y="29958"/>
                    <a:pt x="2765" y="29897"/>
                    <a:pt x="3008" y="29745"/>
                  </a:cubicBezTo>
                  <a:lnTo>
                    <a:pt x="3221" y="29654"/>
                  </a:lnTo>
                  <a:lnTo>
                    <a:pt x="3251" y="29624"/>
                  </a:lnTo>
                  <a:cubicBezTo>
                    <a:pt x="3403" y="29563"/>
                    <a:pt x="3586" y="29502"/>
                    <a:pt x="3707" y="29411"/>
                  </a:cubicBezTo>
                  <a:cubicBezTo>
                    <a:pt x="3829" y="29350"/>
                    <a:pt x="3950" y="29259"/>
                    <a:pt x="4072" y="29168"/>
                  </a:cubicBezTo>
                  <a:cubicBezTo>
                    <a:pt x="4193" y="29046"/>
                    <a:pt x="4315" y="28955"/>
                    <a:pt x="4406" y="28834"/>
                  </a:cubicBezTo>
                  <a:cubicBezTo>
                    <a:pt x="4497" y="28743"/>
                    <a:pt x="4588" y="28621"/>
                    <a:pt x="4649" y="28500"/>
                  </a:cubicBezTo>
                  <a:cubicBezTo>
                    <a:pt x="4710" y="28348"/>
                    <a:pt x="4740" y="28196"/>
                    <a:pt x="4771" y="28074"/>
                  </a:cubicBezTo>
                  <a:cubicBezTo>
                    <a:pt x="4831" y="27649"/>
                    <a:pt x="4862" y="27223"/>
                    <a:pt x="4862" y="26828"/>
                  </a:cubicBezTo>
                  <a:lnTo>
                    <a:pt x="4862" y="26616"/>
                  </a:lnTo>
                  <a:lnTo>
                    <a:pt x="4862" y="25279"/>
                  </a:lnTo>
                  <a:lnTo>
                    <a:pt x="4862" y="24823"/>
                  </a:lnTo>
                  <a:lnTo>
                    <a:pt x="4862" y="24580"/>
                  </a:lnTo>
                  <a:cubicBezTo>
                    <a:pt x="4862" y="24307"/>
                    <a:pt x="4862" y="24064"/>
                    <a:pt x="4831" y="23881"/>
                  </a:cubicBezTo>
                  <a:lnTo>
                    <a:pt x="4831" y="21755"/>
                  </a:lnTo>
                  <a:lnTo>
                    <a:pt x="4831" y="21086"/>
                  </a:lnTo>
                  <a:lnTo>
                    <a:pt x="4831" y="20965"/>
                  </a:lnTo>
                  <a:lnTo>
                    <a:pt x="4831" y="20357"/>
                  </a:lnTo>
                  <a:lnTo>
                    <a:pt x="4831" y="19901"/>
                  </a:lnTo>
                  <a:lnTo>
                    <a:pt x="4831" y="19689"/>
                  </a:lnTo>
                  <a:cubicBezTo>
                    <a:pt x="4831" y="19263"/>
                    <a:pt x="4892" y="18838"/>
                    <a:pt x="4953" y="18443"/>
                  </a:cubicBezTo>
                  <a:lnTo>
                    <a:pt x="4953" y="18230"/>
                  </a:lnTo>
                  <a:cubicBezTo>
                    <a:pt x="4983" y="17805"/>
                    <a:pt x="5014" y="17319"/>
                    <a:pt x="5044" y="16833"/>
                  </a:cubicBezTo>
                  <a:cubicBezTo>
                    <a:pt x="5044" y="16468"/>
                    <a:pt x="5074" y="16073"/>
                    <a:pt x="5074" y="15708"/>
                  </a:cubicBezTo>
                  <a:lnTo>
                    <a:pt x="5074" y="15405"/>
                  </a:lnTo>
                  <a:cubicBezTo>
                    <a:pt x="5074" y="14979"/>
                    <a:pt x="5105" y="14554"/>
                    <a:pt x="5135" y="14128"/>
                  </a:cubicBezTo>
                  <a:lnTo>
                    <a:pt x="5135" y="13946"/>
                  </a:lnTo>
                  <a:cubicBezTo>
                    <a:pt x="5135" y="13703"/>
                    <a:pt x="5135" y="13460"/>
                    <a:pt x="5166" y="13187"/>
                  </a:cubicBezTo>
                  <a:cubicBezTo>
                    <a:pt x="5166" y="12913"/>
                    <a:pt x="5166" y="12731"/>
                    <a:pt x="5196" y="12518"/>
                  </a:cubicBezTo>
                  <a:cubicBezTo>
                    <a:pt x="5196" y="12093"/>
                    <a:pt x="5257" y="11667"/>
                    <a:pt x="5287" y="11242"/>
                  </a:cubicBezTo>
                  <a:cubicBezTo>
                    <a:pt x="5287" y="11060"/>
                    <a:pt x="5317" y="10878"/>
                    <a:pt x="5348" y="10695"/>
                  </a:cubicBezTo>
                  <a:cubicBezTo>
                    <a:pt x="5409" y="10088"/>
                    <a:pt x="5469" y="9510"/>
                    <a:pt x="5530" y="8933"/>
                  </a:cubicBezTo>
                  <a:cubicBezTo>
                    <a:pt x="5561" y="8720"/>
                    <a:pt x="5591" y="8508"/>
                    <a:pt x="5621" y="8295"/>
                  </a:cubicBezTo>
                  <a:cubicBezTo>
                    <a:pt x="5712" y="7839"/>
                    <a:pt x="5773" y="7384"/>
                    <a:pt x="5834" y="6897"/>
                  </a:cubicBezTo>
                  <a:lnTo>
                    <a:pt x="5834" y="6745"/>
                  </a:lnTo>
                  <a:cubicBezTo>
                    <a:pt x="5895" y="6381"/>
                    <a:pt x="5955" y="5925"/>
                    <a:pt x="5986" y="5469"/>
                  </a:cubicBezTo>
                  <a:cubicBezTo>
                    <a:pt x="6016" y="5014"/>
                    <a:pt x="6016" y="4558"/>
                    <a:pt x="6016" y="4133"/>
                  </a:cubicBezTo>
                  <a:lnTo>
                    <a:pt x="6016" y="3130"/>
                  </a:lnTo>
                  <a:lnTo>
                    <a:pt x="6016" y="2826"/>
                  </a:lnTo>
                  <a:cubicBezTo>
                    <a:pt x="6047" y="2583"/>
                    <a:pt x="6047" y="2310"/>
                    <a:pt x="6016" y="2067"/>
                  </a:cubicBezTo>
                  <a:cubicBezTo>
                    <a:pt x="5986" y="1915"/>
                    <a:pt x="5925" y="1793"/>
                    <a:pt x="5864" y="1672"/>
                  </a:cubicBezTo>
                  <a:cubicBezTo>
                    <a:pt x="5834" y="1641"/>
                    <a:pt x="5834" y="1580"/>
                    <a:pt x="5804" y="1520"/>
                  </a:cubicBezTo>
                  <a:cubicBezTo>
                    <a:pt x="5712" y="1398"/>
                    <a:pt x="5591" y="1277"/>
                    <a:pt x="5439" y="1216"/>
                  </a:cubicBezTo>
                  <a:cubicBezTo>
                    <a:pt x="5409" y="1125"/>
                    <a:pt x="5348" y="1034"/>
                    <a:pt x="5317" y="912"/>
                  </a:cubicBezTo>
                  <a:cubicBezTo>
                    <a:pt x="5287" y="851"/>
                    <a:pt x="5257" y="790"/>
                    <a:pt x="5196" y="730"/>
                  </a:cubicBezTo>
                  <a:cubicBezTo>
                    <a:pt x="5074" y="547"/>
                    <a:pt x="4922" y="365"/>
                    <a:pt x="4740" y="244"/>
                  </a:cubicBezTo>
                  <a:cubicBezTo>
                    <a:pt x="4497" y="92"/>
                    <a:pt x="4224" y="0"/>
                    <a:pt x="3920"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04" name="Google Shape;1304;p61"/>
          <p:cNvSpPr/>
          <p:nvPr/>
        </p:nvSpPr>
        <p:spPr>
          <a:xfrm rot="7589800">
            <a:off x="73851" y="4029016"/>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05" name="Google Shape;1305;p61"/>
          <p:cNvGrpSpPr/>
          <p:nvPr/>
        </p:nvGrpSpPr>
        <p:grpSpPr>
          <a:xfrm>
            <a:off x="601188" y="4660625"/>
            <a:ext cx="252200" cy="279550"/>
            <a:chOff x="601188" y="4660625"/>
            <a:chExt cx="252200" cy="279550"/>
          </a:xfrm>
        </p:grpSpPr>
        <p:sp>
          <p:nvSpPr>
            <p:cNvPr id="1306" name="Google Shape;1306;p61"/>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 name="Google Shape;1307;p61"/>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 name="Google Shape;1308;p61"/>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 name="Google Shape;1309;p61"/>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10" name="Google Shape;1310;p61"/>
          <p:cNvSpPr/>
          <p:nvPr/>
        </p:nvSpPr>
        <p:spPr>
          <a:xfrm>
            <a:off x="7852913" y="4063500"/>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 name="Google Shape;1311;p61"/>
          <p:cNvSpPr/>
          <p:nvPr/>
        </p:nvSpPr>
        <p:spPr>
          <a:xfrm rot="-767104">
            <a:off x="-163503" y="-490454"/>
            <a:ext cx="1866306" cy="1551400"/>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 name="Google Shape;1312;p61"/>
          <p:cNvSpPr/>
          <p:nvPr/>
        </p:nvSpPr>
        <p:spPr>
          <a:xfrm rot="448387">
            <a:off x="8368577" y="4079324"/>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 name="Google Shape;1313;p61"/>
          <p:cNvSpPr/>
          <p:nvPr/>
        </p:nvSpPr>
        <p:spPr>
          <a:xfrm rot="831327">
            <a:off x="270364" y="974628"/>
            <a:ext cx="219837" cy="393416"/>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 name="Google Shape;1314;p61"/>
          <p:cNvSpPr/>
          <p:nvPr/>
        </p:nvSpPr>
        <p:spPr>
          <a:xfrm>
            <a:off x="1379388" y="255888"/>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315" name="Shape 1315"/>
        <p:cNvGrpSpPr/>
        <p:nvPr/>
      </p:nvGrpSpPr>
      <p:grpSpPr>
        <a:xfrm>
          <a:off x="0" y="0"/>
          <a:ext cx="0" cy="0"/>
          <a:chOff x="0" y="0"/>
          <a:chExt cx="0" cy="0"/>
        </a:xfrm>
      </p:grpSpPr>
      <p:sp>
        <p:nvSpPr>
          <p:cNvPr id="1316" name="Google Shape;1316;p62"/>
          <p:cNvSpPr/>
          <p:nvPr/>
        </p:nvSpPr>
        <p:spPr>
          <a:xfrm>
            <a:off x="-526450" y="-506475"/>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17" name="Google Shape;1317;p62"/>
          <p:cNvGrpSpPr/>
          <p:nvPr/>
        </p:nvGrpSpPr>
        <p:grpSpPr>
          <a:xfrm rot="-10546643">
            <a:off x="546655" y="96508"/>
            <a:ext cx="551194" cy="657124"/>
            <a:chOff x="2636175" y="248775"/>
            <a:chExt cx="422325" cy="503450"/>
          </a:xfrm>
        </p:grpSpPr>
        <p:sp>
          <p:nvSpPr>
            <p:cNvPr id="1318" name="Google Shape;1318;p62"/>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 name="Google Shape;1319;p62"/>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 name="Google Shape;1320;p62"/>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 name="Google Shape;1321;p62"/>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 name="Google Shape;1322;p62"/>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3" name="Google Shape;1323;p62"/>
          <p:cNvSpPr/>
          <p:nvPr/>
        </p:nvSpPr>
        <p:spPr>
          <a:xfrm rot="6865797">
            <a:off x="1753661" y="423729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 name="Google Shape;1324;p62"/>
          <p:cNvSpPr/>
          <p:nvPr/>
        </p:nvSpPr>
        <p:spPr>
          <a:xfrm rot="-492515">
            <a:off x="1849351" y="4414899"/>
            <a:ext cx="295313" cy="528465"/>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 name="Google Shape;1325;p62"/>
          <p:cNvSpPr txBox="1"/>
          <p:nvPr>
            <p:ph type="title"/>
          </p:nvPr>
        </p:nvSpPr>
        <p:spPr>
          <a:xfrm>
            <a:off x="727350" y="1047338"/>
            <a:ext cx="4461300" cy="42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1326" name="Google Shape;1326;p62"/>
          <p:cNvSpPr txBox="1"/>
          <p:nvPr>
            <p:ph idx="1" type="body"/>
          </p:nvPr>
        </p:nvSpPr>
        <p:spPr>
          <a:xfrm>
            <a:off x="727300" y="1556075"/>
            <a:ext cx="4607400" cy="2540100"/>
          </a:xfrm>
          <a:prstGeom prst="rect">
            <a:avLst/>
          </a:prstGeom>
          <a:noFill/>
          <a:ln>
            <a:noFill/>
          </a:ln>
        </p:spPr>
        <p:txBody>
          <a:bodyPr anchorCtr="0" anchor="ctr" bIns="91425" lIns="91425" spcFirstLastPara="1" rIns="91425" wrap="square" tIns="91425">
            <a:noAutofit/>
          </a:bodyPr>
          <a:lstStyle>
            <a:lvl1pPr indent="-317500" lvl="0" marL="457200" algn="l">
              <a:lnSpc>
                <a:spcPct val="100000"/>
              </a:lnSpc>
              <a:spcBef>
                <a:spcPts val="0"/>
              </a:spcBef>
              <a:spcAft>
                <a:spcPts val="0"/>
              </a:spcAft>
              <a:buSzPts val="1400"/>
              <a:buAutoNum type="arabicPeriod"/>
              <a:defRPr/>
            </a:lvl1pPr>
            <a:lvl2pPr indent="-317500" lvl="1" marL="914400" algn="l">
              <a:lnSpc>
                <a:spcPct val="115000"/>
              </a:lnSpc>
              <a:spcBef>
                <a:spcPts val="1600"/>
              </a:spcBef>
              <a:spcAft>
                <a:spcPts val="0"/>
              </a:spcAft>
              <a:buSzPts val="1400"/>
              <a:buAutoNum type="alphaLcPeriod"/>
              <a:defRPr/>
            </a:lvl2pPr>
            <a:lvl3pPr indent="-317500" lvl="2" marL="1371600" algn="l">
              <a:lnSpc>
                <a:spcPct val="115000"/>
              </a:lnSpc>
              <a:spcBef>
                <a:spcPts val="1600"/>
              </a:spcBef>
              <a:spcAft>
                <a:spcPts val="0"/>
              </a:spcAft>
              <a:buSzPts val="1400"/>
              <a:buAutoNum type="romanLcPeriod"/>
              <a:defRPr/>
            </a:lvl3pPr>
            <a:lvl4pPr indent="-317500" lvl="3" marL="1828800" algn="l">
              <a:lnSpc>
                <a:spcPct val="115000"/>
              </a:lnSpc>
              <a:spcBef>
                <a:spcPts val="1600"/>
              </a:spcBef>
              <a:spcAft>
                <a:spcPts val="0"/>
              </a:spcAft>
              <a:buSzPts val="1400"/>
              <a:buAutoNum type="arabicPeriod"/>
              <a:defRPr/>
            </a:lvl4pPr>
            <a:lvl5pPr indent="-317500" lvl="4" marL="2286000" algn="l">
              <a:lnSpc>
                <a:spcPct val="115000"/>
              </a:lnSpc>
              <a:spcBef>
                <a:spcPts val="1600"/>
              </a:spcBef>
              <a:spcAft>
                <a:spcPts val="0"/>
              </a:spcAft>
              <a:buSzPts val="1400"/>
              <a:buAutoNum type="alphaLcPeriod"/>
              <a:defRPr/>
            </a:lvl5pPr>
            <a:lvl6pPr indent="-317500" lvl="5" marL="2743200" algn="l">
              <a:lnSpc>
                <a:spcPct val="115000"/>
              </a:lnSpc>
              <a:spcBef>
                <a:spcPts val="1600"/>
              </a:spcBef>
              <a:spcAft>
                <a:spcPts val="0"/>
              </a:spcAft>
              <a:buSzPts val="1400"/>
              <a:buAutoNum type="romanLcPeriod"/>
              <a:defRPr/>
            </a:lvl6pPr>
            <a:lvl7pPr indent="-317500" lvl="6" marL="3200400" algn="l">
              <a:lnSpc>
                <a:spcPct val="115000"/>
              </a:lnSpc>
              <a:spcBef>
                <a:spcPts val="1600"/>
              </a:spcBef>
              <a:spcAft>
                <a:spcPts val="0"/>
              </a:spcAft>
              <a:buSzPts val="1400"/>
              <a:buAutoNum type="arabicPeriod"/>
              <a:defRPr/>
            </a:lvl7pPr>
            <a:lvl8pPr indent="-317500" lvl="7" marL="3657600" algn="l">
              <a:lnSpc>
                <a:spcPct val="115000"/>
              </a:lnSpc>
              <a:spcBef>
                <a:spcPts val="1600"/>
              </a:spcBef>
              <a:spcAft>
                <a:spcPts val="0"/>
              </a:spcAft>
              <a:buSzPts val="1400"/>
              <a:buAutoNum type="alphaLcPeriod"/>
              <a:defRPr/>
            </a:lvl8pPr>
            <a:lvl9pPr indent="-317500" lvl="8" marL="4114800" algn="l">
              <a:lnSpc>
                <a:spcPct val="115000"/>
              </a:lnSpc>
              <a:spcBef>
                <a:spcPts val="1600"/>
              </a:spcBef>
              <a:spcAft>
                <a:spcPts val="1600"/>
              </a:spcAft>
              <a:buSzPts val="1400"/>
              <a:buAutoNum type="romanLcPeriod"/>
              <a:defRPr/>
            </a:lvl9pPr>
          </a:lstStyle>
          <a:p/>
        </p:txBody>
      </p:sp>
      <p:sp>
        <p:nvSpPr>
          <p:cNvPr id="1327" name="Google Shape;1327;p62"/>
          <p:cNvSpPr/>
          <p:nvPr/>
        </p:nvSpPr>
        <p:spPr>
          <a:xfrm flipH="1" rot="-399774">
            <a:off x="1743014" y="259000"/>
            <a:ext cx="394943" cy="33214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8" name="Google Shape;1328;p62"/>
          <p:cNvGrpSpPr/>
          <p:nvPr/>
        </p:nvGrpSpPr>
        <p:grpSpPr>
          <a:xfrm flipH="1" rot="457519">
            <a:off x="7977256" y="-6888"/>
            <a:ext cx="878904" cy="1093489"/>
            <a:chOff x="-82549" y="4170315"/>
            <a:chExt cx="878866" cy="1093441"/>
          </a:xfrm>
        </p:grpSpPr>
        <p:sp>
          <p:nvSpPr>
            <p:cNvPr id="1329" name="Google Shape;1329;p62"/>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 name="Google Shape;1330;p62"/>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 name="Google Shape;1331;p62"/>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32" name="Google Shape;1332;p62"/>
          <p:cNvSpPr/>
          <p:nvPr/>
        </p:nvSpPr>
        <p:spPr>
          <a:xfrm rot="-1820385">
            <a:off x="8175018" y="4523240"/>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33" name="Shape 1333"/>
        <p:cNvGrpSpPr/>
        <p:nvPr/>
      </p:nvGrpSpPr>
      <p:grpSpPr>
        <a:xfrm>
          <a:off x="0" y="0"/>
          <a:ext cx="0" cy="0"/>
          <a:chOff x="0" y="0"/>
          <a:chExt cx="0" cy="0"/>
        </a:xfrm>
      </p:grpSpPr>
      <p:sp>
        <p:nvSpPr>
          <p:cNvPr id="1334" name="Google Shape;1334;p63"/>
          <p:cNvSpPr/>
          <p:nvPr/>
        </p:nvSpPr>
        <p:spPr>
          <a:xfrm>
            <a:off x="5487927" y="-193969"/>
            <a:ext cx="876530" cy="92850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5" name="Google Shape;1335;p63"/>
          <p:cNvGrpSpPr/>
          <p:nvPr/>
        </p:nvGrpSpPr>
        <p:grpSpPr>
          <a:xfrm>
            <a:off x="6843205" y="4271799"/>
            <a:ext cx="1573481" cy="928493"/>
            <a:chOff x="7926850" y="4421175"/>
            <a:chExt cx="1320588" cy="779330"/>
          </a:xfrm>
        </p:grpSpPr>
        <p:sp>
          <p:nvSpPr>
            <p:cNvPr id="1336" name="Google Shape;1336;p63"/>
            <p:cNvSpPr/>
            <p:nvPr/>
          </p:nvSpPr>
          <p:spPr>
            <a:xfrm>
              <a:off x="8468093" y="4914954"/>
              <a:ext cx="253371" cy="257368"/>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 name="Google Shape;1337;p63"/>
            <p:cNvSpPr/>
            <p:nvPr/>
          </p:nvSpPr>
          <p:spPr>
            <a:xfrm>
              <a:off x="8249351" y="4711487"/>
              <a:ext cx="696479" cy="462457"/>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 name="Google Shape;1338;p63"/>
            <p:cNvSpPr/>
            <p:nvPr/>
          </p:nvSpPr>
          <p:spPr>
            <a:xfrm>
              <a:off x="7926850" y="4421175"/>
              <a:ext cx="1320588" cy="779330"/>
            </a:xfrm>
            <a:custGeom>
              <a:rect b="b" l="l" r="r" t="t"/>
              <a:pathLst>
                <a:path extrusionOk="0" h="29442" w="49890">
                  <a:moveTo>
                    <a:pt x="20357" y="0"/>
                  </a:moveTo>
                  <a:cubicBezTo>
                    <a:pt x="20114" y="0"/>
                    <a:pt x="19871" y="31"/>
                    <a:pt x="19659" y="31"/>
                  </a:cubicBezTo>
                  <a:cubicBezTo>
                    <a:pt x="19385" y="31"/>
                    <a:pt x="19142" y="61"/>
                    <a:pt x="18899" y="91"/>
                  </a:cubicBezTo>
                  <a:cubicBezTo>
                    <a:pt x="18565" y="152"/>
                    <a:pt x="18261" y="213"/>
                    <a:pt x="17927" y="304"/>
                  </a:cubicBezTo>
                  <a:cubicBezTo>
                    <a:pt x="17714" y="365"/>
                    <a:pt x="17471" y="426"/>
                    <a:pt x="17198" y="486"/>
                  </a:cubicBezTo>
                  <a:cubicBezTo>
                    <a:pt x="16833" y="608"/>
                    <a:pt x="16438" y="760"/>
                    <a:pt x="16073" y="912"/>
                  </a:cubicBezTo>
                  <a:lnTo>
                    <a:pt x="15830" y="1003"/>
                  </a:lnTo>
                  <a:cubicBezTo>
                    <a:pt x="15375" y="1185"/>
                    <a:pt x="14949" y="1398"/>
                    <a:pt x="14524" y="1611"/>
                  </a:cubicBezTo>
                  <a:lnTo>
                    <a:pt x="14494" y="1611"/>
                  </a:lnTo>
                  <a:cubicBezTo>
                    <a:pt x="14038" y="1823"/>
                    <a:pt x="13552" y="2097"/>
                    <a:pt x="13035" y="2401"/>
                  </a:cubicBezTo>
                  <a:cubicBezTo>
                    <a:pt x="12154" y="2917"/>
                    <a:pt x="11334" y="3464"/>
                    <a:pt x="10544" y="4102"/>
                  </a:cubicBezTo>
                  <a:lnTo>
                    <a:pt x="10210" y="4345"/>
                  </a:lnTo>
                  <a:cubicBezTo>
                    <a:pt x="9936" y="4558"/>
                    <a:pt x="9632" y="4770"/>
                    <a:pt x="9359" y="5013"/>
                  </a:cubicBezTo>
                  <a:cubicBezTo>
                    <a:pt x="8933" y="5348"/>
                    <a:pt x="8508" y="5743"/>
                    <a:pt x="8113" y="6138"/>
                  </a:cubicBezTo>
                  <a:lnTo>
                    <a:pt x="8022" y="6229"/>
                  </a:lnTo>
                  <a:lnTo>
                    <a:pt x="7627" y="6654"/>
                  </a:lnTo>
                  <a:lnTo>
                    <a:pt x="7566" y="6715"/>
                  </a:lnTo>
                  <a:cubicBezTo>
                    <a:pt x="7414" y="6867"/>
                    <a:pt x="7262" y="7019"/>
                    <a:pt x="7141" y="7171"/>
                  </a:cubicBezTo>
                  <a:lnTo>
                    <a:pt x="6655" y="7748"/>
                  </a:lnTo>
                  <a:lnTo>
                    <a:pt x="6503" y="7930"/>
                  </a:lnTo>
                  <a:cubicBezTo>
                    <a:pt x="6412" y="8052"/>
                    <a:pt x="6290" y="8204"/>
                    <a:pt x="6199" y="8325"/>
                  </a:cubicBezTo>
                  <a:cubicBezTo>
                    <a:pt x="5895" y="8720"/>
                    <a:pt x="5622" y="9115"/>
                    <a:pt x="5379" y="9480"/>
                  </a:cubicBezTo>
                  <a:cubicBezTo>
                    <a:pt x="5227" y="9723"/>
                    <a:pt x="5075" y="9996"/>
                    <a:pt x="4923" y="10239"/>
                  </a:cubicBezTo>
                  <a:cubicBezTo>
                    <a:pt x="4832" y="10391"/>
                    <a:pt x="4771" y="10513"/>
                    <a:pt x="4710" y="10634"/>
                  </a:cubicBezTo>
                  <a:lnTo>
                    <a:pt x="4558" y="10908"/>
                  </a:lnTo>
                  <a:lnTo>
                    <a:pt x="4346" y="11303"/>
                  </a:lnTo>
                  <a:cubicBezTo>
                    <a:pt x="4163" y="11576"/>
                    <a:pt x="4011" y="11880"/>
                    <a:pt x="3860" y="12153"/>
                  </a:cubicBezTo>
                  <a:cubicBezTo>
                    <a:pt x="3677" y="12548"/>
                    <a:pt x="3465" y="12943"/>
                    <a:pt x="3252" y="13490"/>
                  </a:cubicBezTo>
                  <a:cubicBezTo>
                    <a:pt x="3161" y="13673"/>
                    <a:pt x="3070" y="13855"/>
                    <a:pt x="2978" y="14037"/>
                  </a:cubicBezTo>
                  <a:cubicBezTo>
                    <a:pt x="2887" y="14280"/>
                    <a:pt x="2766" y="14554"/>
                    <a:pt x="2644" y="14797"/>
                  </a:cubicBezTo>
                  <a:cubicBezTo>
                    <a:pt x="2462" y="15252"/>
                    <a:pt x="2280" y="15708"/>
                    <a:pt x="2128" y="16225"/>
                  </a:cubicBezTo>
                  <a:cubicBezTo>
                    <a:pt x="1976" y="16620"/>
                    <a:pt x="1824" y="17015"/>
                    <a:pt x="1702" y="17410"/>
                  </a:cubicBezTo>
                  <a:cubicBezTo>
                    <a:pt x="1520" y="17896"/>
                    <a:pt x="1307" y="18473"/>
                    <a:pt x="1125" y="18990"/>
                  </a:cubicBezTo>
                  <a:cubicBezTo>
                    <a:pt x="973" y="19476"/>
                    <a:pt x="821" y="19992"/>
                    <a:pt x="669" y="20569"/>
                  </a:cubicBezTo>
                  <a:cubicBezTo>
                    <a:pt x="609" y="20782"/>
                    <a:pt x="548" y="21025"/>
                    <a:pt x="487" y="21268"/>
                  </a:cubicBezTo>
                  <a:cubicBezTo>
                    <a:pt x="426" y="21451"/>
                    <a:pt x="396" y="21633"/>
                    <a:pt x="366" y="21785"/>
                  </a:cubicBezTo>
                  <a:lnTo>
                    <a:pt x="335" y="21967"/>
                  </a:lnTo>
                  <a:cubicBezTo>
                    <a:pt x="92" y="22939"/>
                    <a:pt x="1" y="23972"/>
                    <a:pt x="62" y="25005"/>
                  </a:cubicBezTo>
                  <a:cubicBezTo>
                    <a:pt x="122" y="25431"/>
                    <a:pt x="183" y="25826"/>
                    <a:pt x="305" y="26251"/>
                  </a:cubicBezTo>
                  <a:cubicBezTo>
                    <a:pt x="366" y="26494"/>
                    <a:pt x="457" y="26768"/>
                    <a:pt x="548" y="27011"/>
                  </a:cubicBezTo>
                  <a:cubicBezTo>
                    <a:pt x="669" y="27284"/>
                    <a:pt x="791" y="27557"/>
                    <a:pt x="973" y="27801"/>
                  </a:cubicBezTo>
                  <a:cubicBezTo>
                    <a:pt x="1186" y="28226"/>
                    <a:pt x="1490" y="28621"/>
                    <a:pt x="1885" y="28925"/>
                  </a:cubicBezTo>
                  <a:cubicBezTo>
                    <a:pt x="2006" y="29046"/>
                    <a:pt x="2158" y="29137"/>
                    <a:pt x="2310" y="29198"/>
                  </a:cubicBezTo>
                  <a:cubicBezTo>
                    <a:pt x="2462" y="29289"/>
                    <a:pt x="2614" y="29320"/>
                    <a:pt x="2766" y="29380"/>
                  </a:cubicBezTo>
                  <a:cubicBezTo>
                    <a:pt x="3039" y="29441"/>
                    <a:pt x="3313" y="29441"/>
                    <a:pt x="3586" y="29441"/>
                  </a:cubicBezTo>
                  <a:cubicBezTo>
                    <a:pt x="3951" y="29441"/>
                    <a:pt x="4285" y="29380"/>
                    <a:pt x="4619" y="29350"/>
                  </a:cubicBezTo>
                  <a:lnTo>
                    <a:pt x="5014" y="29289"/>
                  </a:lnTo>
                  <a:lnTo>
                    <a:pt x="5318" y="29259"/>
                  </a:lnTo>
                  <a:lnTo>
                    <a:pt x="5683" y="29229"/>
                  </a:lnTo>
                  <a:cubicBezTo>
                    <a:pt x="5895" y="29198"/>
                    <a:pt x="6108" y="29168"/>
                    <a:pt x="6351" y="29107"/>
                  </a:cubicBezTo>
                  <a:lnTo>
                    <a:pt x="6442" y="29107"/>
                  </a:lnTo>
                  <a:lnTo>
                    <a:pt x="6503" y="29077"/>
                  </a:lnTo>
                  <a:cubicBezTo>
                    <a:pt x="7019" y="28955"/>
                    <a:pt x="7475" y="28742"/>
                    <a:pt x="7900" y="28469"/>
                  </a:cubicBezTo>
                  <a:cubicBezTo>
                    <a:pt x="8052" y="28378"/>
                    <a:pt x="8174" y="28256"/>
                    <a:pt x="8295" y="28135"/>
                  </a:cubicBezTo>
                  <a:cubicBezTo>
                    <a:pt x="8387" y="28044"/>
                    <a:pt x="8478" y="27892"/>
                    <a:pt x="8569" y="27770"/>
                  </a:cubicBezTo>
                  <a:cubicBezTo>
                    <a:pt x="8690" y="27527"/>
                    <a:pt x="8782" y="27284"/>
                    <a:pt x="8842" y="27041"/>
                  </a:cubicBezTo>
                  <a:lnTo>
                    <a:pt x="8842" y="27011"/>
                  </a:lnTo>
                  <a:cubicBezTo>
                    <a:pt x="8873" y="26889"/>
                    <a:pt x="8933" y="26768"/>
                    <a:pt x="8964" y="26646"/>
                  </a:cubicBezTo>
                  <a:lnTo>
                    <a:pt x="8994" y="26494"/>
                  </a:lnTo>
                  <a:cubicBezTo>
                    <a:pt x="9025" y="26403"/>
                    <a:pt x="9025" y="26342"/>
                    <a:pt x="9055" y="26251"/>
                  </a:cubicBezTo>
                  <a:lnTo>
                    <a:pt x="9146" y="25978"/>
                  </a:lnTo>
                  <a:cubicBezTo>
                    <a:pt x="9177" y="25765"/>
                    <a:pt x="9237" y="25522"/>
                    <a:pt x="9268" y="25340"/>
                  </a:cubicBezTo>
                  <a:cubicBezTo>
                    <a:pt x="9328" y="25157"/>
                    <a:pt x="9359" y="24945"/>
                    <a:pt x="9389" y="24823"/>
                  </a:cubicBezTo>
                  <a:cubicBezTo>
                    <a:pt x="9420" y="24702"/>
                    <a:pt x="9450" y="24580"/>
                    <a:pt x="9480" y="24458"/>
                  </a:cubicBezTo>
                  <a:cubicBezTo>
                    <a:pt x="9572" y="24155"/>
                    <a:pt x="9632" y="23851"/>
                    <a:pt x="9693" y="23547"/>
                  </a:cubicBezTo>
                  <a:cubicBezTo>
                    <a:pt x="9754" y="23304"/>
                    <a:pt x="9815" y="23030"/>
                    <a:pt x="9845" y="22848"/>
                  </a:cubicBezTo>
                  <a:cubicBezTo>
                    <a:pt x="9906" y="22635"/>
                    <a:pt x="9936" y="22453"/>
                    <a:pt x="9967" y="22271"/>
                  </a:cubicBezTo>
                  <a:lnTo>
                    <a:pt x="10027" y="21937"/>
                  </a:lnTo>
                  <a:cubicBezTo>
                    <a:pt x="10058" y="21785"/>
                    <a:pt x="10088" y="21633"/>
                    <a:pt x="10118" y="21511"/>
                  </a:cubicBezTo>
                  <a:cubicBezTo>
                    <a:pt x="10149" y="21359"/>
                    <a:pt x="10179" y="21238"/>
                    <a:pt x="10210" y="21116"/>
                  </a:cubicBezTo>
                  <a:cubicBezTo>
                    <a:pt x="10240" y="20995"/>
                    <a:pt x="10270" y="20904"/>
                    <a:pt x="10301" y="20782"/>
                  </a:cubicBezTo>
                  <a:cubicBezTo>
                    <a:pt x="10301" y="20691"/>
                    <a:pt x="10331" y="20630"/>
                    <a:pt x="10331" y="20509"/>
                  </a:cubicBezTo>
                  <a:cubicBezTo>
                    <a:pt x="10361" y="20387"/>
                    <a:pt x="10392" y="20235"/>
                    <a:pt x="10422" y="20114"/>
                  </a:cubicBezTo>
                  <a:cubicBezTo>
                    <a:pt x="10483" y="19901"/>
                    <a:pt x="10513" y="19658"/>
                    <a:pt x="10574" y="19415"/>
                  </a:cubicBezTo>
                  <a:cubicBezTo>
                    <a:pt x="10635" y="19111"/>
                    <a:pt x="10726" y="18807"/>
                    <a:pt x="10787" y="18503"/>
                  </a:cubicBezTo>
                  <a:cubicBezTo>
                    <a:pt x="10817" y="18321"/>
                    <a:pt x="10878" y="18139"/>
                    <a:pt x="10908" y="17957"/>
                  </a:cubicBezTo>
                  <a:cubicBezTo>
                    <a:pt x="10939" y="17865"/>
                    <a:pt x="10969" y="17713"/>
                    <a:pt x="11000" y="17622"/>
                  </a:cubicBezTo>
                  <a:cubicBezTo>
                    <a:pt x="11030" y="17531"/>
                    <a:pt x="11060" y="17410"/>
                    <a:pt x="11060" y="17318"/>
                  </a:cubicBezTo>
                  <a:lnTo>
                    <a:pt x="11091" y="17197"/>
                  </a:lnTo>
                  <a:cubicBezTo>
                    <a:pt x="11151" y="17015"/>
                    <a:pt x="11182" y="16832"/>
                    <a:pt x="11243" y="16650"/>
                  </a:cubicBezTo>
                  <a:cubicBezTo>
                    <a:pt x="11364" y="16225"/>
                    <a:pt x="11516" y="15799"/>
                    <a:pt x="11698" y="15374"/>
                  </a:cubicBezTo>
                  <a:cubicBezTo>
                    <a:pt x="11881" y="14949"/>
                    <a:pt x="12063" y="14554"/>
                    <a:pt x="12336" y="14128"/>
                  </a:cubicBezTo>
                  <a:cubicBezTo>
                    <a:pt x="12579" y="13673"/>
                    <a:pt x="12914" y="13247"/>
                    <a:pt x="13187" y="12852"/>
                  </a:cubicBezTo>
                  <a:lnTo>
                    <a:pt x="13400" y="12579"/>
                  </a:lnTo>
                  <a:cubicBezTo>
                    <a:pt x="13582" y="12275"/>
                    <a:pt x="13795" y="12032"/>
                    <a:pt x="14038" y="11758"/>
                  </a:cubicBezTo>
                  <a:cubicBezTo>
                    <a:pt x="14190" y="11546"/>
                    <a:pt x="14402" y="11333"/>
                    <a:pt x="14645" y="11120"/>
                  </a:cubicBezTo>
                  <a:cubicBezTo>
                    <a:pt x="14889" y="10877"/>
                    <a:pt x="15132" y="10665"/>
                    <a:pt x="15405" y="10452"/>
                  </a:cubicBezTo>
                  <a:cubicBezTo>
                    <a:pt x="15648" y="10270"/>
                    <a:pt x="15922" y="10087"/>
                    <a:pt x="16195" y="9935"/>
                  </a:cubicBezTo>
                  <a:cubicBezTo>
                    <a:pt x="16499" y="9784"/>
                    <a:pt x="16803" y="9632"/>
                    <a:pt x="17137" y="9510"/>
                  </a:cubicBezTo>
                  <a:cubicBezTo>
                    <a:pt x="17562" y="9358"/>
                    <a:pt x="17896" y="9237"/>
                    <a:pt x="18231" y="9176"/>
                  </a:cubicBezTo>
                  <a:cubicBezTo>
                    <a:pt x="18565" y="9085"/>
                    <a:pt x="18929" y="9024"/>
                    <a:pt x="19294" y="8933"/>
                  </a:cubicBezTo>
                  <a:cubicBezTo>
                    <a:pt x="19689" y="8872"/>
                    <a:pt x="20084" y="8811"/>
                    <a:pt x="20479" y="8811"/>
                  </a:cubicBezTo>
                  <a:lnTo>
                    <a:pt x="21117" y="8781"/>
                  </a:lnTo>
                  <a:lnTo>
                    <a:pt x="21816" y="8781"/>
                  </a:lnTo>
                  <a:cubicBezTo>
                    <a:pt x="22150" y="8751"/>
                    <a:pt x="22423" y="8751"/>
                    <a:pt x="22788" y="8751"/>
                  </a:cubicBezTo>
                  <a:cubicBezTo>
                    <a:pt x="23183" y="8781"/>
                    <a:pt x="23517" y="8811"/>
                    <a:pt x="23943" y="8842"/>
                  </a:cubicBezTo>
                  <a:cubicBezTo>
                    <a:pt x="24368" y="8872"/>
                    <a:pt x="24763" y="8933"/>
                    <a:pt x="25219" y="8994"/>
                  </a:cubicBezTo>
                  <a:cubicBezTo>
                    <a:pt x="25674" y="9085"/>
                    <a:pt x="26100" y="9176"/>
                    <a:pt x="26555" y="9267"/>
                  </a:cubicBezTo>
                  <a:cubicBezTo>
                    <a:pt x="26920" y="9358"/>
                    <a:pt x="27254" y="9449"/>
                    <a:pt x="27589" y="9541"/>
                  </a:cubicBezTo>
                  <a:lnTo>
                    <a:pt x="27619" y="9541"/>
                  </a:lnTo>
                  <a:cubicBezTo>
                    <a:pt x="28044" y="9692"/>
                    <a:pt x="28500" y="9844"/>
                    <a:pt x="28925" y="9996"/>
                  </a:cubicBezTo>
                  <a:lnTo>
                    <a:pt x="29776" y="10300"/>
                  </a:lnTo>
                  <a:cubicBezTo>
                    <a:pt x="30110" y="10422"/>
                    <a:pt x="30475" y="10574"/>
                    <a:pt x="30870" y="10725"/>
                  </a:cubicBezTo>
                  <a:cubicBezTo>
                    <a:pt x="31174" y="10877"/>
                    <a:pt x="31508" y="11029"/>
                    <a:pt x="31812" y="11212"/>
                  </a:cubicBezTo>
                  <a:cubicBezTo>
                    <a:pt x="32298" y="11515"/>
                    <a:pt x="32723" y="11789"/>
                    <a:pt x="33057" y="12062"/>
                  </a:cubicBezTo>
                  <a:cubicBezTo>
                    <a:pt x="33513" y="12396"/>
                    <a:pt x="33939" y="12761"/>
                    <a:pt x="34333" y="13156"/>
                  </a:cubicBezTo>
                  <a:cubicBezTo>
                    <a:pt x="34607" y="13430"/>
                    <a:pt x="34850" y="13733"/>
                    <a:pt x="35154" y="14068"/>
                  </a:cubicBezTo>
                  <a:lnTo>
                    <a:pt x="35184" y="14098"/>
                  </a:lnTo>
                  <a:cubicBezTo>
                    <a:pt x="35427" y="14432"/>
                    <a:pt x="35701" y="14766"/>
                    <a:pt x="35944" y="15101"/>
                  </a:cubicBezTo>
                  <a:cubicBezTo>
                    <a:pt x="36460" y="15769"/>
                    <a:pt x="36916" y="16437"/>
                    <a:pt x="37311" y="17167"/>
                  </a:cubicBezTo>
                  <a:cubicBezTo>
                    <a:pt x="37433" y="17349"/>
                    <a:pt x="37524" y="17531"/>
                    <a:pt x="37615" y="17744"/>
                  </a:cubicBezTo>
                  <a:cubicBezTo>
                    <a:pt x="37736" y="17926"/>
                    <a:pt x="37828" y="18139"/>
                    <a:pt x="37949" y="18352"/>
                  </a:cubicBezTo>
                  <a:lnTo>
                    <a:pt x="38040" y="18473"/>
                  </a:lnTo>
                  <a:cubicBezTo>
                    <a:pt x="38162" y="18746"/>
                    <a:pt x="38314" y="18990"/>
                    <a:pt x="38466" y="19233"/>
                  </a:cubicBezTo>
                  <a:cubicBezTo>
                    <a:pt x="38526" y="19385"/>
                    <a:pt x="38617" y="19506"/>
                    <a:pt x="38709" y="19658"/>
                  </a:cubicBezTo>
                  <a:cubicBezTo>
                    <a:pt x="38921" y="20053"/>
                    <a:pt x="39134" y="20478"/>
                    <a:pt x="39347" y="20964"/>
                  </a:cubicBezTo>
                  <a:cubicBezTo>
                    <a:pt x="39499" y="21299"/>
                    <a:pt x="39681" y="21633"/>
                    <a:pt x="39863" y="21937"/>
                  </a:cubicBezTo>
                  <a:cubicBezTo>
                    <a:pt x="39954" y="22028"/>
                    <a:pt x="40015" y="22180"/>
                    <a:pt x="40106" y="22301"/>
                  </a:cubicBezTo>
                  <a:lnTo>
                    <a:pt x="40197" y="22453"/>
                  </a:lnTo>
                  <a:cubicBezTo>
                    <a:pt x="40319" y="22696"/>
                    <a:pt x="40440" y="22939"/>
                    <a:pt x="40562" y="23152"/>
                  </a:cubicBezTo>
                  <a:cubicBezTo>
                    <a:pt x="40714" y="23395"/>
                    <a:pt x="40866" y="23608"/>
                    <a:pt x="41048" y="23851"/>
                  </a:cubicBezTo>
                  <a:cubicBezTo>
                    <a:pt x="41230" y="24094"/>
                    <a:pt x="41443" y="24307"/>
                    <a:pt x="41656" y="24519"/>
                  </a:cubicBezTo>
                  <a:cubicBezTo>
                    <a:pt x="41868" y="24762"/>
                    <a:pt x="42081" y="25005"/>
                    <a:pt x="42324" y="25188"/>
                  </a:cubicBezTo>
                  <a:cubicBezTo>
                    <a:pt x="42537" y="25370"/>
                    <a:pt x="42780" y="25522"/>
                    <a:pt x="42993" y="25643"/>
                  </a:cubicBezTo>
                  <a:cubicBezTo>
                    <a:pt x="43266" y="25765"/>
                    <a:pt x="43509" y="25856"/>
                    <a:pt x="43783" y="25917"/>
                  </a:cubicBezTo>
                  <a:cubicBezTo>
                    <a:pt x="44056" y="25978"/>
                    <a:pt x="44360" y="26008"/>
                    <a:pt x="44633" y="26008"/>
                  </a:cubicBezTo>
                  <a:cubicBezTo>
                    <a:pt x="44816" y="26008"/>
                    <a:pt x="45028" y="25978"/>
                    <a:pt x="45241" y="25947"/>
                  </a:cubicBezTo>
                  <a:lnTo>
                    <a:pt x="46000" y="25795"/>
                  </a:lnTo>
                  <a:lnTo>
                    <a:pt x="46608" y="25704"/>
                  </a:lnTo>
                  <a:lnTo>
                    <a:pt x="46821" y="25643"/>
                  </a:lnTo>
                  <a:cubicBezTo>
                    <a:pt x="46973" y="25613"/>
                    <a:pt x="47155" y="25613"/>
                    <a:pt x="47307" y="25552"/>
                  </a:cubicBezTo>
                  <a:lnTo>
                    <a:pt x="47489" y="25522"/>
                  </a:lnTo>
                  <a:cubicBezTo>
                    <a:pt x="47611" y="25491"/>
                    <a:pt x="47732" y="25461"/>
                    <a:pt x="47823" y="25400"/>
                  </a:cubicBezTo>
                  <a:cubicBezTo>
                    <a:pt x="47975" y="25309"/>
                    <a:pt x="48127" y="25248"/>
                    <a:pt x="48279" y="25157"/>
                  </a:cubicBezTo>
                  <a:cubicBezTo>
                    <a:pt x="48401" y="25066"/>
                    <a:pt x="48461" y="24975"/>
                    <a:pt x="48492" y="24853"/>
                  </a:cubicBezTo>
                  <a:lnTo>
                    <a:pt x="48765" y="24732"/>
                  </a:lnTo>
                  <a:cubicBezTo>
                    <a:pt x="48856" y="24671"/>
                    <a:pt x="48978" y="24580"/>
                    <a:pt x="49069" y="24489"/>
                  </a:cubicBezTo>
                  <a:cubicBezTo>
                    <a:pt x="49191" y="24367"/>
                    <a:pt x="49282" y="24215"/>
                    <a:pt x="49403" y="24094"/>
                  </a:cubicBezTo>
                  <a:cubicBezTo>
                    <a:pt x="49555" y="23942"/>
                    <a:pt x="49646" y="23760"/>
                    <a:pt x="49738" y="23547"/>
                  </a:cubicBezTo>
                  <a:cubicBezTo>
                    <a:pt x="49829" y="23243"/>
                    <a:pt x="49889" y="22939"/>
                    <a:pt x="49859" y="22605"/>
                  </a:cubicBezTo>
                  <a:cubicBezTo>
                    <a:pt x="49768" y="22149"/>
                    <a:pt x="49616" y="21694"/>
                    <a:pt x="49403" y="21268"/>
                  </a:cubicBezTo>
                  <a:cubicBezTo>
                    <a:pt x="49160" y="20782"/>
                    <a:pt x="48917" y="20296"/>
                    <a:pt x="48705" y="19962"/>
                  </a:cubicBezTo>
                  <a:cubicBezTo>
                    <a:pt x="48492" y="19536"/>
                    <a:pt x="48218" y="19111"/>
                    <a:pt x="48006" y="18777"/>
                  </a:cubicBezTo>
                  <a:cubicBezTo>
                    <a:pt x="47763" y="18473"/>
                    <a:pt x="47550" y="18139"/>
                    <a:pt x="47307" y="17835"/>
                  </a:cubicBezTo>
                  <a:lnTo>
                    <a:pt x="47185" y="17683"/>
                  </a:lnTo>
                  <a:cubicBezTo>
                    <a:pt x="46578" y="16863"/>
                    <a:pt x="45909" y="16042"/>
                    <a:pt x="45362" y="15374"/>
                  </a:cubicBezTo>
                  <a:lnTo>
                    <a:pt x="45241" y="15222"/>
                  </a:lnTo>
                  <a:cubicBezTo>
                    <a:pt x="44967" y="14888"/>
                    <a:pt x="44694" y="14554"/>
                    <a:pt x="44421" y="14219"/>
                  </a:cubicBezTo>
                  <a:cubicBezTo>
                    <a:pt x="44117" y="13855"/>
                    <a:pt x="43783" y="13490"/>
                    <a:pt x="43509" y="13095"/>
                  </a:cubicBezTo>
                  <a:cubicBezTo>
                    <a:pt x="42841" y="12275"/>
                    <a:pt x="42172" y="11485"/>
                    <a:pt x="41625" y="10908"/>
                  </a:cubicBezTo>
                  <a:cubicBezTo>
                    <a:pt x="40927" y="10148"/>
                    <a:pt x="40137" y="9389"/>
                    <a:pt x="39468" y="8751"/>
                  </a:cubicBezTo>
                  <a:lnTo>
                    <a:pt x="39316" y="8599"/>
                  </a:lnTo>
                  <a:cubicBezTo>
                    <a:pt x="39012" y="8325"/>
                    <a:pt x="38709" y="8021"/>
                    <a:pt x="38374" y="7718"/>
                  </a:cubicBezTo>
                  <a:cubicBezTo>
                    <a:pt x="37979" y="7383"/>
                    <a:pt x="37554" y="7019"/>
                    <a:pt x="37189" y="6745"/>
                  </a:cubicBezTo>
                  <a:cubicBezTo>
                    <a:pt x="36825" y="6472"/>
                    <a:pt x="36430" y="6168"/>
                    <a:pt x="35974" y="5834"/>
                  </a:cubicBezTo>
                  <a:lnTo>
                    <a:pt x="35610" y="5591"/>
                  </a:lnTo>
                  <a:lnTo>
                    <a:pt x="35366" y="5439"/>
                  </a:lnTo>
                  <a:lnTo>
                    <a:pt x="35306" y="5378"/>
                  </a:lnTo>
                  <a:cubicBezTo>
                    <a:pt x="35123" y="5257"/>
                    <a:pt x="34941" y="5135"/>
                    <a:pt x="34759" y="5013"/>
                  </a:cubicBezTo>
                  <a:cubicBezTo>
                    <a:pt x="34364" y="4740"/>
                    <a:pt x="33908" y="4497"/>
                    <a:pt x="33331" y="4163"/>
                  </a:cubicBezTo>
                  <a:cubicBezTo>
                    <a:pt x="32966" y="3980"/>
                    <a:pt x="32571" y="3737"/>
                    <a:pt x="32146" y="3494"/>
                  </a:cubicBezTo>
                  <a:cubicBezTo>
                    <a:pt x="31781" y="3282"/>
                    <a:pt x="31447" y="3069"/>
                    <a:pt x="31083" y="2887"/>
                  </a:cubicBezTo>
                  <a:cubicBezTo>
                    <a:pt x="30748" y="2735"/>
                    <a:pt x="30414" y="2613"/>
                    <a:pt x="30110" y="2461"/>
                  </a:cubicBezTo>
                  <a:lnTo>
                    <a:pt x="29958" y="2401"/>
                  </a:lnTo>
                  <a:lnTo>
                    <a:pt x="29411" y="2188"/>
                  </a:lnTo>
                  <a:lnTo>
                    <a:pt x="28925" y="1975"/>
                  </a:lnTo>
                  <a:cubicBezTo>
                    <a:pt x="28530" y="1823"/>
                    <a:pt x="28196" y="1671"/>
                    <a:pt x="27771" y="1519"/>
                  </a:cubicBezTo>
                  <a:cubicBezTo>
                    <a:pt x="27376" y="1398"/>
                    <a:pt x="26950" y="1246"/>
                    <a:pt x="26555" y="1124"/>
                  </a:cubicBezTo>
                  <a:lnTo>
                    <a:pt x="26404" y="1064"/>
                  </a:lnTo>
                  <a:lnTo>
                    <a:pt x="26130" y="973"/>
                  </a:lnTo>
                  <a:cubicBezTo>
                    <a:pt x="25978" y="912"/>
                    <a:pt x="25826" y="881"/>
                    <a:pt x="25674" y="821"/>
                  </a:cubicBezTo>
                  <a:cubicBezTo>
                    <a:pt x="25431" y="730"/>
                    <a:pt x="25158" y="669"/>
                    <a:pt x="24884" y="608"/>
                  </a:cubicBezTo>
                  <a:lnTo>
                    <a:pt x="24854" y="608"/>
                  </a:lnTo>
                  <a:cubicBezTo>
                    <a:pt x="24368" y="486"/>
                    <a:pt x="23912" y="395"/>
                    <a:pt x="23396" y="304"/>
                  </a:cubicBezTo>
                  <a:lnTo>
                    <a:pt x="23274" y="274"/>
                  </a:lnTo>
                  <a:cubicBezTo>
                    <a:pt x="22818" y="213"/>
                    <a:pt x="22363" y="122"/>
                    <a:pt x="21907" y="61"/>
                  </a:cubicBezTo>
                  <a:cubicBezTo>
                    <a:pt x="21390" y="31"/>
                    <a:pt x="20874" y="0"/>
                    <a:pt x="2035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9" name="Google Shape;1339;p63"/>
          <p:cNvGrpSpPr/>
          <p:nvPr/>
        </p:nvGrpSpPr>
        <p:grpSpPr>
          <a:xfrm>
            <a:off x="295547" y="4265443"/>
            <a:ext cx="483087" cy="429802"/>
            <a:chOff x="295547" y="4265443"/>
            <a:chExt cx="483087" cy="429802"/>
          </a:xfrm>
        </p:grpSpPr>
        <p:sp>
          <p:nvSpPr>
            <p:cNvPr id="1340" name="Google Shape;1340;p63"/>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 name="Google Shape;1341;p63"/>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42" name="Google Shape;1342;p63"/>
          <p:cNvSpPr/>
          <p:nvPr/>
        </p:nvSpPr>
        <p:spPr>
          <a:xfrm rot="-341310">
            <a:off x="5738969" y="44328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43" name="Google Shape;1343;p63"/>
          <p:cNvGrpSpPr/>
          <p:nvPr/>
        </p:nvGrpSpPr>
        <p:grpSpPr>
          <a:xfrm>
            <a:off x="5180193" y="-193951"/>
            <a:ext cx="483354" cy="535769"/>
            <a:chOff x="4846427" y="-66500"/>
            <a:chExt cx="315649" cy="349878"/>
          </a:xfrm>
        </p:grpSpPr>
        <p:sp>
          <p:nvSpPr>
            <p:cNvPr id="1344" name="Google Shape;1344;p63"/>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 name="Google Shape;1345;p63"/>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 name="Google Shape;1346;p63"/>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 name="Google Shape;1347;p63"/>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48" name="Google Shape;1348;p63"/>
          <p:cNvSpPr txBox="1"/>
          <p:nvPr>
            <p:ph type="title"/>
          </p:nvPr>
        </p:nvSpPr>
        <p:spPr>
          <a:xfrm>
            <a:off x="4081175" y="2347425"/>
            <a:ext cx="4114200" cy="7362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1349" name="Google Shape;1349;p63"/>
          <p:cNvSpPr txBox="1"/>
          <p:nvPr>
            <p:ph idx="2" type="title"/>
          </p:nvPr>
        </p:nvSpPr>
        <p:spPr>
          <a:xfrm>
            <a:off x="4081175" y="1534550"/>
            <a:ext cx="1282200" cy="7362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6000"/>
              <a:buNone/>
              <a:defRPr sz="5000">
                <a:solidFill>
                  <a:schemeClr val="dk2"/>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1350" name="Google Shape;1350;p63"/>
          <p:cNvSpPr txBox="1"/>
          <p:nvPr>
            <p:ph idx="1" type="subTitle"/>
          </p:nvPr>
        </p:nvSpPr>
        <p:spPr>
          <a:xfrm>
            <a:off x="4081175" y="3070750"/>
            <a:ext cx="4260600" cy="5382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351" name="Shape 1351"/>
        <p:cNvGrpSpPr/>
        <p:nvPr/>
      </p:nvGrpSpPr>
      <p:grpSpPr>
        <a:xfrm>
          <a:off x="0" y="0"/>
          <a:ext cx="0" cy="0"/>
          <a:chOff x="0" y="0"/>
          <a:chExt cx="0" cy="0"/>
        </a:xfrm>
      </p:grpSpPr>
      <p:sp>
        <p:nvSpPr>
          <p:cNvPr id="1352" name="Google Shape;1352;p64"/>
          <p:cNvSpPr/>
          <p:nvPr/>
        </p:nvSpPr>
        <p:spPr>
          <a:xfrm>
            <a:off x="8139895" y="4192640"/>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64"/>
          <p:cNvSpPr/>
          <p:nvPr/>
        </p:nvSpPr>
        <p:spPr>
          <a:xfrm>
            <a:off x="8416600" y="267575"/>
            <a:ext cx="737885" cy="781680"/>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 name="Google Shape;1354;p64"/>
          <p:cNvSpPr/>
          <p:nvPr/>
        </p:nvSpPr>
        <p:spPr>
          <a:xfrm rot="613861">
            <a:off x="119049" y="3835079"/>
            <a:ext cx="373548" cy="1285457"/>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 name="Google Shape;1355;p64"/>
          <p:cNvSpPr/>
          <p:nvPr/>
        </p:nvSpPr>
        <p:spPr>
          <a:xfrm rot="613861">
            <a:off x="-153466" y="4030354"/>
            <a:ext cx="310712" cy="1051046"/>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56" name="Google Shape;1356;p64"/>
          <p:cNvGrpSpPr/>
          <p:nvPr/>
        </p:nvGrpSpPr>
        <p:grpSpPr>
          <a:xfrm>
            <a:off x="8178450" y="89522"/>
            <a:ext cx="572406" cy="682360"/>
            <a:chOff x="8178450" y="89522"/>
            <a:chExt cx="572406" cy="682360"/>
          </a:xfrm>
        </p:grpSpPr>
        <p:sp>
          <p:nvSpPr>
            <p:cNvPr id="1357" name="Google Shape;1357;p64"/>
            <p:cNvSpPr/>
            <p:nvPr/>
          </p:nvSpPr>
          <p:spPr>
            <a:xfrm>
              <a:off x="8324625" y="5808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 name="Google Shape;1358;p64"/>
            <p:cNvSpPr/>
            <p:nvPr/>
          </p:nvSpPr>
          <p:spPr>
            <a:xfrm>
              <a:off x="8501702" y="4694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 name="Google Shape;1359;p64"/>
            <p:cNvSpPr/>
            <p:nvPr/>
          </p:nvSpPr>
          <p:spPr>
            <a:xfrm>
              <a:off x="8357560" y="2738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 name="Google Shape;1360;p64"/>
            <p:cNvSpPr/>
            <p:nvPr/>
          </p:nvSpPr>
          <p:spPr>
            <a:xfrm>
              <a:off x="8178450" y="3911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 name="Google Shape;1361;p64"/>
            <p:cNvSpPr/>
            <p:nvPr/>
          </p:nvSpPr>
          <p:spPr>
            <a:xfrm>
              <a:off x="8584040" y="895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62" name="Google Shape;1362;p64"/>
          <p:cNvSpPr/>
          <p:nvPr/>
        </p:nvSpPr>
        <p:spPr>
          <a:xfrm rot="535568">
            <a:off x="8389291" y="4100132"/>
            <a:ext cx="251651" cy="428694"/>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 name="Google Shape;1363;p64"/>
          <p:cNvSpPr/>
          <p:nvPr/>
        </p:nvSpPr>
        <p:spPr>
          <a:xfrm>
            <a:off x="248125" y="206119"/>
            <a:ext cx="391289" cy="329072"/>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 name="Google Shape;1364;p64"/>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1365" name="Google Shape;1365;p64"/>
          <p:cNvSpPr txBox="1"/>
          <p:nvPr>
            <p:ph idx="1" type="body"/>
          </p:nvPr>
        </p:nvSpPr>
        <p:spPr>
          <a:xfrm>
            <a:off x="727300" y="1180075"/>
            <a:ext cx="7689300" cy="3423600"/>
          </a:xfrm>
          <a:prstGeom prst="rect">
            <a:avLst/>
          </a:prstGeom>
          <a:noFill/>
          <a:ln>
            <a:noFill/>
          </a:ln>
        </p:spPr>
        <p:txBody>
          <a:bodyPr anchorCtr="0" anchor="t" bIns="91425" lIns="91425" spcFirstLastPara="1" rIns="91425" wrap="square" tIns="91425">
            <a:noAutofit/>
          </a:bodyPr>
          <a:lstStyle>
            <a:lvl1pPr indent="-317500" lvl="0" marL="457200" algn="l">
              <a:lnSpc>
                <a:spcPct val="115000"/>
              </a:lnSpc>
              <a:spcBef>
                <a:spcPts val="0"/>
              </a:spcBef>
              <a:spcAft>
                <a:spcPts val="0"/>
              </a:spcAft>
              <a:buSzPts val="1400"/>
              <a:buChar char="●"/>
              <a:defRPr sz="1200"/>
            </a:lvl1pPr>
            <a:lvl2pPr indent="-317500" lvl="1" marL="914400" algn="l">
              <a:lnSpc>
                <a:spcPct val="115000"/>
              </a:lnSpc>
              <a:spcBef>
                <a:spcPts val="1600"/>
              </a:spcBef>
              <a:spcAft>
                <a:spcPts val="0"/>
              </a:spcAft>
              <a:buSzPts val="1400"/>
              <a:buFont typeface="Raleway"/>
              <a:buChar char="○"/>
              <a:defRPr/>
            </a:lvl2pPr>
            <a:lvl3pPr indent="-317500" lvl="2" marL="1371600" algn="l">
              <a:lnSpc>
                <a:spcPct val="115000"/>
              </a:lnSpc>
              <a:spcBef>
                <a:spcPts val="1600"/>
              </a:spcBef>
              <a:spcAft>
                <a:spcPts val="0"/>
              </a:spcAft>
              <a:buSzPts val="1400"/>
              <a:buFont typeface="Raleway"/>
              <a:buChar char="■"/>
              <a:defRPr/>
            </a:lvl3pPr>
            <a:lvl4pPr indent="-317500" lvl="3" marL="1828800" algn="l">
              <a:lnSpc>
                <a:spcPct val="115000"/>
              </a:lnSpc>
              <a:spcBef>
                <a:spcPts val="1600"/>
              </a:spcBef>
              <a:spcAft>
                <a:spcPts val="0"/>
              </a:spcAft>
              <a:buSzPts val="1400"/>
              <a:buFont typeface="Raleway"/>
              <a:buChar char="●"/>
              <a:defRPr/>
            </a:lvl4pPr>
            <a:lvl5pPr indent="-317500" lvl="4" marL="2286000" algn="l">
              <a:lnSpc>
                <a:spcPct val="115000"/>
              </a:lnSpc>
              <a:spcBef>
                <a:spcPts val="1600"/>
              </a:spcBef>
              <a:spcAft>
                <a:spcPts val="0"/>
              </a:spcAft>
              <a:buSzPts val="1400"/>
              <a:buFont typeface="Raleway"/>
              <a:buChar char="○"/>
              <a:defRPr/>
            </a:lvl5pPr>
            <a:lvl6pPr indent="-317500" lvl="5" marL="2743200" algn="l">
              <a:lnSpc>
                <a:spcPct val="115000"/>
              </a:lnSpc>
              <a:spcBef>
                <a:spcPts val="1600"/>
              </a:spcBef>
              <a:spcAft>
                <a:spcPts val="0"/>
              </a:spcAft>
              <a:buSzPts val="1400"/>
              <a:buFont typeface="Raleway"/>
              <a:buChar char="■"/>
              <a:defRPr/>
            </a:lvl6pPr>
            <a:lvl7pPr indent="-317500" lvl="6" marL="3200400" algn="l">
              <a:lnSpc>
                <a:spcPct val="115000"/>
              </a:lnSpc>
              <a:spcBef>
                <a:spcPts val="1600"/>
              </a:spcBef>
              <a:spcAft>
                <a:spcPts val="0"/>
              </a:spcAft>
              <a:buSzPts val="1400"/>
              <a:buFont typeface="Raleway"/>
              <a:buChar char="●"/>
              <a:defRPr/>
            </a:lvl7pPr>
            <a:lvl8pPr indent="-317500" lvl="7" marL="3657600" algn="l">
              <a:lnSpc>
                <a:spcPct val="115000"/>
              </a:lnSpc>
              <a:spcBef>
                <a:spcPts val="1600"/>
              </a:spcBef>
              <a:spcAft>
                <a:spcPts val="0"/>
              </a:spcAft>
              <a:buSzPts val="1400"/>
              <a:buFont typeface="Raleway"/>
              <a:buChar char="○"/>
              <a:defRPr/>
            </a:lvl8pPr>
            <a:lvl9pPr indent="-317500" lvl="8" marL="4114800" algn="l">
              <a:lnSpc>
                <a:spcPct val="115000"/>
              </a:lnSpc>
              <a:spcBef>
                <a:spcPts val="1600"/>
              </a:spcBef>
              <a:spcAft>
                <a:spcPts val="1600"/>
              </a:spcAft>
              <a:buSzPts val="1400"/>
              <a:buFont typeface="Raleway"/>
              <a:buChar char="■"/>
              <a:defRPr/>
            </a:lvl9pPr>
          </a:lstStyle>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366" name="Shape 1366"/>
        <p:cNvGrpSpPr/>
        <p:nvPr/>
      </p:nvGrpSpPr>
      <p:grpSpPr>
        <a:xfrm>
          <a:off x="0" y="0"/>
          <a:ext cx="0" cy="0"/>
          <a:chOff x="0" y="0"/>
          <a:chExt cx="0" cy="0"/>
        </a:xfrm>
      </p:grpSpPr>
      <p:sp>
        <p:nvSpPr>
          <p:cNvPr id="1367" name="Google Shape;1367;p65"/>
          <p:cNvSpPr/>
          <p:nvPr/>
        </p:nvSpPr>
        <p:spPr>
          <a:xfrm rot="8760841">
            <a:off x="7887244" y="3820761"/>
            <a:ext cx="1690652" cy="140538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68" name="Google Shape;1368;p65"/>
          <p:cNvGrpSpPr/>
          <p:nvPr/>
        </p:nvGrpSpPr>
        <p:grpSpPr>
          <a:xfrm>
            <a:off x="-128479" y="3907789"/>
            <a:ext cx="767865" cy="830189"/>
            <a:chOff x="-128479" y="3907789"/>
            <a:chExt cx="767865" cy="830189"/>
          </a:xfrm>
        </p:grpSpPr>
        <p:sp>
          <p:nvSpPr>
            <p:cNvPr id="1369" name="Google Shape;1369;p65"/>
            <p:cNvSpPr/>
            <p:nvPr/>
          </p:nvSpPr>
          <p:spPr>
            <a:xfrm rot="930232">
              <a:off x="-33776" y="391403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 name="Google Shape;1370;p65"/>
            <p:cNvSpPr/>
            <p:nvPr/>
          </p:nvSpPr>
          <p:spPr>
            <a:xfrm rot="930232">
              <a:off x="162983" y="392802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 name="Google Shape;1371;p65"/>
            <p:cNvSpPr/>
            <p:nvPr/>
          </p:nvSpPr>
          <p:spPr>
            <a:xfrm rot="930232">
              <a:off x="390026" y="398159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72" name="Google Shape;1372;p65"/>
          <p:cNvSpPr/>
          <p:nvPr/>
        </p:nvSpPr>
        <p:spPr>
          <a:xfrm rot="-1443878">
            <a:off x="-125671" y="26293"/>
            <a:ext cx="1070224" cy="98662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65"/>
          <p:cNvSpPr/>
          <p:nvPr/>
        </p:nvSpPr>
        <p:spPr>
          <a:xfrm>
            <a:off x="639375" y="-66512"/>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74" name="Google Shape;1374;p65"/>
          <p:cNvGrpSpPr/>
          <p:nvPr/>
        </p:nvGrpSpPr>
        <p:grpSpPr>
          <a:xfrm>
            <a:off x="8446375" y="3346247"/>
            <a:ext cx="572406" cy="682360"/>
            <a:chOff x="8446375" y="3346247"/>
            <a:chExt cx="572406" cy="682360"/>
          </a:xfrm>
        </p:grpSpPr>
        <p:sp>
          <p:nvSpPr>
            <p:cNvPr id="1375" name="Google Shape;1375;p65"/>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 name="Google Shape;1376;p65"/>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 name="Google Shape;1377;p65"/>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 name="Google Shape;1378;p65"/>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 name="Google Shape;1379;p65"/>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0" name="Google Shape;1380;p65"/>
          <p:cNvSpPr/>
          <p:nvPr/>
        </p:nvSpPr>
        <p:spPr>
          <a:xfrm rot="6689635">
            <a:off x="8557534" y="-268894"/>
            <a:ext cx="373566" cy="1285518"/>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1" name="Google Shape;1381;p65"/>
          <p:cNvGrpSpPr/>
          <p:nvPr/>
        </p:nvGrpSpPr>
        <p:grpSpPr>
          <a:xfrm>
            <a:off x="7915788" y="108771"/>
            <a:ext cx="595931" cy="530198"/>
            <a:chOff x="7915788" y="108771"/>
            <a:chExt cx="595931" cy="530198"/>
          </a:xfrm>
        </p:grpSpPr>
        <p:sp>
          <p:nvSpPr>
            <p:cNvPr id="1382" name="Google Shape;1382;p65"/>
            <p:cNvSpPr/>
            <p:nvPr/>
          </p:nvSpPr>
          <p:spPr>
            <a:xfrm rot="1520042">
              <a:off x="8076449" y="166765"/>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 name="Google Shape;1383;p65"/>
            <p:cNvSpPr/>
            <p:nvPr/>
          </p:nvSpPr>
          <p:spPr>
            <a:xfrm rot="1520042">
              <a:off x="7998035" y="142242"/>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4" name="Google Shape;1384;p65"/>
          <p:cNvSpPr txBox="1"/>
          <p:nvPr>
            <p:ph idx="1" type="subTitle"/>
          </p:nvPr>
        </p:nvSpPr>
        <p:spPr>
          <a:xfrm>
            <a:off x="1391650" y="2531625"/>
            <a:ext cx="2695800" cy="471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2000"/>
              <a:buFont typeface="Bebas Neue"/>
              <a:buNone/>
              <a:defRPr b="1" sz="2000">
                <a:solidFill>
                  <a:schemeClr val="dk1"/>
                </a:solidFill>
                <a:latin typeface="Poppins"/>
                <a:ea typeface="Poppins"/>
                <a:cs typeface="Poppins"/>
                <a:sym typeface="Poppins"/>
              </a:defRPr>
            </a:lvl1pPr>
            <a:lvl2pPr lvl="1" algn="ctr">
              <a:lnSpc>
                <a:spcPct val="100000"/>
              </a:lnSpc>
              <a:spcBef>
                <a:spcPts val="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2pPr>
            <a:lvl3pPr lvl="2"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3pPr>
            <a:lvl4pPr lvl="3"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4pPr>
            <a:lvl5pPr lvl="4"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5pPr>
            <a:lvl6pPr lvl="5"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6pPr>
            <a:lvl7pPr lvl="6"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7pPr>
            <a:lvl8pPr lvl="7"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8pPr>
            <a:lvl9pPr lvl="8" algn="ctr">
              <a:lnSpc>
                <a:spcPct val="100000"/>
              </a:lnSpc>
              <a:spcBef>
                <a:spcPts val="1600"/>
              </a:spcBef>
              <a:spcAft>
                <a:spcPts val="1600"/>
              </a:spcAft>
              <a:buClr>
                <a:schemeClr val="dk1"/>
              </a:buClr>
              <a:buSzPts val="2000"/>
              <a:buFont typeface="Bebas Neue"/>
              <a:buNone/>
              <a:defRPr sz="2000">
                <a:solidFill>
                  <a:schemeClr val="dk1"/>
                </a:solidFill>
                <a:latin typeface="Bebas Neue"/>
                <a:ea typeface="Bebas Neue"/>
                <a:cs typeface="Bebas Neue"/>
                <a:sym typeface="Bebas Neue"/>
              </a:defRPr>
            </a:lvl9pPr>
          </a:lstStyle>
          <a:p/>
        </p:txBody>
      </p:sp>
      <p:sp>
        <p:nvSpPr>
          <p:cNvPr id="1385" name="Google Shape;1385;p65"/>
          <p:cNvSpPr txBox="1"/>
          <p:nvPr>
            <p:ph idx="2" type="subTitle"/>
          </p:nvPr>
        </p:nvSpPr>
        <p:spPr>
          <a:xfrm>
            <a:off x="5056587" y="2531625"/>
            <a:ext cx="2695800" cy="471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2000"/>
              <a:buFont typeface="Bebas Neue"/>
              <a:buNone/>
              <a:defRPr b="1" sz="2000">
                <a:solidFill>
                  <a:schemeClr val="dk1"/>
                </a:solidFill>
                <a:latin typeface="Poppins"/>
                <a:ea typeface="Poppins"/>
                <a:cs typeface="Poppins"/>
                <a:sym typeface="Poppins"/>
              </a:defRPr>
            </a:lvl1pPr>
            <a:lvl2pPr lvl="1" algn="ctr">
              <a:lnSpc>
                <a:spcPct val="100000"/>
              </a:lnSpc>
              <a:spcBef>
                <a:spcPts val="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2pPr>
            <a:lvl3pPr lvl="2"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3pPr>
            <a:lvl4pPr lvl="3"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4pPr>
            <a:lvl5pPr lvl="4"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5pPr>
            <a:lvl6pPr lvl="5"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6pPr>
            <a:lvl7pPr lvl="6"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7pPr>
            <a:lvl8pPr lvl="7"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8pPr>
            <a:lvl9pPr lvl="8" algn="ctr">
              <a:lnSpc>
                <a:spcPct val="100000"/>
              </a:lnSpc>
              <a:spcBef>
                <a:spcPts val="1600"/>
              </a:spcBef>
              <a:spcAft>
                <a:spcPts val="1600"/>
              </a:spcAft>
              <a:buClr>
                <a:schemeClr val="dk1"/>
              </a:buClr>
              <a:buSzPts val="2000"/>
              <a:buFont typeface="Bebas Neue"/>
              <a:buNone/>
              <a:defRPr sz="2000">
                <a:solidFill>
                  <a:schemeClr val="dk1"/>
                </a:solidFill>
                <a:latin typeface="Bebas Neue"/>
                <a:ea typeface="Bebas Neue"/>
                <a:cs typeface="Bebas Neue"/>
                <a:sym typeface="Bebas Neue"/>
              </a:defRPr>
            </a:lvl9pPr>
          </a:lstStyle>
          <a:p/>
        </p:txBody>
      </p:sp>
      <p:sp>
        <p:nvSpPr>
          <p:cNvPr id="1386" name="Google Shape;1386;p65"/>
          <p:cNvSpPr txBox="1"/>
          <p:nvPr>
            <p:ph idx="3" type="subTitle"/>
          </p:nvPr>
        </p:nvSpPr>
        <p:spPr>
          <a:xfrm>
            <a:off x="1391650" y="2993250"/>
            <a:ext cx="2695800" cy="1168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387" name="Google Shape;1387;p65"/>
          <p:cNvSpPr txBox="1"/>
          <p:nvPr>
            <p:ph idx="4" type="subTitle"/>
          </p:nvPr>
        </p:nvSpPr>
        <p:spPr>
          <a:xfrm>
            <a:off x="5056587" y="2993250"/>
            <a:ext cx="2695800" cy="1168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388" name="Google Shape;1388;p65"/>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389" name="Shape 1389"/>
        <p:cNvGrpSpPr/>
        <p:nvPr/>
      </p:nvGrpSpPr>
      <p:grpSpPr>
        <a:xfrm>
          <a:off x="0" y="0"/>
          <a:ext cx="0" cy="0"/>
          <a:chOff x="0" y="0"/>
          <a:chExt cx="0" cy="0"/>
        </a:xfrm>
      </p:grpSpPr>
      <p:sp>
        <p:nvSpPr>
          <p:cNvPr id="1390" name="Google Shape;1390;p66"/>
          <p:cNvSpPr/>
          <p:nvPr/>
        </p:nvSpPr>
        <p:spPr>
          <a:xfrm rot="1563590">
            <a:off x="386281" y="4444938"/>
            <a:ext cx="1070209" cy="98667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 name="Google Shape;1391;p66"/>
          <p:cNvSpPr/>
          <p:nvPr/>
        </p:nvSpPr>
        <p:spPr>
          <a:xfrm>
            <a:off x="8084150" y="-341025"/>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 name="Google Shape;1392;p66"/>
          <p:cNvSpPr/>
          <p:nvPr/>
        </p:nvSpPr>
        <p:spPr>
          <a:xfrm>
            <a:off x="7874302" y="164899"/>
            <a:ext cx="436021" cy="46194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 name="Google Shape;1393;p66"/>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grpSp>
        <p:nvGrpSpPr>
          <p:cNvPr id="1394" name="Google Shape;1394;p66"/>
          <p:cNvGrpSpPr/>
          <p:nvPr/>
        </p:nvGrpSpPr>
        <p:grpSpPr>
          <a:xfrm>
            <a:off x="223925" y="54697"/>
            <a:ext cx="572406" cy="682360"/>
            <a:chOff x="223925" y="54697"/>
            <a:chExt cx="572406" cy="682360"/>
          </a:xfrm>
        </p:grpSpPr>
        <p:sp>
          <p:nvSpPr>
            <p:cNvPr id="1395" name="Google Shape;1395;p66"/>
            <p:cNvSpPr/>
            <p:nvPr/>
          </p:nvSpPr>
          <p:spPr>
            <a:xfrm>
              <a:off x="370100" y="54604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 name="Google Shape;1396;p66"/>
            <p:cNvSpPr/>
            <p:nvPr/>
          </p:nvSpPr>
          <p:spPr>
            <a:xfrm>
              <a:off x="547177" y="43460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 name="Google Shape;1397;p66"/>
            <p:cNvSpPr/>
            <p:nvPr/>
          </p:nvSpPr>
          <p:spPr>
            <a:xfrm>
              <a:off x="403035" y="23899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 name="Google Shape;1398;p66"/>
            <p:cNvSpPr/>
            <p:nvPr/>
          </p:nvSpPr>
          <p:spPr>
            <a:xfrm>
              <a:off x="223925" y="35636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 name="Google Shape;1399;p66"/>
            <p:cNvSpPr/>
            <p:nvPr/>
          </p:nvSpPr>
          <p:spPr>
            <a:xfrm>
              <a:off x="629515" y="5469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00" name="Google Shape;1400;p66"/>
          <p:cNvSpPr/>
          <p:nvPr/>
        </p:nvSpPr>
        <p:spPr>
          <a:xfrm rot="-584325">
            <a:off x="8540933" y="4826732"/>
            <a:ext cx="376727" cy="382670"/>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 name="Google Shape;1401;p66"/>
          <p:cNvSpPr/>
          <p:nvPr/>
        </p:nvSpPr>
        <p:spPr>
          <a:xfrm rot="-584325">
            <a:off x="8190241" y="4525643"/>
            <a:ext cx="1035566" cy="687609"/>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02" name="Google Shape;1402;p66"/>
          <p:cNvGrpSpPr/>
          <p:nvPr/>
        </p:nvGrpSpPr>
        <p:grpSpPr>
          <a:xfrm>
            <a:off x="-82549" y="4170315"/>
            <a:ext cx="878866" cy="1093441"/>
            <a:chOff x="-82549" y="4170315"/>
            <a:chExt cx="878866" cy="1093441"/>
          </a:xfrm>
        </p:grpSpPr>
        <p:sp>
          <p:nvSpPr>
            <p:cNvPr id="1403" name="Google Shape;1403;p66"/>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 name="Google Shape;1404;p66"/>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 name="Google Shape;1405;p66"/>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2"/>
        </a:solidFill>
      </p:bgPr>
    </p:bg>
    <p:spTree>
      <p:nvGrpSpPr>
        <p:cNvPr id="1406" name="Shape 1406"/>
        <p:cNvGrpSpPr/>
        <p:nvPr/>
      </p:nvGrpSpPr>
      <p:grpSpPr>
        <a:xfrm>
          <a:off x="0" y="0"/>
          <a:ext cx="0" cy="0"/>
          <a:chOff x="0" y="0"/>
          <a:chExt cx="0" cy="0"/>
        </a:xfrm>
      </p:grpSpPr>
      <p:sp>
        <p:nvSpPr>
          <p:cNvPr id="1407" name="Google Shape;1407;p67"/>
          <p:cNvSpPr/>
          <p:nvPr/>
        </p:nvSpPr>
        <p:spPr>
          <a:xfrm>
            <a:off x="8034850" y="3466375"/>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 name="Google Shape;1408;p67"/>
          <p:cNvSpPr/>
          <p:nvPr/>
        </p:nvSpPr>
        <p:spPr>
          <a:xfrm rot="613861">
            <a:off x="10574" y="3889329"/>
            <a:ext cx="373548" cy="1285457"/>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09" name="Google Shape;1409;p67"/>
          <p:cNvGrpSpPr/>
          <p:nvPr/>
        </p:nvGrpSpPr>
        <p:grpSpPr>
          <a:xfrm rot="44495">
            <a:off x="186875" y="4168680"/>
            <a:ext cx="720891" cy="799793"/>
            <a:chOff x="134059" y="4302869"/>
            <a:chExt cx="572406" cy="682360"/>
          </a:xfrm>
        </p:grpSpPr>
        <p:sp>
          <p:nvSpPr>
            <p:cNvPr id="1410" name="Google Shape;1410;p67"/>
            <p:cNvSpPr/>
            <p:nvPr/>
          </p:nvSpPr>
          <p:spPr>
            <a:xfrm>
              <a:off x="280234" y="4794219"/>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 name="Google Shape;1411;p67"/>
            <p:cNvSpPr/>
            <p:nvPr/>
          </p:nvSpPr>
          <p:spPr>
            <a:xfrm>
              <a:off x="457311" y="4682775"/>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 name="Google Shape;1412;p67"/>
            <p:cNvSpPr/>
            <p:nvPr/>
          </p:nvSpPr>
          <p:spPr>
            <a:xfrm>
              <a:off x="313169" y="4487163"/>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 name="Google Shape;1413;p67"/>
            <p:cNvSpPr/>
            <p:nvPr/>
          </p:nvSpPr>
          <p:spPr>
            <a:xfrm>
              <a:off x="134059" y="4604537"/>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 name="Google Shape;1414;p67"/>
            <p:cNvSpPr/>
            <p:nvPr/>
          </p:nvSpPr>
          <p:spPr>
            <a:xfrm>
              <a:off x="539649" y="4302869"/>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15" name="Google Shape;1415;p67"/>
          <p:cNvSpPr/>
          <p:nvPr/>
        </p:nvSpPr>
        <p:spPr>
          <a:xfrm rot="-3837907">
            <a:off x="4113218" y="3691598"/>
            <a:ext cx="917562" cy="1934009"/>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 name="Google Shape;1416;p67"/>
          <p:cNvSpPr/>
          <p:nvPr/>
        </p:nvSpPr>
        <p:spPr>
          <a:xfrm rot="3185757">
            <a:off x="6968389" y="-258061"/>
            <a:ext cx="1444252" cy="1331373"/>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17" name="Google Shape;1417;p67"/>
          <p:cNvGrpSpPr/>
          <p:nvPr/>
        </p:nvGrpSpPr>
        <p:grpSpPr>
          <a:xfrm>
            <a:off x="4295963" y="4660625"/>
            <a:ext cx="252200" cy="279550"/>
            <a:chOff x="4295963" y="4660625"/>
            <a:chExt cx="252200" cy="279550"/>
          </a:xfrm>
        </p:grpSpPr>
        <p:sp>
          <p:nvSpPr>
            <p:cNvPr id="1418" name="Google Shape;1418;p67"/>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 name="Google Shape;1419;p67"/>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 name="Google Shape;1420;p67"/>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 name="Google Shape;1421;p67"/>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2" name="Google Shape;1422;p67"/>
          <p:cNvGrpSpPr/>
          <p:nvPr/>
        </p:nvGrpSpPr>
        <p:grpSpPr>
          <a:xfrm>
            <a:off x="7754006" y="3962370"/>
            <a:ext cx="1292332" cy="1145009"/>
            <a:chOff x="7754006" y="3962370"/>
            <a:chExt cx="1292332" cy="1145009"/>
          </a:xfrm>
        </p:grpSpPr>
        <p:sp>
          <p:nvSpPr>
            <p:cNvPr id="1423" name="Google Shape;1423;p67"/>
            <p:cNvSpPr/>
            <p:nvPr/>
          </p:nvSpPr>
          <p:spPr>
            <a:xfrm flipH="1" rot="-775894">
              <a:off x="8734523" y="3972166"/>
              <a:ext cx="201682" cy="1007200"/>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 name="Google Shape;1424;p67"/>
            <p:cNvSpPr/>
            <p:nvPr/>
          </p:nvSpPr>
          <p:spPr>
            <a:xfrm flipH="1" rot="-775894">
              <a:off x="8422324" y="3978408"/>
              <a:ext cx="240532" cy="10397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 name="Google Shape;1425;p67"/>
            <p:cNvSpPr/>
            <p:nvPr/>
          </p:nvSpPr>
          <p:spPr>
            <a:xfrm flipH="1" rot="-775894">
              <a:off x="8135946" y="4039031"/>
              <a:ext cx="210046" cy="1036616"/>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 name="Google Shape;1426;p67"/>
            <p:cNvSpPr/>
            <p:nvPr/>
          </p:nvSpPr>
          <p:spPr>
            <a:xfrm flipH="1" rot="-775894">
              <a:off x="7864378" y="4083345"/>
              <a:ext cx="223699" cy="1011832"/>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27" name="Google Shape;1427;p67"/>
          <p:cNvSpPr/>
          <p:nvPr/>
        </p:nvSpPr>
        <p:spPr>
          <a:xfrm>
            <a:off x="-149501" y="-84327"/>
            <a:ext cx="1908383" cy="1113173"/>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28" name="Google Shape;1428;p67"/>
          <p:cNvGrpSpPr/>
          <p:nvPr/>
        </p:nvGrpSpPr>
        <p:grpSpPr>
          <a:xfrm>
            <a:off x="304333" y="142909"/>
            <a:ext cx="751383" cy="993700"/>
            <a:chOff x="304333" y="142909"/>
            <a:chExt cx="751383" cy="993700"/>
          </a:xfrm>
        </p:grpSpPr>
        <p:sp>
          <p:nvSpPr>
            <p:cNvPr id="1429" name="Google Shape;1429;p67"/>
            <p:cNvSpPr/>
            <p:nvPr/>
          </p:nvSpPr>
          <p:spPr>
            <a:xfrm>
              <a:off x="304333" y="165476"/>
              <a:ext cx="224671" cy="971133"/>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 name="Google Shape;1430;p67"/>
            <p:cNvSpPr/>
            <p:nvPr/>
          </p:nvSpPr>
          <p:spPr>
            <a:xfrm>
              <a:off x="605477" y="157631"/>
              <a:ext cx="196196" cy="96819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 name="Google Shape;1431;p67"/>
            <p:cNvSpPr/>
            <p:nvPr/>
          </p:nvSpPr>
          <p:spPr>
            <a:xfrm>
              <a:off x="846767" y="142909"/>
              <a:ext cx="208949" cy="945047"/>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32" name="Google Shape;1432;p67"/>
          <p:cNvSpPr/>
          <p:nvPr/>
        </p:nvSpPr>
        <p:spPr>
          <a:xfrm>
            <a:off x="3150863" y="-42857"/>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 name="Google Shape;1433;p67"/>
          <p:cNvSpPr txBox="1"/>
          <p:nvPr>
            <p:ph type="title"/>
          </p:nvPr>
        </p:nvSpPr>
        <p:spPr>
          <a:xfrm>
            <a:off x="1395775" y="1384800"/>
            <a:ext cx="4702500" cy="23739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6000"/>
              <a:buNone/>
              <a:defRPr sz="6500">
                <a:solidFill>
                  <a:schemeClr val="lt1"/>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1434" name="Google Shape;1434;p67"/>
          <p:cNvSpPr/>
          <p:nvPr/>
        </p:nvSpPr>
        <p:spPr>
          <a:xfrm>
            <a:off x="8724400" y="17236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 name="Google Shape;1435;p67"/>
          <p:cNvSpPr/>
          <p:nvPr/>
        </p:nvSpPr>
        <p:spPr>
          <a:xfrm rot="399578">
            <a:off x="5123098" y="273302"/>
            <a:ext cx="295314" cy="528466"/>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 name="Google Shape;1436;p67"/>
          <p:cNvSpPr/>
          <p:nvPr/>
        </p:nvSpPr>
        <p:spPr>
          <a:xfrm rot="399578">
            <a:off x="402348" y="1958452"/>
            <a:ext cx="295314" cy="528466"/>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437" name="Shape 1437"/>
        <p:cNvGrpSpPr/>
        <p:nvPr/>
      </p:nvGrpSpPr>
      <p:grpSpPr>
        <a:xfrm>
          <a:off x="0" y="0"/>
          <a:ext cx="0" cy="0"/>
          <a:chOff x="0" y="0"/>
          <a:chExt cx="0" cy="0"/>
        </a:xfrm>
      </p:grpSpPr>
      <p:sp>
        <p:nvSpPr>
          <p:cNvPr id="1438" name="Google Shape;1438;p68"/>
          <p:cNvSpPr/>
          <p:nvPr/>
        </p:nvSpPr>
        <p:spPr>
          <a:xfrm rot="9482715">
            <a:off x="-781312" y="2986"/>
            <a:ext cx="1866368" cy="1551451"/>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39" name="Google Shape;1439;p68"/>
          <p:cNvGrpSpPr/>
          <p:nvPr/>
        </p:nvGrpSpPr>
        <p:grpSpPr>
          <a:xfrm>
            <a:off x="157588" y="-289649"/>
            <a:ext cx="1219991" cy="1237898"/>
            <a:chOff x="157588" y="-289649"/>
            <a:chExt cx="1219991" cy="1237898"/>
          </a:xfrm>
        </p:grpSpPr>
        <p:sp>
          <p:nvSpPr>
            <p:cNvPr id="1440" name="Google Shape;1440;p68"/>
            <p:cNvSpPr/>
            <p:nvPr/>
          </p:nvSpPr>
          <p:spPr>
            <a:xfrm>
              <a:off x="157588" y="-194325"/>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 name="Google Shape;1441;p68"/>
            <p:cNvSpPr/>
            <p:nvPr/>
          </p:nvSpPr>
          <p:spPr>
            <a:xfrm>
              <a:off x="464966" y="-262240"/>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 name="Google Shape;1442;p68"/>
            <p:cNvSpPr/>
            <p:nvPr/>
          </p:nvSpPr>
          <p:spPr>
            <a:xfrm>
              <a:off x="830730" y="-271769"/>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 name="Google Shape;1443;p68"/>
            <p:cNvSpPr/>
            <p:nvPr/>
          </p:nvSpPr>
          <p:spPr>
            <a:xfrm>
              <a:off x="1123796" y="-289649"/>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44" name="Google Shape;1444;p68"/>
          <p:cNvSpPr/>
          <p:nvPr/>
        </p:nvSpPr>
        <p:spPr>
          <a:xfrm rot="410715">
            <a:off x="576286" y="4339232"/>
            <a:ext cx="219842" cy="393425"/>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 name="Google Shape;1445;p68"/>
          <p:cNvSpPr/>
          <p:nvPr/>
        </p:nvSpPr>
        <p:spPr>
          <a:xfrm rot="448387">
            <a:off x="8359752" y="54549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68"/>
          <p:cNvSpPr txBox="1"/>
          <p:nvPr>
            <p:ph type="title"/>
          </p:nvPr>
        </p:nvSpPr>
        <p:spPr>
          <a:xfrm>
            <a:off x="776100" y="1253175"/>
            <a:ext cx="3795900" cy="8418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600"/>
              <a:buNone/>
              <a:defRPr sz="42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1447" name="Google Shape;1447;p68"/>
          <p:cNvSpPr txBox="1"/>
          <p:nvPr>
            <p:ph idx="1" type="subTitle"/>
          </p:nvPr>
        </p:nvSpPr>
        <p:spPr>
          <a:xfrm>
            <a:off x="776100" y="2145000"/>
            <a:ext cx="3831000" cy="17649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448" name="Google Shape;1448;p68"/>
          <p:cNvSpPr/>
          <p:nvPr/>
        </p:nvSpPr>
        <p:spPr>
          <a:xfrm>
            <a:off x="8029176" y="3981964"/>
            <a:ext cx="1348731" cy="1243365"/>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2"/>
        </a:solidFill>
      </p:bgPr>
    </p:bg>
    <p:spTree>
      <p:nvGrpSpPr>
        <p:cNvPr id="1449" name="Shape 1449"/>
        <p:cNvGrpSpPr/>
        <p:nvPr/>
      </p:nvGrpSpPr>
      <p:grpSpPr>
        <a:xfrm>
          <a:off x="0" y="0"/>
          <a:ext cx="0" cy="0"/>
          <a:chOff x="0" y="0"/>
          <a:chExt cx="0" cy="0"/>
        </a:xfrm>
      </p:grpSpPr>
      <p:sp>
        <p:nvSpPr>
          <p:cNvPr id="1450" name="Google Shape;1450;p69"/>
          <p:cNvSpPr/>
          <p:nvPr/>
        </p:nvSpPr>
        <p:spPr>
          <a:xfrm flipH="1" rot="1086392">
            <a:off x="-320109" y="4231721"/>
            <a:ext cx="1951186" cy="1138140"/>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51" name="Google Shape;1451;p69"/>
          <p:cNvGrpSpPr/>
          <p:nvPr/>
        </p:nvGrpSpPr>
        <p:grpSpPr>
          <a:xfrm>
            <a:off x="913491" y="4201150"/>
            <a:ext cx="1383661" cy="1443739"/>
            <a:chOff x="8085816" y="1478000"/>
            <a:chExt cx="1383661" cy="1443739"/>
          </a:xfrm>
        </p:grpSpPr>
        <p:sp>
          <p:nvSpPr>
            <p:cNvPr id="1452" name="Google Shape;1452;p69"/>
            <p:cNvSpPr/>
            <p:nvPr/>
          </p:nvSpPr>
          <p:spPr>
            <a:xfrm rot="-964112">
              <a:off x="8231068" y="1832740"/>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 name="Google Shape;1453;p69"/>
            <p:cNvSpPr/>
            <p:nvPr/>
          </p:nvSpPr>
          <p:spPr>
            <a:xfrm rot="-964112">
              <a:off x="8496552" y="1684181"/>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 name="Google Shape;1454;p69"/>
            <p:cNvSpPr/>
            <p:nvPr/>
          </p:nvSpPr>
          <p:spPr>
            <a:xfrm rot="-964112">
              <a:off x="8826503" y="1584428"/>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 name="Google Shape;1455;p69"/>
            <p:cNvSpPr/>
            <p:nvPr/>
          </p:nvSpPr>
          <p:spPr>
            <a:xfrm rot="-964112">
              <a:off x="9084092" y="1490007"/>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56" name="Google Shape;1456;p69"/>
          <p:cNvSpPr/>
          <p:nvPr/>
        </p:nvSpPr>
        <p:spPr>
          <a:xfrm>
            <a:off x="3793400" y="381450"/>
            <a:ext cx="416652" cy="35037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69"/>
          <p:cNvSpPr/>
          <p:nvPr/>
        </p:nvSpPr>
        <p:spPr>
          <a:xfrm rot="292123">
            <a:off x="287708" y="381448"/>
            <a:ext cx="307707" cy="803619"/>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58" name="Google Shape;1458;p69"/>
          <p:cNvGrpSpPr/>
          <p:nvPr/>
        </p:nvGrpSpPr>
        <p:grpSpPr>
          <a:xfrm>
            <a:off x="8416804" y="-121990"/>
            <a:ext cx="518742" cy="618388"/>
            <a:chOff x="2636175" y="248775"/>
            <a:chExt cx="422325" cy="503450"/>
          </a:xfrm>
        </p:grpSpPr>
        <p:sp>
          <p:nvSpPr>
            <p:cNvPr id="1459" name="Google Shape;1459;p69"/>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 name="Google Shape;1460;p69"/>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 name="Google Shape;1461;p69"/>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 name="Google Shape;1462;p69"/>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 name="Google Shape;1463;p69"/>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64" name="Google Shape;1464;p69"/>
          <p:cNvSpPr/>
          <p:nvPr/>
        </p:nvSpPr>
        <p:spPr>
          <a:xfrm rot="-1251821">
            <a:off x="8366893" y="4048242"/>
            <a:ext cx="408398" cy="442029"/>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 name="Google Shape;1465;p69"/>
          <p:cNvSpPr txBox="1"/>
          <p:nvPr>
            <p:ph type="title"/>
          </p:nvPr>
        </p:nvSpPr>
        <p:spPr>
          <a:xfrm>
            <a:off x="4629200" y="539850"/>
            <a:ext cx="3787500" cy="10983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2500"/>
              <a:buNone/>
              <a:defRPr/>
            </a:lvl1pPr>
            <a:lvl2pPr lvl="1" algn="ctr">
              <a:lnSpc>
                <a:spcPct val="100000"/>
              </a:lnSpc>
              <a:spcBef>
                <a:spcPts val="0"/>
              </a:spcBef>
              <a:spcAft>
                <a:spcPts val="0"/>
              </a:spcAft>
              <a:buSzPts val="2500"/>
              <a:buNone/>
              <a:defRPr/>
            </a:lvl2pPr>
            <a:lvl3pPr lvl="2" algn="ctr">
              <a:lnSpc>
                <a:spcPct val="100000"/>
              </a:lnSpc>
              <a:spcBef>
                <a:spcPts val="0"/>
              </a:spcBef>
              <a:spcAft>
                <a:spcPts val="0"/>
              </a:spcAft>
              <a:buSzPts val="2500"/>
              <a:buNone/>
              <a:defRPr/>
            </a:lvl3pPr>
            <a:lvl4pPr lvl="3" algn="ctr">
              <a:lnSpc>
                <a:spcPct val="100000"/>
              </a:lnSpc>
              <a:spcBef>
                <a:spcPts val="0"/>
              </a:spcBef>
              <a:spcAft>
                <a:spcPts val="0"/>
              </a:spcAft>
              <a:buSzPts val="2500"/>
              <a:buNone/>
              <a:defRPr/>
            </a:lvl4pPr>
            <a:lvl5pPr lvl="4" algn="ctr">
              <a:lnSpc>
                <a:spcPct val="100000"/>
              </a:lnSpc>
              <a:spcBef>
                <a:spcPts val="0"/>
              </a:spcBef>
              <a:spcAft>
                <a:spcPts val="0"/>
              </a:spcAft>
              <a:buSzPts val="2500"/>
              <a:buNone/>
              <a:defRPr/>
            </a:lvl5pPr>
            <a:lvl6pPr lvl="5" algn="ctr">
              <a:lnSpc>
                <a:spcPct val="100000"/>
              </a:lnSpc>
              <a:spcBef>
                <a:spcPts val="0"/>
              </a:spcBef>
              <a:spcAft>
                <a:spcPts val="0"/>
              </a:spcAft>
              <a:buSzPts val="2500"/>
              <a:buNone/>
              <a:defRPr/>
            </a:lvl6pPr>
            <a:lvl7pPr lvl="6" algn="ctr">
              <a:lnSpc>
                <a:spcPct val="100000"/>
              </a:lnSpc>
              <a:spcBef>
                <a:spcPts val="0"/>
              </a:spcBef>
              <a:spcAft>
                <a:spcPts val="0"/>
              </a:spcAft>
              <a:buSzPts val="2500"/>
              <a:buNone/>
              <a:defRPr/>
            </a:lvl7pPr>
            <a:lvl8pPr lvl="7" algn="ctr">
              <a:lnSpc>
                <a:spcPct val="100000"/>
              </a:lnSpc>
              <a:spcBef>
                <a:spcPts val="0"/>
              </a:spcBef>
              <a:spcAft>
                <a:spcPts val="0"/>
              </a:spcAft>
              <a:buSzPts val="2500"/>
              <a:buNone/>
              <a:defRPr/>
            </a:lvl8pPr>
            <a:lvl9pPr lvl="8" algn="ctr">
              <a:lnSpc>
                <a:spcPct val="100000"/>
              </a:lnSpc>
              <a:spcBef>
                <a:spcPts val="0"/>
              </a:spcBef>
              <a:spcAft>
                <a:spcPts val="0"/>
              </a:spcAft>
              <a:buSzPts val="2500"/>
              <a:buNone/>
              <a:defRPr/>
            </a:lvl9pPr>
          </a:lstStyle>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2"/>
        </a:solidFill>
      </p:bgPr>
    </p:bg>
    <p:spTree>
      <p:nvGrpSpPr>
        <p:cNvPr id="1466" name="Shape 1466"/>
        <p:cNvGrpSpPr/>
        <p:nvPr/>
      </p:nvGrpSpPr>
      <p:grpSpPr>
        <a:xfrm>
          <a:off x="0" y="0"/>
          <a:ext cx="0" cy="0"/>
          <a:chOff x="0" y="0"/>
          <a:chExt cx="0" cy="0"/>
        </a:xfrm>
      </p:grpSpPr>
      <p:sp>
        <p:nvSpPr>
          <p:cNvPr id="1467" name="Google Shape;1467;p70"/>
          <p:cNvSpPr/>
          <p:nvPr/>
        </p:nvSpPr>
        <p:spPr>
          <a:xfrm rot="-3883519">
            <a:off x="-167737" y="3097263"/>
            <a:ext cx="1216485" cy="112147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68" name="Google Shape;1468;p70"/>
          <p:cNvGrpSpPr/>
          <p:nvPr/>
        </p:nvGrpSpPr>
        <p:grpSpPr>
          <a:xfrm>
            <a:off x="488377" y="2897975"/>
            <a:ext cx="315649" cy="349878"/>
            <a:chOff x="488377" y="2897975"/>
            <a:chExt cx="315649" cy="349878"/>
          </a:xfrm>
        </p:grpSpPr>
        <p:sp>
          <p:nvSpPr>
            <p:cNvPr id="1469" name="Google Shape;1469;p70"/>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 name="Google Shape;1470;p70"/>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 name="Google Shape;1471;p70"/>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 name="Google Shape;1472;p70"/>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73" name="Google Shape;1473;p70"/>
          <p:cNvSpPr/>
          <p:nvPr/>
        </p:nvSpPr>
        <p:spPr>
          <a:xfrm rot="7898116">
            <a:off x="7852656" y="3575389"/>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 name="Google Shape;1474;p70"/>
          <p:cNvSpPr/>
          <p:nvPr/>
        </p:nvSpPr>
        <p:spPr>
          <a:xfrm rot="504363">
            <a:off x="6922883" y="-29224"/>
            <a:ext cx="1951202" cy="1138150"/>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 name="Google Shape;1475;p70"/>
          <p:cNvSpPr/>
          <p:nvPr/>
        </p:nvSpPr>
        <p:spPr>
          <a:xfrm>
            <a:off x="8469650" y="5673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76" name="Google Shape;1476;p70"/>
          <p:cNvGrpSpPr/>
          <p:nvPr/>
        </p:nvGrpSpPr>
        <p:grpSpPr>
          <a:xfrm>
            <a:off x="31" y="28682"/>
            <a:ext cx="1292332" cy="1145010"/>
            <a:chOff x="31" y="28682"/>
            <a:chExt cx="1292332" cy="1145010"/>
          </a:xfrm>
        </p:grpSpPr>
        <p:sp>
          <p:nvSpPr>
            <p:cNvPr id="1477" name="Google Shape;1477;p70"/>
            <p:cNvSpPr/>
            <p:nvPr/>
          </p:nvSpPr>
          <p:spPr>
            <a:xfrm flipH="1" rot="-775894">
              <a:off x="980548" y="38478"/>
              <a:ext cx="201682" cy="1007200"/>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70"/>
            <p:cNvSpPr/>
            <p:nvPr/>
          </p:nvSpPr>
          <p:spPr>
            <a:xfrm flipH="1" rot="-775894">
              <a:off x="668349" y="44720"/>
              <a:ext cx="240532" cy="10397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 name="Google Shape;1479;p70"/>
            <p:cNvSpPr/>
            <p:nvPr/>
          </p:nvSpPr>
          <p:spPr>
            <a:xfrm flipH="1" rot="-775894">
              <a:off x="381971" y="105344"/>
              <a:ext cx="210046" cy="1036616"/>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 name="Google Shape;1480;p70"/>
            <p:cNvSpPr/>
            <p:nvPr/>
          </p:nvSpPr>
          <p:spPr>
            <a:xfrm flipH="1" rot="-775894">
              <a:off x="110403" y="149658"/>
              <a:ext cx="223699" cy="1011832"/>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81" name="Google Shape;1481;p70"/>
          <p:cNvSpPr/>
          <p:nvPr/>
        </p:nvSpPr>
        <p:spPr>
          <a:xfrm rot="4784323">
            <a:off x="2191680" y="4345457"/>
            <a:ext cx="373583" cy="1285579"/>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 name="Google Shape;1482;p70"/>
          <p:cNvSpPr/>
          <p:nvPr/>
        </p:nvSpPr>
        <p:spPr>
          <a:xfrm rot="3814763">
            <a:off x="1979073" y="4265453"/>
            <a:ext cx="310730" cy="105110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70"/>
          <p:cNvSpPr txBox="1"/>
          <p:nvPr>
            <p:ph hasCustomPrompt="1" type="title"/>
          </p:nvPr>
        </p:nvSpPr>
        <p:spPr>
          <a:xfrm>
            <a:off x="1594650" y="1568100"/>
            <a:ext cx="5954700" cy="1511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9600"/>
              <a:buNone/>
              <a:defRPr sz="9500">
                <a:solidFill>
                  <a:schemeClr val="lt1"/>
                </a:solidFill>
              </a:defRPr>
            </a:lvl1pPr>
            <a:lvl2pPr lvl="1" algn="ctr">
              <a:lnSpc>
                <a:spcPct val="100000"/>
              </a:lnSpc>
              <a:spcBef>
                <a:spcPts val="0"/>
              </a:spcBef>
              <a:spcAft>
                <a:spcPts val="0"/>
              </a:spcAft>
              <a:buSzPts val="9600"/>
              <a:buNone/>
              <a:defRPr sz="9600"/>
            </a:lvl2pPr>
            <a:lvl3pPr lvl="2" algn="ctr">
              <a:lnSpc>
                <a:spcPct val="100000"/>
              </a:lnSpc>
              <a:spcBef>
                <a:spcPts val="0"/>
              </a:spcBef>
              <a:spcAft>
                <a:spcPts val="0"/>
              </a:spcAft>
              <a:buSzPts val="9600"/>
              <a:buNone/>
              <a:defRPr sz="9600"/>
            </a:lvl3pPr>
            <a:lvl4pPr lvl="3" algn="ctr">
              <a:lnSpc>
                <a:spcPct val="100000"/>
              </a:lnSpc>
              <a:spcBef>
                <a:spcPts val="0"/>
              </a:spcBef>
              <a:spcAft>
                <a:spcPts val="0"/>
              </a:spcAft>
              <a:buSzPts val="9600"/>
              <a:buNone/>
              <a:defRPr sz="9600"/>
            </a:lvl4pPr>
            <a:lvl5pPr lvl="4" algn="ctr">
              <a:lnSpc>
                <a:spcPct val="100000"/>
              </a:lnSpc>
              <a:spcBef>
                <a:spcPts val="0"/>
              </a:spcBef>
              <a:spcAft>
                <a:spcPts val="0"/>
              </a:spcAft>
              <a:buSzPts val="9600"/>
              <a:buNone/>
              <a:defRPr sz="9600"/>
            </a:lvl5pPr>
            <a:lvl6pPr lvl="5" algn="ctr">
              <a:lnSpc>
                <a:spcPct val="100000"/>
              </a:lnSpc>
              <a:spcBef>
                <a:spcPts val="0"/>
              </a:spcBef>
              <a:spcAft>
                <a:spcPts val="0"/>
              </a:spcAft>
              <a:buSzPts val="9600"/>
              <a:buNone/>
              <a:defRPr sz="9600"/>
            </a:lvl6pPr>
            <a:lvl7pPr lvl="6" algn="ctr">
              <a:lnSpc>
                <a:spcPct val="100000"/>
              </a:lnSpc>
              <a:spcBef>
                <a:spcPts val="0"/>
              </a:spcBef>
              <a:spcAft>
                <a:spcPts val="0"/>
              </a:spcAft>
              <a:buSzPts val="9600"/>
              <a:buNone/>
              <a:defRPr sz="9600"/>
            </a:lvl7pPr>
            <a:lvl8pPr lvl="7" algn="ctr">
              <a:lnSpc>
                <a:spcPct val="100000"/>
              </a:lnSpc>
              <a:spcBef>
                <a:spcPts val="0"/>
              </a:spcBef>
              <a:spcAft>
                <a:spcPts val="0"/>
              </a:spcAft>
              <a:buSzPts val="9600"/>
              <a:buNone/>
              <a:defRPr sz="9600"/>
            </a:lvl8pPr>
            <a:lvl9pPr lvl="8" algn="ctr">
              <a:lnSpc>
                <a:spcPct val="100000"/>
              </a:lnSpc>
              <a:spcBef>
                <a:spcPts val="0"/>
              </a:spcBef>
              <a:spcAft>
                <a:spcPts val="0"/>
              </a:spcAft>
              <a:buSzPts val="9600"/>
              <a:buNone/>
              <a:defRPr sz="9600"/>
            </a:lvl9pPr>
          </a:lstStyle>
          <a:p>
            <a:r>
              <a:t>xx%</a:t>
            </a:r>
          </a:p>
        </p:txBody>
      </p:sp>
      <p:sp>
        <p:nvSpPr>
          <p:cNvPr id="1484" name="Google Shape;1484;p70"/>
          <p:cNvSpPr txBox="1"/>
          <p:nvPr>
            <p:ph idx="1" type="subTitle"/>
          </p:nvPr>
        </p:nvSpPr>
        <p:spPr>
          <a:xfrm>
            <a:off x="2017500" y="3079200"/>
            <a:ext cx="5109000" cy="496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
        <p:nvSpPr>
          <p:cNvPr id="1485" name="Google Shape;1485;p70"/>
          <p:cNvSpPr/>
          <p:nvPr/>
        </p:nvSpPr>
        <p:spPr>
          <a:xfrm rot="-341310">
            <a:off x="5738969" y="44328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 name="Google Shape;1486;p70"/>
          <p:cNvSpPr/>
          <p:nvPr/>
        </p:nvSpPr>
        <p:spPr>
          <a:xfrm rot="-470258">
            <a:off x="2731850" y="484708"/>
            <a:ext cx="426238" cy="349877"/>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487" name="Shape 1487"/>
        <p:cNvGrpSpPr/>
        <p:nvPr/>
      </p:nvGrpSpPr>
      <p:grpSpPr>
        <a:xfrm>
          <a:off x="0" y="0"/>
          <a:ext cx="0" cy="0"/>
          <a:chOff x="0" y="0"/>
          <a:chExt cx="0" cy="0"/>
        </a:xfrm>
      </p:grpSpPr>
      <p:sp>
        <p:nvSpPr>
          <p:cNvPr id="1488" name="Google Shape;1488;p71"/>
          <p:cNvSpPr/>
          <p:nvPr/>
        </p:nvSpPr>
        <p:spPr>
          <a:xfrm>
            <a:off x="0" y="-9025"/>
            <a:ext cx="9144000" cy="5152500"/>
          </a:xfrm>
          <a:prstGeom prst="rect">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489" name="Shape 1489"/>
        <p:cNvGrpSpPr/>
        <p:nvPr/>
      </p:nvGrpSpPr>
      <p:grpSpPr>
        <a:xfrm>
          <a:off x="0" y="0"/>
          <a:ext cx="0" cy="0"/>
          <a:chOff x="0" y="0"/>
          <a:chExt cx="0" cy="0"/>
        </a:xfrm>
      </p:grpSpPr>
      <p:sp>
        <p:nvSpPr>
          <p:cNvPr id="1490" name="Google Shape;1490;p72"/>
          <p:cNvSpPr/>
          <p:nvPr/>
        </p:nvSpPr>
        <p:spPr>
          <a:xfrm rot="-780553">
            <a:off x="-236180" y="-66629"/>
            <a:ext cx="1206158" cy="1002640"/>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91" name="Google Shape;1491;p72"/>
          <p:cNvGrpSpPr/>
          <p:nvPr/>
        </p:nvGrpSpPr>
        <p:grpSpPr>
          <a:xfrm>
            <a:off x="80700" y="476022"/>
            <a:ext cx="572406" cy="682360"/>
            <a:chOff x="80700" y="476022"/>
            <a:chExt cx="572406" cy="682360"/>
          </a:xfrm>
        </p:grpSpPr>
        <p:sp>
          <p:nvSpPr>
            <p:cNvPr id="1492" name="Google Shape;1492;p72"/>
            <p:cNvSpPr/>
            <p:nvPr/>
          </p:nvSpPr>
          <p:spPr>
            <a:xfrm>
              <a:off x="226875" y="9673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72"/>
            <p:cNvSpPr/>
            <p:nvPr/>
          </p:nvSpPr>
          <p:spPr>
            <a:xfrm>
              <a:off x="403952" y="8559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72"/>
            <p:cNvSpPr/>
            <p:nvPr/>
          </p:nvSpPr>
          <p:spPr>
            <a:xfrm>
              <a:off x="259810" y="6603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72"/>
            <p:cNvSpPr/>
            <p:nvPr/>
          </p:nvSpPr>
          <p:spPr>
            <a:xfrm>
              <a:off x="80700" y="7776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72"/>
            <p:cNvSpPr/>
            <p:nvPr/>
          </p:nvSpPr>
          <p:spPr>
            <a:xfrm>
              <a:off x="486290" y="4760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7" name="Google Shape;1497;p72"/>
          <p:cNvSpPr/>
          <p:nvPr/>
        </p:nvSpPr>
        <p:spPr>
          <a:xfrm rot="-5030280">
            <a:off x="-191322" y="4123301"/>
            <a:ext cx="1196599" cy="1062241"/>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 name="Google Shape;1498;p72"/>
          <p:cNvSpPr/>
          <p:nvPr/>
        </p:nvSpPr>
        <p:spPr>
          <a:xfrm rot="448387">
            <a:off x="1745977" y="11399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99" name="Google Shape;1499;p72"/>
          <p:cNvGrpSpPr/>
          <p:nvPr/>
        </p:nvGrpSpPr>
        <p:grpSpPr>
          <a:xfrm>
            <a:off x="8477171" y="29839"/>
            <a:ext cx="767865" cy="830189"/>
            <a:chOff x="8477171" y="29839"/>
            <a:chExt cx="767865" cy="830189"/>
          </a:xfrm>
        </p:grpSpPr>
        <p:sp>
          <p:nvSpPr>
            <p:cNvPr id="1500" name="Google Shape;1500;p72"/>
            <p:cNvSpPr/>
            <p:nvPr/>
          </p:nvSpPr>
          <p:spPr>
            <a:xfrm rot="930232">
              <a:off x="8571874" y="3608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72"/>
            <p:cNvSpPr/>
            <p:nvPr/>
          </p:nvSpPr>
          <p:spPr>
            <a:xfrm rot="930232">
              <a:off x="8768633" y="5007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72"/>
            <p:cNvSpPr/>
            <p:nvPr/>
          </p:nvSpPr>
          <p:spPr>
            <a:xfrm rot="930232">
              <a:off x="8995676" y="10364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03" name="Google Shape;1503;p72"/>
          <p:cNvSpPr/>
          <p:nvPr/>
        </p:nvSpPr>
        <p:spPr>
          <a:xfrm>
            <a:off x="8262850" y="59625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72"/>
          <p:cNvSpPr/>
          <p:nvPr/>
        </p:nvSpPr>
        <p:spPr>
          <a:xfrm>
            <a:off x="8771050" y="38503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 name="Google Shape;1505;p72"/>
          <p:cNvSpPr txBox="1"/>
          <p:nvPr>
            <p:ph type="title"/>
          </p:nvPr>
        </p:nvSpPr>
        <p:spPr>
          <a:xfrm>
            <a:off x="1396954" y="1802550"/>
            <a:ext cx="2835600" cy="42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1506" name="Google Shape;1506;p72"/>
          <p:cNvSpPr txBox="1"/>
          <p:nvPr>
            <p:ph idx="2" type="title"/>
          </p:nvPr>
        </p:nvSpPr>
        <p:spPr>
          <a:xfrm>
            <a:off x="723879" y="1774498"/>
            <a:ext cx="689100" cy="48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a:solidFill>
                  <a:schemeClr val="dk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07" name="Google Shape;1507;p72"/>
          <p:cNvSpPr txBox="1"/>
          <p:nvPr>
            <p:ph idx="1" type="subTitle"/>
          </p:nvPr>
        </p:nvSpPr>
        <p:spPr>
          <a:xfrm>
            <a:off x="1396954" y="2231625"/>
            <a:ext cx="2622600" cy="5934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508" name="Google Shape;1508;p72"/>
          <p:cNvSpPr txBox="1"/>
          <p:nvPr>
            <p:ph idx="3"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1509" name="Google Shape;1509;p72"/>
          <p:cNvSpPr txBox="1"/>
          <p:nvPr>
            <p:ph idx="4" type="title"/>
          </p:nvPr>
        </p:nvSpPr>
        <p:spPr>
          <a:xfrm>
            <a:off x="5584521" y="1802550"/>
            <a:ext cx="2835600" cy="42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1510" name="Google Shape;1510;p72"/>
          <p:cNvSpPr txBox="1"/>
          <p:nvPr>
            <p:ph idx="5" type="title"/>
          </p:nvPr>
        </p:nvSpPr>
        <p:spPr>
          <a:xfrm>
            <a:off x="4911446" y="1774498"/>
            <a:ext cx="689100" cy="48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a:solidFill>
                  <a:schemeClr val="dk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11" name="Google Shape;1511;p72"/>
          <p:cNvSpPr txBox="1"/>
          <p:nvPr>
            <p:ph idx="6" type="subTitle"/>
          </p:nvPr>
        </p:nvSpPr>
        <p:spPr>
          <a:xfrm>
            <a:off x="5602600" y="2231625"/>
            <a:ext cx="2622600" cy="5934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512" name="Google Shape;1512;p72"/>
          <p:cNvSpPr txBox="1"/>
          <p:nvPr>
            <p:ph idx="7" type="title"/>
          </p:nvPr>
        </p:nvSpPr>
        <p:spPr>
          <a:xfrm>
            <a:off x="1396954" y="3342050"/>
            <a:ext cx="2835600" cy="42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1513" name="Google Shape;1513;p72"/>
          <p:cNvSpPr txBox="1"/>
          <p:nvPr>
            <p:ph idx="8" type="title"/>
          </p:nvPr>
        </p:nvSpPr>
        <p:spPr>
          <a:xfrm>
            <a:off x="723879" y="3313998"/>
            <a:ext cx="689100" cy="48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a:solidFill>
                  <a:schemeClr val="dk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14" name="Google Shape;1514;p72"/>
          <p:cNvSpPr txBox="1"/>
          <p:nvPr>
            <p:ph idx="9" type="subTitle"/>
          </p:nvPr>
        </p:nvSpPr>
        <p:spPr>
          <a:xfrm>
            <a:off x="1396954" y="3771125"/>
            <a:ext cx="2622600" cy="5934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515" name="Google Shape;1515;p72"/>
          <p:cNvSpPr txBox="1"/>
          <p:nvPr>
            <p:ph idx="13" type="title"/>
          </p:nvPr>
        </p:nvSpPr>
        <p:spPr>
          <a:xfrm>
            <a:off x="5584521" y="3342050"/>
            <a:ext cx="2835600" cy="42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1516" name="Google Shape;1516;p72"/>
          <p:cNvSpPr txBox="1"/>
          <p:nvPr>
            <p:ph idx="14" type="title"/>
          </p:nvPr>
        </p:nvSpPr>
        <p:spPr>
          <a:xfrm>
            <a:off x="4911446" y="3313998"/>
            <a:ext cx="689100" cy="48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a:solidFill>
                  <a:schemeClr val="dk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17" name="Google Shape;1517;p72"/>
          <p:cNvSpPr txBox="1"/>
          <p:nvPr>
            <p:ph idx="15" type="subTitle"/>
          </p:nvPr>
        </p:nvSpPr>
        <p:spPr>
          <a:xfrm>
            <a:off x="5584521" y="3771125"/>
            <a:ext cx="2622600" cy="5934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518" name="Google Shape;1518;p72"/>
          <p:cNvSpPr/>
          <p:nvPr/>
        </p:nvSpPr>
        <p:spPr>
          <a:xfrm rot="532356">
            <a:off x="8569202" y="4622863"/>
            <a:ext cx="273783" cy="316216"/>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BLANK_1_2">
    <p:spTree>
      <p:nvGrpSpPr>
        <p:cNvPr id="1519" name="Shape 1519"/>
        <p:cNvGrpSpPr/>
        <p:nvPr/>
      </p:nvGrpSpPr>
      <p:grpSpPr>
        <a:xfrm>
          <a:off x="0" y="0"/>
          <a:ext cx="0" cy="0"/>
          <a:chOff x="0" y="0"/>
          <a:chExt cx="0" cy="0"/>
        </a:xfrm>
      </p:grpSpPr>
      <p:sp>
        <p:nvSpPr>
          <p:cNvPr id="1520" name="Google Shape;1520;p73"/>
          <p:cNvSpPr/>
          <p:nvPr/>
        </p:nvSpPr>
        <p:spPr>
          <a:xfrm rot="-780553">
            <a:off x="8208670" y="-285404"/>
            <a:ext cx="1206158" cy="1002640"/>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21" name="Google Shape;1521;p73"/>
          <p:cNvGrpSpPr/>
          <p:nvPr/>
        </p:nvGrpSpPr>
        <p:grpSpPr>
          <a:xfrm>
            <a:off x="80700" y="476022"/>
            <a:ext cx="572406" cy="682360"/>
            <a:chOff x="80700" y="476022"/>
            <a:chExt cx="572406" cy="682360"/>
          </a:xfrm>
        </p:grpSpPr>
        <p:sp>
          <p:nvSpPr>
            <p:cNvPr id="1522" name="Google Shape;1522;p73"/>
            <p:cNvSpPr/>
            <p:nvPr/>
          </p:nvSpPr>
          <p:spPr>
            <a:xfrm>
              <a:off x="226875" y="9673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73"/>
            <p:cNvSpPr/>
            <p:nvPr/>
          </p:nvSpPr>
          <p:spPr>
            <a:xfrm>
              <a:off x="403952" y="8559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73"/>
            <p:cNvSpPr/>
            <p:nvPr/>
          </p:nvSpPr>
          <p:spPr>
            <a:xfrm>
              <a:off x="259810" y="6603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73"/>
            <p:cNvSpPr/>
            <p:nvPr/>
          </p:nvSpPr>
          <p:spPr>
            <a:xfrm>
              <a:off x="80700" y="7776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73"/>
            <p:cNvSpPr/>
            <p:nvPr/>
          </p:nvSpPr>
          <p:spPr>
            <a:xfrm>
              <a:off x="486290" y="4760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27" name="Google Shape;1527;p73"/>
          <p:cNvSpPr/>
          <p:nvPr/>
        </p:nvSpPr>
        <p:spPr>
          <a:xfrm rot="-5030280">
            <a:off x="8402778" y="4361226"/>
            <a:ext cx="1196599" cy="1062241"/>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73"/>
          <p:cNvSpPr/>
          <p:nvPr/>
        </p:nvSpPr>
        <p:spPr>
          <a:xfrm rot="448387">
            <a:off x="182102" y="2570824"/>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29" name="Google Shape;1529;p73"/>
          <p:cNvGrpSpPr/>
          <p:nvPr/>
        </p:nvGrpSpPr>
        <p:grpSpPr>
          <a:xfrm>
            <a:off x="-158054" y="1378876"/>
            <a:ext cx="767865" cy="830189"/>
            <a:chOff x="8477171" y="29839"/>
            <a:chExt cx="767865" cy="830189"/>
          </a:xfrm>
        </p:grpSpPr>
        <p:sp>
          <p:nvSpPr>
            <p:cNvPr id="1530" name="Google Shape;1530;p73"/>
            <p:cNvSpPr/>
            <p:nvPr/>
          </p:nvSpPr>
          <p:spPr>
            <a:xfrm rot="930232">
              <a:off x="8571874" y="3608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73"/>
            <p:cNvSpPr/>
            <p:nvPr/>
          </p:nvSpPr>
          <p:spPr>
            <a:xfrm rot="930232">
              <a:off x="8768633" y="5007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73"/>
            <p:cNvSpPr/>
            <p:nvPr/>
          </p:nvSpPr>
          <p:spPr>
            <a:xfrm rot="930232">
              <a:off x="8995676" y="10364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33" name="Google Shape;1533;p73"/>
          <p:cNvSpPr/>
          <p:nvPr/>
        </p:nvSpPr>
        <p:spPr>
          <a:xfrm>
            <a:off x="8657900" y="3235225"/>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73"/>
          <p:cNvSpPr/>
          <p:nvPr/>
        </p:nvSpPr>
        <p:spPr>
          <a:xfrm>
            <a:off x="-198150" y="469663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73"/>
          <p:cNvSpPr txBox="1"/>
          <p:nvPr>
            <p:ph type="title"/>
          </p:nvPr>
        </p:nvSpPr>
        <p:spPr>
          <a:xfrm>
            <a:off x="1575625" y="1157550"/>
            <a:ext cx="2898600" cy="365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1536" name="Google Shape;1536;p73"/>
          <p:cNvSpPr txBox="1"/>
          <p:nvPr>
            <p:ph idx="2" type="title"/>
          </p:nvPr>
        </p:nvSpPr>
        <p:spPr>
          <a:xfrm>
            <a:off x="808291" y="1430080"/>
            <a:ext cx="6891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a:solidFill>
                  <a:schemeClr val="dk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37" name="Google Shape;1537;p73"/>
          <p:cNvSpPr txBox="1"/>
          <p:nvPr>
            <p:ph idx="1" type="subTitle"/>
          </p:nvPr>
        </p:nvSpPr>
        <p:spPr>
          <a:xfrm>
            <a:off x="1575625" y="1519623"/>
            <a:ext cx="28962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538" name="Google Shape;1538;p73"/>
          <p:cNvSpPr txBox="1"/>
          <p:nvPr>
            <p:ph idx="3"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1539" name="Google Shape;1539;p73"/>
          <p:cNvSpPr txBox="1"/>
          <p:nvPr>
            <p:ph idx="4" type="title"/>
          </p:nvPr>
        </p:nvSpPr>
        <p:spPr>
          <a:xfrm>
            <a:off x="5440038" y="1157550"/>
            <a:ext cx="2898600" cy="365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1540" name="Google Shape;1540;p73"/>
          <p:cNvSpPr txBox="1"/>
          <p:nvPr>
            <p:ph idx="5" type="title"/>
          </p:nvPr>
        </p:nvSpPr>
        <p:spPr>
          <a:xfrm>
            <a:off x="4678411" y="1430080"/>
            <a:ext cx="6891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a:solidFill>
                  <a:schemeClr val="dk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41" name="Google Shape;1541;p73"/>
          <p:cNvSpPr txBox="1"/>
          <p:nvPr>
            <p:ph idx="6" type="subTitle"/>
          </p:nvPr>
        </p:nvSpPr>
        <p:spPr>
          <a:xfrm>
            <a:off x="5440038" y="1519623"/>
            <a:ext cx="28962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542" name="Google Shape;1542;p73"/>
          <p:cNvSpPr txBox="1"/>
          <p:nvPr>
            <p:ph idx="7" type="title"/>
          </p:nvPr>
        </p:nvSpPr>
        <p:spPr>
          <a:xfrm>
            <a:off x="1575625" y="2445757"/>
            <a:ext cx="2898600" cy="365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1543" name="Google Shape;1543;p73"/>
          <p:cNvSpPr txBox="1"/>
          <p:nvPr>
            <p:ph idx="8" type="title"/>
          </p:nvPr>
        </p:nvSpPr>
        <p:spPr>
          <a:xfrm>
            <a:off x="808291" y="2687380"/>
            <a:ext cx="6891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a:solidFill>
                  <a:schemeClr val="dk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44" name="Google Shape;1544;p73"/>
          <p:cNvSpPr txBox="1"/>
          <p:nvPr>
            <p:ph idx="9" type="subTitle"/>
          </p:nvPr>
        </p:nvSpPr>
        <p:spPr>
          <a:xfrm>
            <a:off x="1575625" y="2812430"/>
            <a:ext cx="28962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545" name="Google Shape;1545;p73"/>
          <p:cNvSpPr txBox="1"/>
          <p:nvPr>
            <p:ph idx="13" type="title"/>
          </p:nvPr>
        </p:nvSpPr>
        <p:spPr>
          <a:xfrm>
            <a:off x="5440038" y="2381158"/>
            <a:ext cx="2898600" cy="365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1546" name="Google Shape;1546;p73"/>
          <p:cNvSpPr txBox="1"/>
          <p:nvPr>
            <p:ph idx="14" type="title"/>
          </p:nvPr>
        </p:nvSpPr>
        <p:spPr>
          <a:xfrm>
            <a:off x="4678411" y="2687380"/>
            <a:ext cx="6891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a:solidFill>
                  <a:schemeClr val="dk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47" name="Google Shape;1547;p73"/>
          <p:cNvSpPr txBox="1"/>
          <p:nvPr>
            <p:ph idx="15" type="subTitle"/>
          </p:nvPr>
        </p:nvSpPr>
        <p:spPr>
          <a:xfrm>
            <a:off x="5440038" y="2747830"/>
            <a:ext cx="28962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548" name="Google Shape;1548;p73"/>
          <p:cNvSpPr/>
          <p:nvPr/>
        </p:nvSpPr>
        <p:spPr>
          <a:xfrm rot="532356">
            <a:off x="7814777" y="57800"/>
            <a:ext cx="273783" cy="316216"/>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73"/>
          <p:cNvSpPr txBox="1"/>
          <p:nvPr>
            <p:ph idx="16" type="title"/>
          </p:nvPr>
        </p:nvSpPr>
        <p:spPr>
          <a:xfrm>
            <a:off x="1575625" y="3676752"/>
            <a:ext cx="2898600" cy="365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1550" name="Google Shape;1550;p73"/>
          <p:cNvSpPr txBox="1"/>
          <p:nvPr>
            <p:ph idx="17" type="title"/>
          </p:nvPr>
        </p:nvSpPr>
        <p:spPr>
          <a:xfrm>
            <a:off x="808291" y="3944680"/>
            <a:ext cx="6891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a:solidFill>
                  <a:schemeClr val="dk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51" name="Google Shape;1551;p73"/>
          <p:cNvSpPr txBox="1"/>
          <p:nvPr>
            <p:ph idx="18" type="subTitle"/>
          </p:nvPr>
        </p:nvSpPr>
        <p:spPr>
          <a:xfrm>
            <a:off x="1575625" y="4038825"/>
            <a:ext cx="28962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552" name="Google Shape;1552;p73"/>
          <p:cNvSpPr txBox="1"/>
          <p:nvPr>
            <p:ph idx="19" type="title"/>
          </p:nvPr>
        </p:nvSpPr>
        <p:spPr>
          <a:xfrm>
            <a:off x="5440038" y="3676740"/>
            <a:ext cx="2898600" cy="365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1553" name="Google Shape;1553;p73"/>
          <p:cNvSpPr txBox="1"/>
          <p:nvPr>
            <p:ph idx="20" type="title"/>
          </p:nvPr>
        </p:nvSpPr>
        <p:spPr>
          <a:xfrm>
            <a:off x="4678411" y="3944680"/>
            <a:ext cx="6891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a:solidFill>
                  <a:schemeClr val="dk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54" name="Google Shape;1554;p73"/>
          <p:cNvSpPr txBox="1"/>
          <p:nvPr>
            <p:ph idx="21" type="subTitle"/>
          </p:nvPr>
        </p:nvSpPr>
        <p:spPr>
          <a:xfrm>
            <a:off x="5440038" y="4038813"/>
            <a:ext cx="28962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1">
  <p:cSld name="CUSTOM_15">
    <p:bg>
      <p:bgPr>
        <a:solidFill>
          <a:schemeClr val="accent4"/>
        </a:solidFill>
      </p:bgPr>
    </p:bg>
    <p:spTree>
      <p:nvGrpSpPr>
        <p:cNvPr id="1555" name="Shape 1555"/>
        <p:cNvGrpSpPr/>
        <p:nvPr/>
      </p:nvGrpSpPr>
      <p:grpSpPr>
        <a:xfrm>
          <a:off x="0" y="0"/>
          <a:ext cx="0" cy="0"/>
          <a:chOff x="0" y="0"/>
          <a:chExt cx="0" cy="0"/>
        </a:xfrm>
      </p:grpSpPr>
      <p:sp>
        <p:nvSpPr>
          <p:cNvPr id="1556" name="Google Shape;1556;p74"/>
          <p:cNvSpPr/>
          <p:nvPr/>
        </p:nvSpPr>
        <p:spPr>
          <a:xfrm rot="-3837907">
            <a:off x="91230" y="-629327"/>
            <a:ext cx="917562" cy="1934009"/>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 name="Google Shape;1557;p74"/>
          <p:cNvSpPr/>
          <p:nvPr/>
        </p:nvSpPr>
        <p:spPr>
          <a:xfrm rot="3185757">
            <a:off x="-417624" y="4413139"/>
            <a:ext cx="1444252" cy="1331373"/>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58" name="Google Shape;1558;p74"/>
          <p:cNvGrpSpPr/>
          <p:nvPr/>
        </p:nvGrpSpPr>
        <p:grpSpPr>
          <a:xfrm>
            <a:off x="120513" y="790825"/>
            <a:ext cx="252200" cy="279550"/>
            <a:chOff x="4295963" y="4660625"/>
            <a:chExt cx="252200" cy="279550"/>
          </a:xfrm>
        </p:grpSpPr>
        <p:sp>
          <p:nvSpPr>
            <p:cNvPr id="1559" name="Google Shape;1559;p74"/>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 name="Google Shape;1560;p74"/>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 name="Google Shape;1561;p74"/>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 name="Google Shape;1562;p74"/>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3" name="Google Shape;1563;p74"/>
          <p:cNvGrpSpPr/>
          <p:nvPr/>
        </p:nvGrpSpPr>
        <p:grpSpPr>
          <a:xfrm>
            <a:off x="-378667" y="3278284"/>
            <a:ext cx="751383" cy="993700"/>
            <a:chOff x="304333" y="142909"/>
            <a:chExt cx="751383" cy="993700"/>
          </a:xfrm>
        </p:grpSpPr>
        <p:sp>
          <p:nvSpPr>
            <p:cNvPr id="1564" name="Google Shape;1564;p74"/>
            <p:cNvSpPr/>
            <p:nvPr/>
          </p:nvSpPr>
          <p:spPr>
            <a:xfrm>
              <a:off x="304333" y="165476"/>
              <a:ext cx="224671" cy="971133"/>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74"/>
            <p:cNvSpPr/>
            <p:nvPr/>
          </p:nvSpPr>
          <p:spPr>
            <a:xfrm>
              <a:off x="605477" y="157631"/>
              <a:ext cx="196196" cy="96819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74"/>
            <p:cNvSpPr/>
            <p:nvPr/>
          </p:nvSpPr>
          <p:spPr>
            <a:xfrm>
              <a:off x="846767" y="142909"/>
              <a:ext cx="208949" cy="945047"/>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67" name="Google Shape;1567;p74"/>
          <p:cNvSpPr/>
          <p:nvPr/>
        </p:nvSpPr>
        <p:spPr>
          <a:xfrm>
            <a:off x="3150863" y="-42857"/>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74"/>
          <p:cNvSpPr/>
          <p:nvPr/>
        </p:nvSpPr>
        <p:spPr>
          <a:xfrm rot="399578">
            <a:off x="5123098" y="273302"/>
            <a:ext cx="295314" cy="528466"/>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74"/>
          <p:cNvSpPr/>
          <p:nvPr/>
        </p:nvSpPr>
        <p:spPr>
          <a:xfrm rot="399578">
            <a:off x="402348" y="1958452"/>
            <a:ext cx="295314" cy="528466"/>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74"/>
          <p:cNvSpPr txBox="1"/>
          <p:nvPr>
            <p:ph type="title"/>
          </p:nvPr>
        </p:nvSpPr>
        <p:spPr>
          <a:xfrm>
            <a:off x="733326" y="1384800"/>
            <a:ext cx="5024100" cy="23739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6000"/>
              <a:buNone/>
              <a:defRPr sz="7000">
                <a:solidFill>
                  <a:schemeClr val="lt1"/>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6">
    <p:bg>
      <p:bgPr>
        <a:solidFill>
          <a:schemeClr val="accent4"/>
        </a:solidFill>
      </p:bgPr>
    </p:bg>
    <p:spTree>
      <p:nvGrpSpPr>
        <p:cNvPr id="1571" name="Shape 1571"/>
        <p:cNvGrpSpPr/>
        <p:nvPr/>
      </p:nvGrpSpPr>
      <p:grpSpPr>
        <a:xfrm>
          <a:off x="0" y="0"/>
          <a:ext cx="0" cy="0"/>
          <a:chOff x="0" y="0"/>
          <a:chExt cx="0" cy="0"/>
        </a:xfrm>
      </p:grpSpPr>
      <p:sp>
        <p:nvSpPr>
          <p:cNvPr id="1572" name="Google Shape;1572;p75"/>
          <p:cNvSpPr txBox="1"/>
          <p:nvPr>
            <p:ph type="title"/>
          </p:nvPr>
        </p:nvSpPr>
        <p:spPr>
          <a:xfrm>
            <a:off x="3713650" y="1633350"/>
            <a:ext cx="4746600" cy="15111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Clr>
                <a:schemeClr val="dk2"/>
              </a:buClr>
              <a:buSzPts val="9600"/>
              <a:buNone/>
              <a:defRPr sz="9000">
                <a:solidFill>
                  <a:schemeClr val="dk2"/>
                </a:solidFill>
              </a:defRPr>
            </a:lvl1pPr>
            <a:lvl2pPr lvl="1" algn="ctr">
              <a:lnSpc>
                <a:spcPct val="100000"/>
              </a:lnSpc>
              <a:spcBef>
                <a:spcPts val="0"/>
              </a:spcBef>
              <a:spcAft>
                <a:spcPts val="0"/>
              </a:spcAft>
              <a:buClr>
                <a:schemeClr val="dk2"/>
              </a:buClr>
              <a:buSzPts val="9600"/>
              <a:buNone/>
              <a:defRPr sz="9600">
                <a:solidFill>
                  <a:schemeClr val="dk2"/>
                </a:solidFill>
              </a:defRPr>
            </a:lvl2pPr>
            <a:lvl3pPr lvl="2" algn="ctr">
              <a:lnSpc>
                <a:spcPct val="100000"/>
              </a:lnSpc>
              <a:spcBef>
                <a:spcPts val="0"/>
              </a:spcBef>
              <a:spcAft>
                <a:spcPts val="0"/>
              </a:spcAft>
              <a:buClr>
                <a:schemeClr val="dk2"/>
              </a:buClr>
              <a:buSzPts val="9600"/>
              <a:buNone/>
              <a:defRPr sz="9600">
                <a:solidFill>
                  <a:schemeClr val="dk2"/>
                </a:solidFill>
              </a:defRPr>
            </a:lvl3pPr>
            <a:lvl4pPr lvl="3" algn="ctr">
              <a:lnSpc>
                <a:spcPct val="100000"/>
              </a:lnSpc>
              <a:spcBef>
                <a:spcPts val="0"/>
              </a:spcBef>
              <a:spcAft>
                <a:spcPts val="0"/>
              </a:spcAft>
              <a:buClr>
                <a:schemeClr val="dk2"/>
              </a:buClr>
              <a:buSzPts val="9600"/>
              <a:buNone/>
              <a:defRPr sz="9600">
                <a:solidFill>
                  <a:schemeClr val="dk2"/>
                </a:solidFill>
              </a:defRPr>
            </a:lvl4pPr>
            <a:lvl5pPr lvl="4" algn="ctr">
              <a:lnSpc>
                <a:spcPct val="100000"/>
              </a:lnSpc>
              <a:spcBef>
                <a:spcPts val="0"/>
              </a:spcBef>
              <a:spcAft>
                <a:spcPts val="0"/>
              </a:spcAft>
              <a:buClr>
                <a:schemeClr val="dk2"/>
              </a:buClr>
              <a:buSzPts val="9600"/>
              <a:buNone/>
              <a:defRPr sz="9600">
                <a:solidFill>
                  <a:schemeClr val="dk2"/>
                </a:solidFill>
              </a:defRPr>
            </a:lvl5pPr>
            <a:lvl6pPr lvl="5" algn="ctr">
              <a:lnSpc>
                <a:spcPct val="100000"/>
              </a:lnSpc>
              <a:spcBef>
                <a:spcPts val="0"/>
              </a:spcBef>
              <a:spcAft>
                <a:spcPts val="0"/>
              </a:spcAft>
              <a:buClr>
                <a:schemeClr val="dk2"/>
              </a:buClr>
              <a:buSzPts val="9600"/>
              <a:buNone/>
              <a:defRPr sz="9600">
                <a:solidFill>
                  <a:schemeClr val="dk2"/>
                </a:solidFill>
              </a:defRPr>
            </a:lvl6pPr>
            <a:lvl7pPr lvl="6" algn="ctr">
              <a:lnSpc>
                <a:spcPct val="100000"/>
              </a:lnSpc>
              <a:spcBef>
                <a:spcPts val="0"/>
              </a:spcBef>
              <a:spcAft>
                <a:spcPts val="0"/>
              </a:spcAft>
              <a:buClr>
                <a:schemeClr val="dk2"/>
              </a:buClr>
              <a:buSzPts val="9600"/>
              <a:buNone/>
              <a:defRPr sz="9600">
                <a:solidFill>
                  <a:schemeClr val="dk2"/>
                </a:solidFill>
              </a:defRPr>
            </a:lvl7pPr>
            <a:lvl8pPr lvl="7" algn="ctr">
              <a:lnSpc>
                <a:spcPct val="100000"/>
              </a:lnSpc>
              <a:spcBef>
                <a:spcPts val="0"/>
              </a:spcBef>
              <a:spcAft>
                <a:spcPts val="0"/>
              </a:spcAft>
              <a:buClr>
                <a:schemeClr val="dk2"/>
              </a:buClr>
              <a:buSzPts val="9600"/>
              <a:buNone/>
              <a:defRPr sz="9600">
                <a:solidFill>
                  <a:schemeClr val="dk2"/>
                </a:solidFill>
              </a:defRPr>
            </a:lvl8pPr>
            <a:lvl9pPr lvl="8" algn="ctr">
              <a:lnSpc>
                <a:spcPct val="100000"/>
              </a:lnSpc>
              <a:spcBef>
                <a:spcPts val="0"/>
              </a:spcBef>
              <a:spcAft>
                <a:spcPts val="0"/>
              </a:spcAft>
              <a:buClr>
                <a:schemeClr val="dk2"/>
              </a:buClr>
              <a:buSzPts val="9600"/>
              <a:buNone/>
              <a:defRPr sz="9600">
                <a:solidFill>
                  <a:schemeClr val="dk2"/>
                </a:solidFill>
              </a:defRPr>
            </a:lvl9pPr>
          </a:lstStyle>
          <a:p/>
        </p:txBody>
      </p:sp>
      <p:sp>
        <p:nvSpPr>
          <p:cNvPr id="1573" name="Google Shape;1573;p75"/>
          <p:cNvSpPr txBox="1"/>
          <p:nvPr>
            <p:ph idx="1" type="subTitle"/>
          </p:nvPr>
        </p:nvSpPr>
        <p:spPr>
          <a:xfrm>
            <a:off x="3713867" y="3144450"/>
            <a:ext cx="4746000" cy="365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
        <p:nvSpPr>
          <p:cNvPr id="1574" name="Google Shape;1574;p75"/>
          <p:cNvSpPr/>
          <p:nvPr/>
        </p:nvSpPr>
        <p:spPr>
          <a:xfrm rot="4784323">
            <a:off x="8882905" y="-454380"/>
            <a:ext cx="373583" cy="1285579"/>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 name="Google Shape;1575;p75"/>
          <p:cNvSpPr/>
          <p:nvPr/>
        </p:nvSpPr>
        <p:spPr>
          <a:xfrm rot="3814763">
            <a:off x="8670298" y="-534384"/>
            <a:ext cx="310730" cy="105110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 name="Google Shape;1576;p75"/>
          <p:cNvSpPr/>
          <p:nvPr/>
        </p:nvSpPr>
        <p:spPr>
          <a:xfrm rot="-3883519">
            <a:off x="8589263" y="4230288"/>
            <a:ext cx="1216485" cy="112147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77" name="Google Shape;1577;p75"/>
          <p:cNvGrpSpPr/>
          <p:nvPr/>
        </p:nvGrpSpPr>
        <p:grpSpPr>
          <a:xfrm>
            <a:off x="7392306" y="4415732"/>
            <a:ext cx="1292332" cy="1145010"/>
            <a:chOff x="31" y="28682"/>
            <a:chExt cx="1292332" cy="1145010"/>
          </a:xfrm>
        </p:grpSpPr>
        <p:sp>
          <p:nvSpPr>
            <p:cNvPr id="1578" name="Google Shape;1578;p75"/>
            <p:cNvSpPr/>
            <p:nvPr/>
          </p:nvSpPr>
          <p:spPr>
            <a:xfrm flipH="1" rot="-775894">
              <a:off x="980548" y="38478"/>
              <a:ext cx="201682" cy="1007200"/>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75"/>
            <p:cNvSpPr/>
            <p:nvPr/>
          </p:nvSpPr>
          <p:spPr>
            <a:xfrm flipH="1" rot="-775894">
              <a:off x="668349" y="44720"/>
              <a:ext cx="240532" cy="10397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 name="Google Shape;1580;p75"/>
            <p:cNvSpPr/>
            <p:nvPr/>
          </p:nvSpPr>
          <p:spPr>
            <a:xfrm flipH="1" rot="-775894">
              <a:off x="381971" y="105344"/>
              <a:ext cx="210046" cy="1036616"/>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 name="Google Shape;1581;p75"/>
            <p:cNvSpPr/>
            <p:nvPr/>
          </p:nvSpPr>
          <p:spPr>
            <a:xfrm flipH="1" rot="-775894">
              <a:off x="110403" y="149658"/>
              <a:ext cx="223699" cy="1011832"/>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2" name="Google Shape;1582;p75"/>
          <p:cNvGrpSpPr/>
          <p:nvPr/>
        </p:nvGrpSpPr>
        <p:grpSpPr>
          <a:xfrm>
            <a:off x="5960763" y="157325"/>
            <a:ext cx="252200" cy="279550"/>
            <a:chOff x="4295963" y="4660625"/>
            <a:chExt cx="252200" cy="279550"/>
          </a:xfrm>
        </p:grpSpPr>
        <p:sp>
          <p:nvSpPr>
            <p:cNvPr id="1583" name="Google Shape;1583;p75"/>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 name="Google Shape;1584;p75"/>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75"/>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75"/>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87" name="Google Shape;1587;p75"/>
          <p:cNvSpPr/>
          <p:nvPr/>
        </p:nvSpPr>
        <p:spPr>
          <a:xfrm>
            <a:off x="6392850" y="-403525"/>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accent2"/>
        </a:solidFill>
      </p:bgPr>
    </p:bg>
    <p:spTree>
      <p:nvGrpSpPr>
        <p:cNvPr id="1588" name="Shape 1588"/>
        <p:cNvGrpSpPr/>
        <p:nvPr/>
      </p:nvGrpSpPr>
      <p:grpSpPr>
        <a:xfrm>
          <a:off x="0" y="0"/>
          <a:ext cx="0" cy="0"/>
          <a:chOff x="0" y="0"/>
          <a:chExt cx="0" cy="0"/>
        </a:xfrm>
      </p:grpSpPr>
      <p:sp>
        <p:nvSpPr>
          <p:cNvPr id="1589" name="Google Shape;1589;p76"/>
          <p:cNvSpPr/>
          <p:nvPr/>
        </p:nvSpPr>
        <p:spPr>
          <a:xfrm rot="-3030967">
            <a:off x="7623718" y="127896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90" name="Google Shape;1590;p76"/>
          <p:cNvGrpSpPr/>
          <p:nvPr/>
        </p:nvGrpSpPr>
        <p:grpSpPr>
          <a:xfrm>
            <a:off x="8085816" y="1478000"/>
            <a:ext cx="1383661" cy="1443739"/>
            <a:chOff x="8085816" y="1478000"/>
            <a:chExt cx="1383661" cy="1443739"/>
          </a:xfrm>
        </p:grpSpPr>
        <p:sp>
          <p:nvSpPr>
            <p:cNvPr id="1591" name="Google Shape;1591;p76"/>
            <p:cNvSpPr/>
            <p:nvPr/>
          </p:nvSpPr>
          <p:spPr>
            <a:xfrm rot="-964112">
              <a:off x="8231068" y="1832740"/>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76"/>
            <p:cNvSpPr/>
            <p:nvPr/>
          </p:nvSpPr>
          <p:spPr>
            <a:xfrm rot="-964112">
              <a:off x="8496552" y="1684181"/>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76"/>
            <p:cNvSpPr/>
            <p:nvPr/>
          </p:nvSpPr>
          <p:spPr>
            <a:xfrm rot="-964112">
              <a:off x="8826503" y="1584428"/>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76"/>
            <p:cNvSpPr/>
            <p:nvPr/>
          </p:nvSpPr>
          <p:spPr>
            <a:xfrm rot="-964112">
              <a:off x="9084092" y="1490007"/>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95" name="Google Shape;1595;p76"/>
          <p:cNvSpPr/>
          <p:nvPr/>
        </p:nvSpPr>
        <p:spPr>
          <a:xfrm>
            <a:off x="8085813" y="342395"/>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 name="Google Shape;1596;p76"/>
          <p:cNvSpPr/>
          <p:nvPr/>
        </p:nvSpPr>
        <p:spPr>
          <a:xfrm>
            <a:off x="573450" y="404820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 name="Google Shape;1597;p76"/>
          <p:cNvSpPr/>
          <p:nvPr/>
        </p:nvSpPr>
        <p:spPr>
          <a:xfrm>
            <a:off x="2684775" y="-80100"/>
            <a:ext cx="1004175" cy="1024675"/>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98" name="Google Shape;1598;p76"/>
          <p:cNvGrpSpPr/>
          <p:nvPr/>
        </p:nvGrpSpPr>
        <p:grpSpPr>
          <a:xfrm>
            <a:off x="2636175" y="248775"/>
            <a:ext cx="422325" cy="503450"/>
            <a:chOff x="2636175" y="248775"/>
            <a:chExt cx="422325" cy="503450"/>
          </a:xfrm>
        </p:grpSpPr>
        <p:sp>
          <p:nvSpPr>
            <p:cNvPr id="1599" name="Google Shape;1599;p76"/>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76"/>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76"/>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 name="Google Shape;1602;p76"/>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 name="Google Shape;1603;p76"/>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04" name="Google Shape;1604;p76"/>
          <p:cNvSpPr/>
          <p:nvPr/>
        </p:nvSpPr>
        <p:spPr>
          <a:xfrm>
            <a:off x="2988600" y="440200"/>
            <a:ext cx="25" cy="25"/>
          </a:xfrm>
          <a:custGeom>
            <a:rect b="b" l="l" r="r" t="t"/>
            <a:pathLst>
              <a:path extrusionOk="0" h="1" w="1">
                <a:moveTo>
                  <a:pt x="1" y="0"/>
                </a:moveTo>
                <a:close/>
              </a:path>
            </a:pathLst>
          </a:custGeom>
          <a:solidFill>
            <a:srgbClr val="FFF2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 name="Google Shape;1605;p76"/>
          <p:cNvSpPr/>
          <p:nvPr/>
        </p:nvSpPr>
        <p:spPr>
          <a:xfrm>
            <a:off x="2906775" y="4315421"/>
            <a:ext cx="1004186" cy="92575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 name="Google Shape;1606;p76"/>
          <p:cNvSpPr/>
          <p:nvPr/>
        </p:nvSpPr>
        <p:spPr>
          <a:xfrm>
            <a:off x="2572313" y="431229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 name="Google Shape;1607;p76"/>
          <p:cNvSpPr/>
          <p:nvPr/>
        </p:nvSpPr>
        <p:spPr>
          <a:xfrm rot="4943404">
            <a:off x="-322276" y="2035864"/>
            <a:ext cx="1118591" cy="312359"/>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 name="Google Shape;1608;p76"/>
          <p:cNvSpPr/>
          <p:nvPr/>
        </p:nvSpPr>
        <p:spPr>
          <a:xfrm rot="4315122">
            <a:off x="-487296" y="2473129"/>
            <a:ext cx="1118618" cy="31236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76"/>
          <p:cNvSpPr txBox="1"/>
          <p:nvPr>
            <p:ph type="title"/>
          </p:nvPr>
        </p:nvSpPr>
        <p:spPr>
          <a:xfrm>
            <a:off x="2290050" y="3136538"/>
            <a:ext cx="4563900" cy="465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610" name="Google Shape;1610;p76"/>
          <p:cNvSpPr txBox="1"/>
          <p:nvPr>
            <p:ph idx="1" type="subTitle"/>
          </p:nvPr>
        </p:nvSpPr>
        <p:spPr>
          <a:xfrm>
            <a:off x="1604250" y="1541963"/>
            <a:ext cx="5935500" cy="1594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25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BLANK_1_1_1">
    <p:bg>
      <p:bgPr>
        <a:solidFill>
          <a:schemeClr val="accent4"/>
        </a:solidFill>
      </p:bgPr>
    </p:bg>
    <p:spTree>
      <p:nvGrpSpPr>
        <p:cNvPr id="1611" name="Shape 1611"/>
        <p:cNvGrpSpPr/>
        <p:nvPr/>
      </p:nvGrpSpPr>
      <p:grpSpPr>
        <a:xfrm>
          <a:off x="0" y="0"/>
          <a:ext cx="0" cy="0"/>
          <a:chOff x="0" y="0"/>
          <a:chExt cx="0" cy="0"/>
        </a:xfrm>
      </p:grpSpPr>
      <p:sp>
        <p:nvSpPr>
          <p:cNvPr id="1612" name="Google Shape;1612;p77"/>
          <p:cNvSpPr/>
          <p:nvPr/>
        </p:nvSpPr>
        <p:spPr>
          <a:xfrm>
            <a:off x="8085813" y="342395"/>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77"/>
          <p:cNvSpPr txBox="1"/>
          <p:nvPr>
            <p:ph type="title"/>
          </p:nvPr>
        </p:nvSpPr>
        <p:spPr>
          <a:xfrm>
            <a:off x="4017275" y="3609738"/>
            <a:ext cx="4434900" cy="4650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614" name="Google Shape;1614;p77"/>
          <p:cNvSpPr txBox="1"/>
          <p:nvPr>
            <p:ph idx="1" type="subTitle"/>
          </p:nvPr>
        </p:nvSpPr>
        <p:spPr>
          <a:xfrm>
            <a:off x="4017275" y="1068763"/>
            <a:ext cx="4436700" cy="25410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30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_3">
    <p:spTree>
      <p:nvGrpSpPr>
        <p:cNvPr id="1615" name="Shape 1615"/>
        <p:cNvGrpSpPr/>
        <p:nvPr/>
      </p:nvGrpSpPr>
      <p:grpSpPr>
        <a:xfrm>
          <a:off x="0" y="0"/>
          <a:ext cx="0" cy="0"/>
          <a:chOff x="0" y="0"/>
          <a:chExt cx="0" cy="0"/>
        </a:xfrm>
      </p:grpSpPr>
      <p:sp>
        <p:nvSpPr>
          <p:cNvPr id="1616" name="Google Shape;1616;p78"/>
          <p:cNvSpPr/>
          <p:nvPr/>
        </p:nvSpPr>
        <p:spPr>
          <a:xfrm rot="-1842127">
            <a:off x="-705121" y="-191832"/>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17" name="Google Shape;1617;p78"/>
          <p:cNvGrpSpPr/>
          <p:nvPr/>
        </p:nvGrpSpPr>
        <p:grpSpPr>
          <a:xfrm>
            <a:off x="8416696" y="4403689"/>
            <a:ext cx="767865" cy="830189"/>
            <a:chOff x="-128479" y="3907789"/>
            <a:chExt cx="767865" cy="830189"/>
          </a:xfrm>
        </p:grpSpPr>
        <p:sp>
          <p:nvSpPr>
            <p:cNvPr id="1618" name="Google Shape;1618;p78"/>
            <p:cNvSpPr/>
            <p:nvPr/>
          </p:nvSpPr>
          <p:spPr>
            <a:xfrm rot="930232">
              <a:off x="-33776" y="391403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 name="Google Shape;1619;p78"/>
            <p:cNvSpPr/>
            <p:nvPr/>
          </p:nvSpPr>
          <p:spPr>
            <a:xfrm rot="930232">
              <a:off x="162983" y="392802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78"/>
            <p:cNvSpPr/>
            <p:nvPr/>
          </p:nvSpPr>
          <p:spPr>
            <a:xfrm rot="930232">
              <a:off x="390026" y="398159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1" name="Google Shape;1621;p78"/>
          <p:cNvSpPr/>
          <p:nvPr/>
        </p:nvSpPr>
        <p:spPr>
          <a:xfrm>
            <a:off x="854050" y="-66512"/>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 name="Google Shape;1622;p78"/>
          <p:cNvSpPr/>
          <p:nvPr/>
        </p:nvSpPr>
        <p:spPr>
          <a:xfrm rot="1871850">
            <a:off x="-127448" y="4201573"/>
            <a:ext cx="1894970" cy="1037621"/>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23" name="Google Shape;1623;p78"/>
          <p:cNvGrpSpPr/>
          <p:nvPr/>
        </p:nvGrpSpPr>
        <p:grpSpPr>
          <a:xfrm>
            <a:off x="1583602" y="4545438"/>
            <a:ext cx="315649" cy="349878"/>
            <a:chOff x="4846427" y="-66500"/>
            <a:chExt cx="315649" cy="349878"/>
          </a:xfrm>
        </p:grpSpPr>
        <p:sp>
          <p:nvSpPr>
            <p:cNvPr id="1624" name="Google Shape;1624;p78"/>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78"/>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78"/>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 name="Google Shape;1627;p78"/>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8" name="Google Shape;1628;p78"/>
          <p:cNvSpPr/>
          <p:nvPr/>
        </p:nvSpPr>
        <p:spPr>
          <a:xfrm rot="7589800">
            <a:off x="8284401" y="-296009"/>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 name="Google Shape;1629;p78"/>
          <p:cNvSpPr/>
          <p:nvPr/>
        </p:nvSpPr>
        <p:spPr>
          <a:xfrm rot="650906">
            <a:off x="7923889" y="140016"/>
            <a:ext cx="273772" cy="316203"/>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 name="Google Shape;1630;p78"/>
          <p:cNvSpPr txBox="1"/>
          <p:nvPr>
            <p:ph type="title"/>
          </p:nvPr>
        </p:nvSpPr>
        <p:spPr>
          <a:xfrm>
            <a:off x="3048125" y="739800"/>
            <a:ext cx="3029100" cy="82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200"/>
              <a:buNone/>
              <a:defRPr sz="6200"/>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1631" name="Google Shape;1631;p78"/>
          <p:cNvSpPr txBox="1"/>
          <p:nvPr>
            <p:ph idx="1" type="subTitle"/>
          </p:nvPr>
        </p:nvSpPr>
        <p:spPr>
          <a:xfrm>
            <a:off x="6239000" y="794100"/>
            <a:ext cx="2177700" cy="719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632" name="Google Shape;1632;p78"/>
          <p:cNvSpPr txBox="1"/>
          <p:nvPr>
            <p:ph idx="2" type="title"/>
          </p:nvPr>
        </p:nvSpPr>
        <p:spPr>
          <a:xfrm>
            <a:off x="3048125" y="2130450"/>
            <a:ext cx="3029100" cy="82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200"/>
              <a:buNone/>
              <a:defRPr sz="6200"/>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1633" name="Google Shape;1633;p78"/>
          <p:cNvSpPr txBox="1"/>
          <p:nvPr>
            <p:ph idx="3" type="subTitle"/>
          </p:nvPr>
        </p:nvSpPr>
        <p:spPr>
          <a:xfrm>
            <a:off x="6239000" y="2184750"/>
            <a:ext cx="2177700" cy="719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634" name="Google Shape;1634;p78"/>
          <p:cNvSpPr txBox="1"/>
          <p:nvPr>
            <p:ph idx="4" type="title"/>
          </p:nvPr>
        </p:nvSpPr>
        <p:spPr>
          <a:xfrm>
            <a:off x="3048125" y="3575400"/>
            <a:ext cx="3029100" cy="82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200"/>
              <a:buNone/>
              <a:defRPr sz="6200"/>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1635" name="Google Shape;1635;p78"/>
          <p:cNvSpPr txBox="1"/>
          <p:nvPr>
            <p:ph idx="5" type="subTitle"/>
          </p:nvPr>
        </p:nvSpPr>
        <p:spPr>
          <a:xfrm>
            <a:off x="6239000" y="3629700"/>
            <a:ext cx="2177700" cy="719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BLANK_1_1_1_1_1_1_3_1">
    <p:spTree>
      <p:nvGrpSpPr>
        <p:cNvPr id="1636" name="Shape 1636"/>
        <p:cNvGrpSpPr/>
        <p:nvPr/>
      </p:nvGrpSpPr>
      <p:grpSpPr>
        <a:xfrm>
          <a:off x="0" y="0"/>
          <a:ext cx="0" cy="0"/>
          <a:chOff x="0" y="0"/>
          <a:chExt cx="0" cy="0"/>
        </a:xfrm>
      </p:grpSpPr>
      <p:sp>
        <p:nvSpPr>
          <p:cNvPr id="1637" name="Google Shape;1637;p79"/>
          <p:cNvSpPr txBox="1"/>
          <p:nvPr>
            <p:ph type="title"/>
          </p:nvPr>
        </p:nvSpPr>
        <p:spPr>
          <a:xfrm>
            <a:off x="727763" y="2777458"/>
            <a:ext cx="35379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200"/>
              <a:buNone/>
              <a:defRPr sz="4000"/>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1638" name="Google Shape;1638;p79"/>
          <p:cNvSpPr txBox="1"/>
          <p:nvPr>
            <p:ph idx="1" type="subTitle"/>
          </p:nvPr>
        </p:nvSpPr>
        <p:spPr>
          <a:xfrm>
            <a:off x="727313" y="3295544"/>
            <a:ext cx="3538800" cy="7314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639" name="Google Shape;1639;p79"/>
          <p:cNvSpPr txBox="1"/>
          <p:nvPr>
            <p:ph idx="2" type="title"/>
          </p:nvPr>
        </p:nvSpPr>
        <p:spPr>
          <a:xfrm>
            <a:off x="4881938" y="2777456"/>
            <a:ext cx="35343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200"/>
              <a:buNone/>
              <a:defRPr sz="4000">
                <a:solidFill>
                  <a:schemeClr val="accent4"/>
                </a:solidFill>
              </a:defRPr>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1640" name="Google Shape;1640;p79"/>
          <p:cNvSpPr txBox="1"/>
          <p:nvPr>
            <p:ph idx="3" type="subTitle"/>
          </p:nvPr>
        </p:nvSpPr>
        <p:spPr>
          <a:xfrm>
            <a:off x="4881488" y="3295559"/>
            <a:ext cx="3535200" cy="7314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641" name="Google Shape;1641;p79"/>
          <p:cNvSpPr txBox="1"/>
          <p:nvPr>
            <p:ph idx="4"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1642" name="Google Shape;1642;p79"/>
          <p:cNvSpPr/>
          <p:nvPr/>
        </p:nvSpPr>
        <p:spPr>
          <a:xfrm rot="-3030967">
            <a:off x="-750782" y="437876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43" name="Google Shape;1643;p79"/>
          <p:cNvGrpSpPr/>
          <p:nvPr/>
        </p:nvGrpSpPr>
        <p:grpSpPr>
          <a:xfrm>
            <a:off x="241512" y="4543626"/>
            <a:ext cx="1219992" cy="1237898"/>
            <a:chOff x="727287" y="3991176"/>
            <a:chExt cx="1219992" cy="1237898"/>
          </a:xfrm>
        </p:grpSpPr>
        <p:sp>
          <p:nvSpPr>
            <p:cNvPr id="1644" name="Google Shape;1644;p79"/>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 name="Google Shape;1645;p79"/>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79"/>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79"/>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8" name="Google Shape;1648;p79"/>
          <p:cNvSpPr/>
          <p:nvPr/>
        </p:nvSpPr>
        <p:spPr>
          <a:xfrm>
            <a:off x="-657225" y="-356068"/>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49" name="Google Shape;1649;p79"/>
          <p:cNvGrpSpPr/>
          <p:nvPr/>
        </p:nvGrpSpPr>
        <p:grpSpPr>
          <a:xfrm>
            <a:off x="-677022" y="1099313"/>
            <a:ext cx="1270599" cy="1053621"/>
            <a:chOff x="-142022" y="90588"/>
            <a:chExt cx="1270599" cy="1053621"/>
          </a:xfrm>
        </p:grpSpPr>
        <p:sp>
          <p:nvSpPr>
            <p:cNvPr id="1650" name="Google Shape;1650;p79"/>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79"/>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 name="Google Shape;1652;p79"/>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79"/>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79"/>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 name="Google Shape;1655;p79"/>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 name="Google Shape;1656;p79"/>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79"/>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79"/>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79"/>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79"/>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79"/>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79"/>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79"/>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64" name="Google Shape;1664;p79"/>
          <p:cNvSpPr/>
          <p:nvPr/>
        </p:nvSpPr>
        <p:spPr>
          <a:xfrm rot="-2048291">
            <a:off x="1348950" y="-298112"/>
            <a:ext cx="386656" cy="586360"/>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 name="Google Shape;1665;p79"/>
          <p:cNvSpPr/>
          <p:nvPr/>
        </p:nvSpPr>
        <p:spPr>
          <a:xfrm rot="487433">
            <a:off x="7938703" y="282301"/>
            <a:ext cx="1723646" cy="943810"/>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66" name="Google Shape;1666;p79"/>
          <p:cNvGrpSpPr/>
          <p:nvPr/>
        </p:nvGrpSpPr>
        <p:grpSpPr>
          <a:xfrm>
            <a:off x="8251700" y="-142503"/>
            <a:ext cx="572406" cy="682360"/>
            <a:chOff x="8251700" y="-142503"/>
            <a:chExt cx="572406" cy="682360"/>
          </a:xfrm>
        </p:grpSpPr>
        <p:sp>
          <p:nvSpPr>
            <p:cNvPr id="1667" name="Google Shape;1667;p79"/>
            <p:cNvSpPr/>
            <p:nvPr/>
          </p:nvSpPr>
          <p:spPr>
            <a:xfrm>
              <a:off x="8397875" y="34884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79"/>
            <p:cNvSpPr/>
            <p:nvPr/>
          </p:nvSpPr>
          <p:spPr>
            <a:xfrm>
              <a:off x="8574952" y="23740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79"/>
            <p:cNvSpPr/>
            <p:nvPr/>
          </p:nvSpPr>
          <p:spPr>
            <a:xfrm>
              <a:off x="8430810" y="4179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79"/>
            <p:cNvSpPr/>
            <p:nvPr/>
          </p:nvSpPr>
          <p:spPr>
            <a:xfrm>
              <a:off x="8251700" y="15916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79"/>
            <p:cNvSpPr/>
            <p:nvPr/>
          </p:nvSpPr>
          <p:spPr>
            <a:xfrm>
              <a:off x="8657290" y="-142503"/>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72" name="Google Shape;1672;p79"/>
          <p:cNvSpPr/>
          <p:nvPr/>
        </p:nvSpPr>
        <p:spPr>
          <a:xfrm>
            <a:off x="8722895" y="3127890"/>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79"/>
          <p:cNvSpPr/>
          <p:nvPr/>
        </p:nvSpPr>
        <p:spPr>
          <a:xfrm>
            <a:off x="8544263" y="2812238"/>
            <a:ext cx="737885" cy="781680"/>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 name="Google Shape;1674;p79"/>
          <p:cNvSpPr/>
          <p:nvPr/>
        </p:nvSpPr>
        <p:spPr>
          <a:xfrm>
            <a:off x="8720663" y="4931366"/>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 name="Google Shape;1675;p79"/>
          <p:cNvSpPr/>
          <p:nvPr/>
        </p:nvSpPr>
        <p:spPr>
          <a:xfrm>
            <a:off x="8395413" y="4628825"/>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79"/>
          <p:cNvSpPr/>
          <p:nvPr/>
        </p:nvSpPr>
        <p:spPr>
          <a:xfrm>
            <a:off x="3335325" y="4629150"/>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77" name="Google Shape;1677;p79"/>
          <p:cNvGrpSpPr/>
          <p:nvPr/>
        </p:nvGrpSpPr>
        <p:grpSpPr>
          <a:xfrm>
            <a:off x="3300763" y="4708738"/>
            <a:ext cx="252200" cy="279550"/>
            <a:chOff x="4295963" y="4660625"/>
            <a:chExt cx="252200" cy="279550"/>
          </a:xfrm>
        </p:grpSpPr>
        <p:sp>
          <p:nvSpPr>
            <p:cNvPr id="1678" name="Google Shape;1678;p79"/>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 name="Google Shape;1679;p79"/>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 name="Google Shape;1680;p79"/>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 name="Google Shape;1681;p79"/>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82" name="Google Shape;1682;p79"/>
          <p:cNvSpPr/>
          <p:nvPr/>
        </p:nvSpPr>
        <p:spPr>
          <a:xfrm>
            <a:off x="5158600" y="15733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 name="Google Shape;1683;p79"/>
          <p:cNvSpPr/>
          <p:nvPr/>
        </p:nvSpPr>
        <p:spPr>
          <a:xfrm>
            <a:off x="260200" y="265000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0">
    <p:spTree>
      <p:nvGrpSpPr>
        <p:cNvPr id="1684" name="Shape 1684"/>
        <p:cNvGrpSpPr/>
        <p:nvPr/>
      </p:nvGrpSpPr>
      <p:grpSpPr>
        <a:xfrm>
          <a:off x="0" y="0"/>
          <a:ext cx="0" cy="0"/>
          <a:chOff x="0" y="0"/>
          <a:chExt cx="0" cy="0"/>
        </a:xfrm>
      </p:grpSpPr>
      <p:sp>
        <p:nvSpPr>
          <p:cNvPr id="1685" name="Google Shape;1685;p80"/>
          <p:cNvSpPr/>
          <p:nvPr/>
        </p:nvSpPr>
        <p:spPr>
          <a:xfrm flipH="1">
            <a:off x="-221367" y="3621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86" name="Google Shape;1686;p80"/>
          <p:cNvGrpSpPr/>
          <p:nvPr/>
        </p:nvGrpSpPr>
        <p:grpSpPr>
          <a:xfrm flipH="1" rot="-9323888">
            <a:off x="91998" y="-383181"/>
            <a:ext cx="1270568" cy="1053595"/>
            <a:chOff x="-142022" y="90588"/>
            <a:chExt cx="1270599" cy="1053621"/>
          </a:xfrm>
        </p:grpSpPr>
        <p:sp>
          <p:nvSpPr>
            <p:cNvPr id="1687" name="Google Shape;1687;p80"/>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80"/>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 name="Google Shape;1689;p80"/>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 name="Google Shape;1690;p80"/>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 name="Google Shape;1691;p80"/>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 name="Google Shape;1692;p80"/>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80"/>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80"/>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 name="Google Shape;1695;p80"/>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 name="Google Shape;1696;p80"/>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80"/>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80"/>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80"/>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80"/>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01" name="Google Shape;1701;p80"/>
          <p:cNvSpPr/>
          <p:nvPr/>
        </p:nvSpPr>
        <p:spPr>
          <a:xfrm flipH="1" rot="5102664">
            <a:off x="7962354" y="4127696"/>
            <a:ext cx="1216489" cy="112145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02" name="Google Shape;1702;p80"/>
          <p:cNvGrpSpPr/>
          <p:nvPr/>
        </p:nvGrpSpPr>
        <p:grpSpPr>
          <a:xfrm flipH="1">
            <a:off x="8001506" y="4646475"/>
            <a:ext cx="315649" cy="349878"/>
            <a:chOff x="488377" y="2897975"/>
            <a:chExt cx="315649" cy="349878"/>
          </a:xfrm>
        </p:grpSpPr>
        <p:sp>
          <p:nvSpPr>
            <p:cNvPr id="1703" name="Google Shape;1703;p80"/>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 name="Google Shape;1704;p80"/>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 name="Google Shape;1705;p80"/>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80"/>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07" name="Google Shape;1707;p80"/>
          <p:cNvSpPr/>
          <p:nvPr/>
        </p:nvSpPr>
        <p:spPr>
          <a:xfrm>
            <a:off x="-457600" y="4151813"/>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 name="Google Shape;1708;p80"/>
          <p:cNvSpPr/>
          <p:nvPr/>
        </p:nvSpPr>
        <p:spPr>
          <a:xfrm rot="5665102">
            <a:off x="8339758" y="-407010"/>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80"/>
          <p:cNvSpPr/>
          <p:nvPr/>
        </p:nvSpPr>
        <p:spPr>
          <a:xfrm rot="4497319">
            <a:off x="8229920" y="-70421"/>
            <a:ext cx="373560" cy="128550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10" name="Google Shape;1710;p80"/>
          <p:cNvGrpSpPr/>
          <p:nvPr/>
        </p:nvGrpSpPr>
        <p:grpSpPr>
          <a:xfrm flipH="1" rot="457519">
            <a:off x="661331" y="4531787"/>
            <a:ext cx="878904" cy="1093489"/>
            <a:chOff x="-82549" y="4170315"/>
            <a:chExt cx="878866" cy="1093441"/>
          </a:xfrm>
        </p:grpSpPr>
        <p:sp>
          <p:nvSpPr>
            <p:cNvPr id="1711" name="Google Shape;1711;p80"/>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80"/>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 name="Google Shape;1713;p80"/>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14" name="Google Shape;1714;p80"/>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1715" name="Google Shape;1715;p80"/>
          <p:cNvSpPr txBox="1"/>
          <p:nvPr>
            <p:ph idx="2" type="title"/>
          </p:nvPr>
        </p:nvSpPr>
        <p:spPr>
          <a:xfrm>
            <a:off x="1098400" y="3348825"/>
            <a:ext cx="22125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716" name="Google Shape;1716;p80"/>
          <p:cNvSpPr txBox="1"/>
          <p:nvPr>
            <p:ph idx="3" type="title"/>
          </p:nvPr>
        </p:nvSpPr>
        <p:spPr>
          <a:xfrm>
            <a:off x="1538050" y="2484891"/>
            <a:ext cx="1333200" cy="559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4000">
                <a:solidFill>
                  <a:schemeClr val="dk2"/>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717" name="Google Shape;1717;p80"/>
          <p:cNvSpPr txBox="1"/>
          <p:nvPr>
            <p:ph idx="1" type="subTitle"/>
          </p:nvPr>
        </p:nvSpPr>
        <p:spPr>
          <a:xfrm>
            <a:off x="1098400" y="3777900"/>
            <a:ext cx="2212500" cy="559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718" name="Google Shape;1718;p80"/>
          <p:cNvSpPr txBox="1"/>
          <p:nvPr>
            <p:ph idx="4" type="title"/>
          </p:nvPr>
        </p:nvSpPr>
        <p:spPr>
          <a:xfrm>
            <a:off x="3465744" y="3348825"/>
            <a:ext cx="22125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719" name="Google Shape;1719;p80"/>
          <p:cNvSpPr txBox="1"/>
          <p:nvPr>
            <p:ph idx="5" type="title"/>
          </p:nvPr>
        </p:nvSpPr>
        <p:spPr>
          <a:xfrm>
            <a:off x="3905394" y="2523900"/>
            <a:ext cx="1333200" cy="515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4000">
                <a:solidFill>
                  <a:schemeClr val="dk2"/>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720" name="Google Shape;1720;p80"/>
          <p:cNvSpPr txBox="1"/>
          <p:nvPr>
            <p:ph idx="6" type="subTitle"/>
          </p:nvPr>
        </p:nvSpPr>
        <p:spPr>
          <a:xfrm>
            <a:off x="3465744" y="3777900"/>
            <a:ext cx="2212500" cy="559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721" name="Google Shape;1721;p80"/>
          <p:cNvSpPr txBox="1"/>
          <p:nvPr>
            <p:ph idx="7" type="title"/>
          </p:nvPr>
        </p:nvSpPr>
        <p:spPr>
          <a:xfrm>
            <a:off x="5937650" y="3348825"/>
            <a:ext cx="22125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722" name="Google Shape;1722;p80"/>
          <p:cNvSpPr txBox="1"/>
          <p:nvPr>
            <p:ph idx="8" type="title"/>
          </p:nvPr>
        </p:nvSpPr>
        <p:spPr>
          <a:xfrm>
            <a:off x="6377300" y="2523900"/>
            <a:ext cx="1333200" cy="515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4000">
                <a:solidFill>
                  <a:schemeClr val="dk2"/>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723" name="Google Shape;1723;p80"/>
          <p:cNvSpPr txBox="1"/>
          <p:nvPr>
            <p:ph idx="9" type="subTitle"/>
          </p:nvPr>
        </p:nvSpPr>
        <p:spPr>
          <a:xfrm>
            <a:off x="5937650" y="3777900"/>
            <a:ext cx="2212500" cy="559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3">
  <p:cSld name="CUSTOM_10_1">
    <p:spTree>
      <p:nvGrpSpPr>
        <p:cNvPr id="1724" name="Shape 1724"/>
        <p:cNvGrpSpPr/>
        <p:nvPr/>
      </p:nvGrpSpPr>
      <p:grpSpPr>
        <a:xfrm>
          <a:off x="0" y="0"/>
          <a:ext cx="0" cy="0"/>
          <a:chOff x="0" y="0"/>
          <a:chExt cx="0" cy="0"/>
        </a:xfrm>
      </p:grpSpPr>
      <p:sp>
        <p:nvSpPr>
          <p:cNvPr id="1725" name="Google Shape;1725;p81"/>
          <p:cNvSpPr/>
          <p:nvPr/>
        </p:nvSpPr>
        <p:spPr>
          <a:xfrm flipH="1">
            <a:off x="-221367" y="3621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26" name="Google Shape;1726;p81"/>
          <p:cNvGrpSpPr/>
          <p:nvPr/>
        </p:nvGrpSpPr>
        <p:grpSpPr>
          <a:xfrm flipH="1" rot="-9323888">
            <a:off x="91998" y="-383181"/>
            <a:ext cx="1270568" cy="1053595"/>
            <a:chOff x="-142022" y="90588"/>
            <a:chExt cx="1270599" cy="1053621"/>
          </a:xfrm>
        </p:grpSpPr>
        <p:sp>
          <p:nvSpPr>
            <p:cNvPr id="1727" name="Google Shape;1727;p81"/>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 name="Google Shape;1728;p81"/>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 name="Google Shape;1729;p81"/>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 name="Google Shape;1730;p81"/>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 name="Google Shape;1731;p81"/>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 name="Google Shape;1732;p81"/>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 name="Google Shape;1733;p81"/>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 name="Google Shape;1734;p81"/>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 name="Google Shape;1735;p81"/>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81"/>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 name="Google Shape;1737;p81"/>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 name="Google Shape;1738;p81"/>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81"/>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 name="Google Shape;1740;p81"/>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41" name="Google Shape;1741;p81"/>
          <p:cNvSpPr/>
          <p:nvPr/>
        </p:nvSpPr>
        <p:spPr>
          <a:xfrm flipH="1" rot="5102664">
            <a:off x="7962354" y="4127696"/>
            <a:ext cx="1216489" cy="112145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42" name="Google Shape;1742;p81"/>
          <p:cNvGrpSpPr/>
          <p:nvPr/>
        </p:nvGrpSpPr>
        <p:grpSpPr>
          <a:xfrm flipH="1">
            <a:off x="8001506" y="4646475"/>
            <a:ext cx="315649" cy="349878"/>
            <a:chOff x="488377" y="2897975"/>
            <a:chExt cx="315649" cy="349878"/>
          </a:xfrm>
        </p:grpSpPr>
        <p:sp>
          <p:nvSpPr>
            <p:cNvPr id="1743" name="Google Shape;1743;p81"/>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81"/>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81"/>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 name="Google Shape;1746;p81"/>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47" name="Google Shape;1747;p81"/>
          <p:cNvSpPr/>
          <p:nvPr/>
        </p:nvSpPr>
        <p:spPr>
          <a:xfrm>
            <a:off x="-457600" y="4151813"/>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81"/>
          <p:cNvSpPr/>
          <p:nvPr/>
        </p:nvSpPr>
        <p:spPr>
          <a:xfrm rot="5665102">
            <a:off x="8339758" y="-407010"/>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81"/>
          <p:cNvSpPr/>
          <p:nvPr/>
        </p:nvSpPr>
        <p:spPr>
          <a:xfrm rot="4497319">
            <a:off x="8229920" y="-70421"/>
            <a:ext cx="373560" cy="128550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50" name="Google Shape;1750;p81"/>
          <p:cNvGrpSpPr/>
          <p:nvPr/>
        </p:nvGrpSpPr>
        <p:grpSpPr>
          <a:xfrm flipH="1" rot="457519">
            <a:off x="661331" y="4531787"/>
            <a:ext cx="878904" cy="1093489"/>
            <a:chOff x="-82549" y="4170315"/>
            <a:chExt cx="878866" cy="1093441"/>
          </a:xfrm>
        </p:grpSpPr>
        <p:sp>
          <p:nvSpPr>
            <p:cNvPr id="1751" name="Google Shape;1751;p81"/>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81"/>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81"/>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54" name="Google Shape;1754;p81"/>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1755" name="Google Shape;1755;p81"/>
          <p:cNvSpPr txBox="1"/>
          <p:nvPr>
            <p:ph idx="2" type="title"/>
          </p:nvPr>
        </p:nvSpPr>
        <p:spPr>
          <a:xfrm>
            <a:off x="731047" y="2505226"/>
            <a:ext cx="3749100" cy="502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45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756" name="Google Shape;1756;p81"/>
          <p:cNvSpPr txBox="1"/>
          <p:nvPr>
            <p:ph idx="1" type="subTitle"/>
          </p:nvPr>
        </p:nvSpPr>
        <p:spPr>
          <a:xfrm>
            <a:off x="732247" y="3028351"/>
            <a:ext cx="37467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757" name="Google Shape;1757;p81"/>
          <p:cNvSpPr txBox="1"/>
          <p:nvPr>
            <p:ph idx="3" type="title"/>
          </p:nvPr>
        </p:nvSpPr>
        <p:spPr>
          <a:xfrm>
            <a:off x="4663854" y="2504026"/>
            <a:ext cx="3749100" cy="505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45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758" name="Google Shape;1758;p81"/>
          <p:cNvSpPr txBox="1"/>
          <p:nvPr>
            <p:ph idx="4" type="subTitle"/>
          </p:nvPr>
        </p:nvSpPr>
        <p:spPr>
          <a:xfrm>
            <a:off x="4665054" y="3028351"/>
            <a:ext cx="37467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USTOM_14">
    <p:spTree>
      <p:nvGrpSpPr>
        <p:cNvPr id="1759" name="Shape 1759"/>
        <p:cNvGrpSpPr/>
        <p:nvPr/>
      </p:nvGrpSpPr>
      <p:grpSpPr>
        <a:xfrm>
          <a:off x="0" y="0"/>
          <a:ext cx="0" cy="0"/>
          <a:chOff x="0" y="0"/>
          <a:chExt cx="0" cy="0"/>
        </a:xfrm>
      </p:grpSpPr>
      <p:sp>
        <p:nvSpPr>
          <p:cNvPr id="1760" name="Google Shape;1760;p82"/>
          <p:cNvSpPr/>
          <p:nvPr/>
        </p:nvSpPr>
        <p:spPr>
          <a:xfrm flipH="1" rot="1086392">
            <a:off x="8214641" y="-450654"/>
            <a:ext cx="1951186" cy="1138140"/>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61" name="Google Shape;1761;p82"/>
          <p:cNvGrpSpPr/>
          <p:nvPr/>
        </p:nvGrpSpPr>
        <p:grpSpPr>
          <a:xfrm>
            <a:off x="7374466" y="-1062275"/>
            <a:ext cx="1383661" cy="1443739"/>
            <a:chOff x="8085816" y="1478000"/>
            <a:chExt cx="1383661" cy="1443739"/>
          </a:xfrm>
        </p:grpSpPr>
        <p:sp>
          <p:nvSpPr>
            <p:cNvPr id="1762" name="Google Shape;1762;p82"/>
            <p:cNvSpPr/>
            <p:nvPr/>
          </p:nvSpPr>
          <p:spPr>
            <a:xfrm rot="-964112">
              <a:off x="8231068" y="1832740"/>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82"/>
            <p:cNvSpPr/>
            <p:nvPr/>
          </p:nvSpPr>
          <p:spPr>
            <a:xfrm rot="-964112">
              <a:off x="8496552" y="1684181"/>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82"/>
            <p:cNvSpPr/>
            <p:nvPr/>
          </p:nvSpPr>
          <p:spPr>
            <a:xfrm rot="-964112">
              <a:off x="8826503" y="1584428"/>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82"/>
            <p:cNvSpPr/>
            <p:nvPr/>
          </p:nvSpPr>
          <p:spPr>
            <a:xfrm rot="-964112">
              <a:off x="9084092" y="1490007"/>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66" name="Google Shape;1766;p82"/>
          <p:cNvSpPr/>
          <p:nvPr/>
        </p:nvSpPr>
        <p:spPr>
          <a:xfrm>
            <a:off x="235375" y="1172575"/>
            <a:ext cx="416652" cy="35037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82"/>
          <p:cNvSpPr/>
          <p:nvPr/>
        </p:nvSpPr>
        <p:spPr>
          <a:xfrm rot="292123">
            <a:off x="8594583" y="2359273"/>
            <a:ext cx="307707" cy="803619"/>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68" name="Google Shape;1768;p82"/>
          <p:cNvGrpSpPr/>
          <p:nvPr/>
        </p:nvGrpSpPr>
        <p:grpSpPr>
          <a:xfrm>
            <a:off x="254154" y="4440810"/>
            <a:ext cx="518742" cy="618388"/>
            <a:chOff x="2636175" y="248775"/>
            <a:chExt cx="422325" cy="503450"/>
          </a:xfrm>
        </p:grpSpPr>
        <p:sp>
          <p:nvSpPr>
            <p:cNvPr id="1769" name="Google Shape;1769;p82"/>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 name="Google Shape;1770;p82"/>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82"/>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 name="Google Shape;1772;p82"/>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 name="Google Shape;1773;p82"/>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74" name="Google Shape;1774;p82"/>
          <p:cNvSpPr/>
          <p:nvPr/>
        </p:nvSpPr>
        <p:spPr>
          <a:xfrm rot="-1251821">
            <a:off x="239493" y="231567"/>
            <a:ext cx="408398" cy="442029"/>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82"/>
          <p:cNvSpPr txBox="1"/>
          <p:nvPr>
            <p:ph type="title"/>
          </p:nvPr>
        </p:nvSpPr>
        <p:spPr>
          <a:xfrm>
            <a:off x="4643275" y="3863727"/>
            <a:ext cx="3787500" cy="7314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2500"/>
              <a:buNone/>
              <a:defRPr/>
            </a:lvl1pPr>
            <a:lvl2pPr lvl="1" algn="ctr">
              <a:lnSpc>
                <a:spcPct val="100000"/>
              </a:lnSpc>
              <a:spcBef>
                <a:spcPts val="0"/>
              </a:spcBef>
              <a:spcAft>
                <a:spcPts val="0"/>
              </a:spcAft>
              <a:buSzPts val="2500"/>
              <a:buNone/>
              <a:defRPr/>
            </a:lvl2pPr>
            <a:lvl3pPr lvl="2" algn="ctr">
              <a:lnSpc>
                <a:spcPct val="100000"/>
              </a:lnSpc>
              <a:spcBef>
                <a:spcPts val="0"/>
              </a:spcBef>
              <a:spcAft>
                <a:spcPts val="0"/>
              </a:spcAft>
              <a:buSzPts val="2500"/>
              <a:buNone/>
              <a:defRPr/>
            </a:lvl3pPr>
            <a:lvl4pPr lvl="3" algn="ctr">
              <a:lnSpc>
                <a:spcPct val="100000"/>
              </a:lnSpc>
              <a:spcBef>
                <a:spcPts val="0"/>
              </a:spcBef>
              <a:spcAft>
                <a:spcPts val="0"/>
              </a:spcAft>
              <a:buSzPts val="2500"/>
              <a:buNone/>
              <a:defRPr/>
            </a:lvl4pPr>
            <a:lvl5pPr lvl="4" algn="ctr">
              <a:lnSpc>
                <a:spcPct val="100000"/>
              </a:lnSpc>
              <a:spcBef>
                <a:spcPts val="0"/>
              </a:spcBef>
              <a:spcAft>
                <a:spcPts val="0"/>
              </a:spcAft>
              <a:buSzPts val="2500"/>
              <a:buNone/>
              <a:defRPr/>
            </a:lvl5pPr>
            <a:lvl6pPr lvl="5" algn="ctr">
              <a:lnSpc>
                <a:spcPct val="100000"/>
              </a:lnSpc>
              <a:spcBef>
                <a:spcPts val="0"/>
              </a:spcBef>
              <a:spcAft>
                <a:spcPts val="0"/>
              </a:spcAft>
              <a:buSzPts val="2500"/>
              <a:buNone/>
              <a:defRPr/>
            </a:lvl6pPr>
            <a:lvl7pPr lvl="6" algn="ctr">
              <a:lnSpc>
                <a:spcPct val="100000"/>
              </a:lnSpc>
              <a:spcBef>
                <a:spcPts val="0"/>
              </a:spcBef>
              <a:spcAft>
                <a:spcPts val="0"/>
              </a:spcAft>
              <a:buSzPts val="2500"/>
              <a:buNone/>
              <a:defRPr/>
            </a:lvl7pPr>
            <a:lvl8pPr lvl="7" algn="ctr">
              <a:lnSpc>
                <a:spcPct val="100000"/>
              </a:lnSpc>
              <a:spcBef>
                <a:spcPts val="0"/>
              </a:spcBef>
              <a:spcAft>
                <a:spcPts val="0"/>
              </a:spcAft>
              <a:buSzPts val="2500"/>
              <a:buNone/>
              <a:defRPr/>
            </a:lvl8pPr>
            <a:lvl9pPr lvl="8" algn="ctr">
              <a:lnSpc>
                <a:spcPct val="100000"/>
              </a:lnSpc>
              <a:spcBef>
                <a:spcPts val="0"/>
              </a:spcBef>
              <a:spcAft>
                <a:spcPts val="0"/>
              </a:spcAft>
              <a:buSzPts val="2500"/>
              <a:buNone/>
              <a:defRPr/>
            </a:lvl9pPr>
          </a:lstStyle>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bg>
      <p:bgPr>
        <a:solidFill>
          <a:schemeClr val="accent2"/>
        </a:solidFill>
      </p:bgPr>
    </p:bg>
    <p:spTree>
      <p:nvGrpSpPr>
        <p:cNvPr id="1776" name="Shape 1776"/>
        <p:cNvGrpSpPr/>
        <p:nvPr/>
      </p:nvGrpSpPr>
      <p:grpSpPr>
        <a:xfrm>
          <a:off x="0" y="0"/>
          <a:ext cx="0" cy="0"/>
          <a:chOff x="0" y="0"/>
          <a:chExt cx="0" cy="0"/>
        </a:xfrm>
      </p:grpSpPr>
      <p:grpSp>
        <p:nvGrpSpPr>
          <p:cNvPr id="1777" name="Google Shape;1777;p83"/>
          <p:cNvGrpSpPr/>
          <p:nvPr/>
        </p:nvGrpSpPr>
        <p:grpSpPr>
          <a:xfrm>
            <a:off x="52449" y="4344351"/>
            <a:ext cx="1219992" cy="1237898"/>
            <a:chOff x="727287" y="3991176"/>
            <a:chExt cx="1219992" cy="1237898"/>
          </a:xfrm>
        </p:grpSpPr>
        <p:sp>
          <p:nvSpPr>
            <p:cNvPr id="1778" name="Google Shape;1778;p83"/>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 name="Google Shape;1779;p83"/>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83"/>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 name="Google Shape;1781;p83"/>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82" name="Google Shape;1782;p83"/>
          <p:cNvSpPr/>
          <p:nvPr/>
        </p:nvSpPr>
        <p:spPr>
          <a:xfrm flipH="1" rot="-5665102">
            <a:off x="318493" y="-271848"/>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83"/>
          <p:cNvSpPr/>
          <p:nvPr/>
        </p:nvSpPr>
        <p:spPr>
          <a:xfrm rot="7898116">
            <a:off x="7817731" y="4003289"/>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 name="Google Shape;1784;p83"/>
          <p:cNvSpPr/>
          <p:nvPr/>
        </p:nvSpPr>
        <p:spPr>
          <a:xfrm rot="8586844">
            <a:off x="8284580" y="3711233"/>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 name="Google Shape;1785;p83"/>
          <p:cNvSpPr/>
          <p:nvPr/>
        </p:nvSpPr>
        <p:spPr>
          <a:xfrm rot="-8506666">
            <a:off x="1609714" y="-264675"/>
            <a:ext cx="1004153" cy="10246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86" name="Google Shape;1786;p83"/>
          <p:cNvGrpSpPr/>
          <p:nvPr/>
        </p:nvGrpSpPr>
        <p:grpSpPr>
          <a:xfrm rot="-9849415">
            <a:off x="8031664" y="1279281"/>
            <a:ext cx="1270582" cy="1053607"/>
            <a:chOff x="-142022" y="90588"/>
            <a:chExt cx="1270599" cy="1053621"/>
          </a:xfrm>
        </p:grpSpPr>
        <p:sp>
          <p:nvSpPr>
            <p:cNvPr id="1787" name="Google Shape;1787;p83"/>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 name="Google Shape;1788;p83"/>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83"/>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83"/>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83"/>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 name="Google Shape;1792;p83"/>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83"/>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83"/>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83"/>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83"/>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83"/>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83"/>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83"/>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83"/>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01" name="Google Shape;1801;p83"/>
          <p:cNvSpPr/>
          <p:nvPr/>
        </p:nvSpPr>
        <p:spPr>
          <a:xfrm flipH="1" rot="-3975368">
            <a:off x="388478" y="-4477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83"/>
          <p:cNvSpPr/>
          <p:nvPr/>
        </p:nvSpPr>
        <p:spPr>
          <a:xfrm rot="-466267">
            <a:off x="7124893" y="-198141"/>
            <a:ext cx="1951125" cy="1138104"/>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83"/>
          <p:cNvSpPr/>
          <p:nvPr/>
        </p:nvSpPr>
        <p:spPr>
          <a:xfrm flipH="1" rot="-5400000">
            <a:off x="4234783" y="444860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83"/>
          <p:cNvSpPr/>
          <p:nvPr/>
        </p:nvSpPr>
        <p:spPr>
          <a:xfrm>
            <a:off x="5142900" y="4603650"/>
            <a:ext cx="445086" cy="471456"/>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 name="Google Shape;1805;p83"/>
          <p:cNvSpPr txBox="1"/>
          <p:nvPr>
            <p:ph type="title"/>
          </p:nvPr>
        </p:nvSpPr>
        <p:spPr>
          <a:xfrm>
            <a:off x="1651200" y="1609525"/>
            <a:ext cx="5841600" cy="111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8500">
                <a:solidFill>
                  <a:schemeClr val="lt1"/>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1806" name="Google Shape;1806;p83"/>
          <p:cNvSpPr txBox="1"/>
          <p:nvPr>
            <p:ph idx="1" type="subTitle"/>
          </p:nvPr>
        </p:nvSpPr>
        <p:spPr>
          <a:xfrm>
            <a:off x="2400600" y="2900975"/>
            <a:ext cx="4342800" cy="633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6">
    <p:spTree>
      <p:nvGrpSpPr>
        <p:cNvPr id="1807" name="Shape 1807"/>
        <p:cNvGrpSpPr/>
        <p:nvPr/>
      </p:nvGrpSpPr>
      <p:grpSpPr>
        <a:xfrm>
          <a:off x="0" y="0"/>
          <a:ext cx="0" cy="0"/>
          <a:chOff x="0" y="0"/>
          <a:chExt cx="0" cy="0"/>
        </a:xfrm>
      </p:grpSpPr>
      <p:sp>
        <p:nvSpPr>
          <p:cNvPr id="1808" name="Google Shape;1808;p84"/>
          <p:cNvSpPr/>
          <p:nvPr/>
        </p:nvSpPr>
        <p:spPr>
          <a:xfrm>
            <a:off x="67650" y="4191200"/>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09" name="Google Shape;1809;p84"/>
          <p:cNvGrpSpPr/>
          <p:nvPr/>
        </p:nvGrpSpPr>
        <p:grpSpPr>
          <a:xfrm>
            <a:off x="1" y="-231410"/>
            <a:ext cx="878866" cy="1093441"/>
            <a:chOff x="-82549" y="4170315"/>
            <a:chExt cx="878866" cy="1093441"/>
          </a:xfrm>
        </p:grpSpPr>
        <p:sp>
          <p:nvSpPr>
            <p:cNvPr id="1810" name="Google Shape;1810;p84"/>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84"/>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84"/>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13" name="Google Shape;1813;p84"/>
          <p:cNvSpPr/>
          <p:nvPr/>
        </p:nvSpPr>
        <p:spPr>
          <a:xfrm rot="5665102">
            <a:off x="8371833" y="4074790"/>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84"/>
          <p:cNvSpPr/>
          <p:nvPr/>
        </p:nvSpPr>
        <p:spPr>
          <a:xfrm rot="3975368">
            <a:off x="8301855" y="430186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15" name="Google Shape;1815;p84"/>
          <p:cNvGrpSpPr/>
          <p:nvPr/>
        </p:nvGrpSpPr>
        <p:grpSpPr>
          <a:xfrm>
            <a:off x="1243027" y="4481788"/>
            <a:ext cx="315649" cy="349878"/>
            <a:chOff x="4846427" y="-66500"/>
            <a:chExt cx="315649" cy="349878"/>
          </a:xfrm>
        </p:grpSpPr>
        <p:sp>
          <p:nvSpPr>
            <p:cNvPr id="1816" name="Google Shape;1816;p84"/>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84"/>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84"/>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84"/>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20" name="Google Shape;1820;p84"/>
          <p:cNvSpPr/>
          <p:nvPr/>
        </p:nvSpPr>
        <p:spPr>
          <a:xfrm rot="650906">
            <a:off x="8279814" y="3974241"/>
            <a:ext cx="273772" cy="316203"/>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84"/>
          <p:cNvSpPr/>
          <p:nvPr/>
        </p:nvSpPr>
        <p:spPr>
          <a:xfrm rot="3048824">
            <a:off x="7910056" y="-218046"/>
            <a:ext cx="1157143" cy="1066703"/>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22" name="Google Shape;1822;p84"/>
          <p:cNvGrpSpPr/>
          <p:nvPr/>
        </p:nvGrpSpPr>
        <p:grpSpPr>
          <a:xfrm>
            <a:off x="7487600" y="50221"/>
            <a:ext cx="595931" cy="530198"/>
            <a:chOff x="5927388" y="663096"/>
            <a:chExt cx="595931" cy="530198"/>
          </a:xfrm>
        </p:grpSpPr>
        <p:sp>
          <p:nvSpPr>
            <p:cNvPr id="1823" name="Google Shape;1823;p84"/>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 name="Google Shape;1824;p84"/>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5" name="Google Shape;1825;p84"/>
          <p:cNvGrpSpPr/>
          <p:nvPr/>
        </p:nvGrpSpPr>
        <p:grpSpPr>
          <a:xfrm rot="-2349600">
            <a:off x="3997191" y="-572045"/>
            <a:ext cx="1270623" cy="1053641"/>
            <a:chOff x="-142022" y="90588"/>
            <a:chExt cx="1270599" cy="1053621"/>
          </a:xfrm>
        </p:grpSpPr>
        <p:sp>
          <p:nvSpPr>
            <p:cNvPr id="1826" name="Google Shape;1826;p84"/>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84"/>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84"/>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84"/>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84"/>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84"/>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84"/>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84"/>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84"/>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84"/>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84"/>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84"/>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 name="Google Shape;1838;p84"/>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 name="Google Shape;1839;p84"/>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40" name="Google Shape;1840;p84"/>
          <p:cNvSpPr txBox="1"/>
          <p:nvPr>
            <p:ph type="title"/>
          </p:nvPr>
        </p:nvSpPr>
        <p:spPr>
          <a:xfrm>
            <a:off x="1912038" y="1637425"/>
            <a:ext cx="1665300" cy="755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841" name="Google Shape;1841;p84"/>
          <p:cNvSpPr txBox="1"/>
          <p:nvPr>
            <p:ph idx="1" type="subTitle"/>
          </p:nvPr>
        </p:nvSpPr>
        <p:spPr>
          <a:xfrm>
            <a:off x="846438" y="2393075"/>
            <a:ext cx="2730900" cy="11130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7">
    <p:spTree>
      <p:nvGrpSpPr>
        <p:cNvPr id="1842" name="Shape 1842"/>
        <p:cNvGrpSpPr/>
        <p:nvPr/>
      </p:nvGrpSpPr>
      <p:grpSpPr>
        <a:xfrm>
          <a:off x="0" y="0"/>
          <a:ext cx="0" cy="0"/>
          <a:chOff x="0" y="0"/>
          <a:chExt cx="0" cy="0"/>
        </a:xfrm>
      </p:grpSpPr>
      <p:sp>
        <p:nvSpPr>
          <p:cNvPr id="1843" name="Google Shape;1843;p85"/>
          <p:cNvSpPr/>
          <p:nvPr/>
        </p:nvSpPr>
        <p:spPr>
          <a:xfrm rot="-5102664">
            <a:off x="-106610" y="4127696"/>
            <a:ext cx="1216489" cy="112145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44" name="Google Shape;1844;p85"/>
          <p:cNvGrpSpPr/>
          <p:nvPr/>
        </p:nvGrpSpPr>
        <p:grpSpPr>
          <a:xfrm>
            <a:off x="411652" y="3991575"/>
            <a:ext cx="315649" cy="349878"/>
            <a:chOff x="488377" y="2897975"/>
            <a:chExt cx="315649" cy="349878"/>
          </a:xfrm>
        </p:grpSpPr>
        <p:sp>
          <p:nvSpPr>
            <p:cNvPr id="1845" name="Google Shape;1845;p85"/>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 name="Google Shape;1846;p85"/>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85"/>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 name="Google Shape;1848;p85"/>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49" name="Google Shape;1849;p85"/>
          <p:cNvSpPr/>
          <p:nvPr/>
        </p:nvSpPr>
        <p:spPr>
          <a:xfrm rot="8749359">
            <a:off x="7960772" y="-600208"/>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p85"/>
          <p:cNvSpPr/>
          <p:nvPr/>
        </p:nvSpPr>
        <p:spPr>
          <a:xfrm rot="7898116">
            <a:off x="7878856" y="4090701"/>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85"/>
          <p:cNvSpPr/>
          <p:nvPr/>
        </p:nvSpPr>
        <p:spPr>
          <a:xfrm>
            <a:off x="8609375" y="47876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 name="Google Shape;1852;p85"/>
          <p:cNvSpPr/>
          <p:nvPr/>
        </p:nvSpPr>
        <p:spPr>
          <a:xfrm flipH="1" rot="-5641596">
            <a:off x="425340" y="-397122"/>
            <a:ext cx="339869" cy="116956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 name="Google Shape;1853;p85"/>
          <p:cNvSpPr/>
          <p:nvPr/>
        </p:nvSpPr>
        <p:spPr>
          <a:xfrm flipH="1" rot="-4974102">
            <a:off x="479070" y="-244395"/>
            <a:ext cx="373546" cy="1285452"/>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 name="Google Shape;1854;p85"/>
          <p:cNvSpPr/>
          <p:nvPr/>
        </p:nvSpPr>
        <p:spPr>
          <a:xfrm rot="-1310044">
            <a:off x="437453" y="473940"/>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 name="Google Shape;1855;p85"/>
          <p:cNvSpPr txBox="1"/>
          <p:nvPr>
            <p:ph type="title"/>
          </p:nvPr>
        </p:nvSpPr>
        <p:spPr>
          <a:xfrm>
            <a:off x="5494638" y="1615525"/>
            <a:ext cx="1929300" cy="7776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400"/>
              <a:buNone/>
              <a:defRPr sz="2400"/>
            </a:lvl1pPr>
            <a:lvl2pPr lvl="1" algn="r">
              <a:lnSpc>
                <a:spcPct val="100000"/>
              </a:lnSpc>
              <a:spcBef>
                <a:spcPts val="0"/>
              </a:spcBef>
              <a:spcAft>
                <a:spcPts val="0"/>
              </a:spcAft>
              <a:buSzPts val="2400"/>
              <a:buNone/>
              <a:defRPr sz="2400"/>
            </a:lvl2pPr>
            <a:lvl3pPr lvl="2" algn="r">
              <a:lnSpc>
                <a:spcPct val="100000"/>
              </a:lnSpc>
              <a:spcBef>
                <a:spcPts val="0"/>
              </a:spcBef>
              <a:spcAft>
                <a:spcPts val="0"/>
              </a:spcAft>
              <a:buSzPts val="2400"/>
              <a:buNone/>
              <a:defRPr sz="2400"/>
            </a:lvl3pPr>
            <a:lvl4pPr lvl="3" algn="r">
              <a:lnSpc>
                <a:spcPct val="100000"/>
              </a:lnSpc>
              <a:spcBef>
                <a:spcPts val="0"/>
              </a:spcBef>
              <a:spcAft>
                <a:spcPts val="0"/>
              </a:spcAft>
              <a:buSzPts val="2400"/>
              <a:buNone/>
              <a:defRPr sz="2400"/>
            </a:lvl4pPr>
            <a:lvl5pPr lvl="4" algn="r">
              <a:lnSpc>
                <a:spcPct val="100000"/>
              </a:lnSpc>
              <a:spcBef>
                <a:spcPts val="0"/>
              </a:spcBef>
              <a:spcAft>
                <a:spcPts val="0"/>
              </a:spcAft>
              <a:buSzPts val="2400"/>
              <a:buNone/>
              <a:defRPr sz="2400"/>
            </a:lvl5pPr>
            <a:lvl6pPr lvl="5" algn="r">
              <a:lnSpc>
                <a:spcPct val="100000"/>
              </a:lnSpc>
              <a:spcBef>
                <a:spcPts val="0"/>
              </a:spcBef>
              <a:spcAft>
                <a:spcPts val="0"/>
              </a:spcAft>
              <a:buSzPts val="2400"/>
              <a:buNone/>
              <a:defRPr sz="2400"/>
            </a:lvl6pPr>
            <a:lvl7pPr lvl="6" algn="r">
              <a:lnSpc>
                <a:spcPct val="100000"/>
              </a:lnSpc>
              <a:spcBef>
                <a:spcPts val="0"/>
              </a:spcBef>
              <a:spcAft>
                <a:spcPts val="0"/>
              </a:spcAft>
              <a:buSzPts val="2400"/>
              <a:buNone/>
              <a:defRPr sz="2400"/>
            </a:lvl7pPr>
            <a:lvl8pPr lvl="7" algn="r">
              <a:lnSpc>
                <a:spcPct val="100000"/>
              </a:lnSpc>
              <a:spcBef>
                <a:spcPts val="0"/>
              </a:spcBef>
              <a:spcAft>
                <a:spcPts val="0"/>
              </a:spcAft>
              <a:buSzPts val="2400"/>
              <a:buNone/>
              <a:defRPr sz="2400"/>
            </a:lvl8pPr>
            <a:lvl9pPr lvl="8" algn="r">
              <a:lnSpc>
                <a:spcPct val="100000"/>
              </a:lnSpc>
              <a:spcBef>
                <a:spcPts val="0"/>
              </a:spcBef>
              <a:spcAft>
                <a:spcPts val="0"/>
              </a:spcAft>
              <a:buSzPts val="2400"/>
              <a:buNone/>
              <a:defRPr sz="2400"/>
            </a:lvl9pPr>
          </a:lstStyle>
          <a:p/>
        </p:txBody>
      </p:sp>
      <p:sp>
        <p:nvSpPr>
          <p:cNvPr id="1856" name="Google Shape;1856;p85"/>
          <p:cNvSpPr txBox="1"/>
          <p:nvPr>
            <p:ph idx="1" type="subTitle"/>
          </p:nvPr>
        </p:nvSpPr>
        <p:spPr>
          <a:xfrm>
            <a:off x="5494638" y="2393075"/>
            <a:ext cx="2730900" cy="1113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a:lvl1pPr>
            <a:lvl2pPr lvl="1" algn="r">
              <a:lnSpc>
                <a:spcPct val="100000"/>
              </a:lnSpc>
              <a:spcBef>
                <a:spcPts val="0"/>
              </a:spcBef>
              <a:spcAft>
                <a:spcPts val="0"/>
              </a:spcAft>
              <a:buSzPts val="1400"/>
              <a:buNone/>
              <a:defRPr/>
            </a:lvl2pPr>
            <a:lvl3pPr lvl="2" algn="r">
              <a:lnSpc>
                <a:spcPct val="100000"/>
              </a:lnSpc>
              <a:spcBef>
                <a:spcPts val="1600"/>
              </a:spcBef>
              <a:spcAft>
                <a:spcPts val="0"/>
              </a:spcAft>
              <a:buSzPts val="1400"/>
              <a:buNone/>
              <a:defRPr/>
            </a:lvl3pPr>
            <a:lvl4pPr lvl="3" algn="r">
              <a:lnSpc>
                <a:spcPct val="100000"/>
              </a:lnSpc>
              <a:spcBef>
                <a:spcPts val="1600"/>
              </a:spcBef>
              <a:spcAft>
                <a:spcPts val="0"/>
              </a:spcAft>
              <a:buSzPts val="1400"/>
              <a:buNone/>
              <a:defRPr/>
            </a:lvl4pPr>
            <a:lvl5pPr lvl="4" algn="r">
              <a:lnSpc>
                <a:spcPct val="100000"/>
              </a:lnSpc>
              <a:spcBef>
                <a:spcPts val="1600"/>
              </a:spcBef>
              <a:spcAft>
                <a:spcPts val="0"/>
              </a:spcAft>
              <a:buSzPts val="1400"/>
              <a:buNone/>
              <a:defRPr/>
            </a:lvl5pPr>
            <a:lvl6pPr lvl="5" algn="r">
              <a:lnSpc>
                <a:spcPct val="100000"/>
              </a:lnSpc>
              <a:spcBef>
                <a:spcPts val="1600"/>
              </a:spcBef>
              <a:spcAft>
                <a:spcPts val="0"/>
              </a:spcAft>
              <a:buSzPts val="1400"/>
              <a:buNone/>
              <a:defRPr/>
            </a:lvl6pPr>
            <a:lvl7pPr lvl="6" algn="r">
              <a:lnSpc>
                <a:spcPct val="100000"/>
              </a:lnSpc>
              <a:spcBef>
                <a:spcPts val="1600"/>
              </a:spcBef>
              <a:spcAft>
                <a:spcPts val="0"/>
              </a:spcAft>
              <a:buSzPts val="1400"/>
              <a:buNone/>
              <a:defRPr/>
            </a:lvl7pPr>
            <a:lvl8pPr lvl="7" algn="r">
              <a:lnSpc>
                <a:spcPct val="100000"/>
              </a:lnSpc>
              <a:spcBef>
                <a:spcPts val="1600"/>
              </a:spcBef>
              <a:spcAft>
                <a:spcPts val="0"/>
              </a:spcAft>
              <a:buSzPts val="1400"/>
              <a:buNone/>
              <a:defRPr/>
            </a:lvl8pPr>
            <a:lvl9pPr lvl="8" algn="r">
              <a:lnSpc>
                <a:spcPct val="100000"/>
              </a:lnSpc>
              <a:spcBef>
                <a:spcPts val="1600"/>
              </a:spcBef>
              <a:spcAft>
                <a:spcPts val="1600"/>
              </a:spcAft>
              <a:buSzPts val="1400"/>
              <a:buNone/>
              <a:defRPr/>
            </a:lvl9pPr>
          </a:lstStyle>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8">
    <p:spTree>
      <p:nvGrpSpPr>
        <p:cNvPr id="1857" name="Shape 1857"/>
        <p:cNvGrpSpPr/>
        <p:nvPr/>
      </p:nvGrpSpPr>
      <p:grpSpPr>
        <a:xfrm>
          <a:off x="0" y="0"/>
          <a:ext cx="0" cy="0"/>
          <a:chOff x="0" y="0"/>
          <a:chExt cx="0" cy="0"/>
        </a:xfrm>
      </p:grpSpPr>
      <p:sp>
        <p:nvSpPr>
          <p:cNvPr id="1858" name="Google Shape;1858;p86"/>
          <p:cNvSpPr txBox="1"/>
          <p:nvPr>
            <p:ph type="title"/>
          </p:nvPr>
        </p:nvSpPr>
        <p:spPr>
          <a:xfrm>
            <a:off x="2579913" y="1598076"/>
            <a:ext cx="1665300" cy="7950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859" name="Google Shape;1859;p86"/>
          <p:cNvSpPr txBox="1"/>
          <p:nvPr>
            <p:ph idx="1" type="subTitle"/>
          </p:nvPr>
        </p:nvSpPr>
        <p:spPr>
          <a:xfrm>
            <a:off x="1514313" y="2393063"/>
            <a:ext cx="2730900" cy="11130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860" name="Google Shape;1860;p86"/>
          <p:cNvSpPr/>
          <p:nvPr/>
        </p:nvSpPr>
        <p:spPr>
          <a:xfrm rot="-8933533">
            <a:off x="-76041" y="4242723"/>
            <a:ext cx="1894979" cy="1037626"/>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61" name="Google Shape;1861;p86"/>
          <p:cNvGrpSpPr/>
          <p:nvPr/>
        </p:nvGrpSpPr>
        <p:grpSpPr>
          <a:xfrm>
            <a:off x="1339077" y="4508013"/>
            <a:ext cx="315649" cy="349878"/>
            <a:chOff x="4846427" y="-66500"/>
            <a:chExt cx="315649" cy="349878"/>
          </a:xfrm>
        </p:grpSpPr>
        <p:sp>
          <p:nvSpPr>
            <p:cNvPr id="1862" name="Google Shape;1862;p86"/>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 name="Google Shape;1863;p86"/>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 name="Google Shape;1864;p86"/>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 name="Google Shape;1865;p86"/>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66" name="Google Shape;1866;p86"/>
          <p:cNvGrpSpPr/>
          <p:nvPr/>
        </p:nvGrpSpPr>
        <p:grpSpPr>
          <a:xfrm flipH="1" rot="-1308085">
            <a:off x="-87938" y="-157472"/>
            <a:ext cx="878888" cy="1093469"/>
            <a:chOff x="-82549" y="4170315"/>
            <a:chExt cx="878866" cy="1093441"/>
          </a:xfrm>
        </p:grpSpPr>
        <p:sp>
          <p:nvSpPr>
            <p:cNvPr id="1867" name="Google Shape;1867;p86"/>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p86"/>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 name="Google Shape;1869;p86"/>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70" name="Google Shape;1870;p86"/>
          <p:cNvSpPr/>
          <p:nvPr/>
        </p:nvSpPr>
        <p:spPr>
          <a:xfrm rot="487906">
            <a:off x="628209" y="924795"/>
            <a:ext cx="269254" cy="481859"/>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 name="Google Shape;1871;p86"/>
          <p:cNvSpPr/>
          <p:nvPr/>
        </p:nvSpPr>
        <p:spPr>
          <a:xfrm flipH="1" rot="10800000">
            <a:off x="7956081" y="4418490"/>
            <a:ext cx="1264599" cy="929507"/>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86"/>
          <p:cNvSpPr/>
          <p:nvPr/>
        </p:nvSpPr>
        <p:spPr>
          <a:xfrm rot="399774">
            <a:off x="8152739" y="3414125"/>
            <a:ext cx="394943" cy="33214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86"/>
          <p:cNvSpPr/>
          <p:nvPr/>
        </p:nvSpPr>
        <p:spPr>
          <a:xfrm rot="-7290801">
            <a:off x="8009808" y="-160011"/>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74" name="Google Shape;1874;p86"/>
          <p:cNvGrpSpPr/>
          <p:nvPr/>
        </p:nvGrpSpPr>
        <p:grpSpPr>
          <a:xfrm>
            <a:off x="8346847" y="747393"/>
            <a:ext cx="483087" cy="429802"/>
            <a:chOff x="1101247" y="2686593"/>
            <a:chExt cx="483087" cy="429802"/>
          </a:xfrm>
        </p:grpSpPr>
        <p:sp>
          <p:nvSpPr>
            <p:cNvPr id="1875" name="Google Shape;1875;p86"/>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 name="Google Shape;1876;p86"/>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77" name="Google Shape;1877;p86"/>
          <p:cNvSpPr/>
          <p:nvPr/>
        </p:nvSpPr>
        <p:spPr>
          <a:xfrm rot="10800000">
            <a:off x="4434307" y="-87312"/>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 name="Google Shape;1878;p86"/>
          <p:cNvSpPr/>
          <p:nvPr/>
        </p:nvSpPr>
        <p:spPr>
          <a:xfrm rot="10800000">
            <a:off x="4100713" y="-89712"/>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8_1">
    <p:bg>
      <p:bgPr>
        <a:solidFill>
          <a:schemeClr val="accent4"/>
        </a:solidFill>
      </p:bgPr>
    </p:bg>
    <p:spTree>
      <p:nvGrpSpPr>
        <p:cNvPr id="1879" name="Shape 1879"/>
        <p:cNvGrpSpPr/>
        <p:nvPr/>
      </p:nvGrpSpPr>
      <p:grpSpPr>
        <a:xfrm>
          <a:off x="0" y="0"/>
          <a:ext cx="0" cy="0"/>
          <a:chOff x="0" y="0"/>
          <a:chExt cx="0" cy="0"/>
        </a:xfrm>
      </p:grpSpPr>
      <p:sp>
        <p:nvSpPr>
          <p:cNvPr id="1880" name="Google Shape;1880;p87"/>
          <p:cNvSpPr/>
          <p:nvPr/>
        </p:nvSpPr>
        <p:spPr>
          <a:xfrm rot="8586844">
            <a:off x="8284580" y="3711233"/>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p87"/>
          <p:cNvSpPr/>
          <p:nvPr/>
        </p:nvSpPr>
        <p:spPr>
          <a:xfrm>
            <a:off x="5142900" y="4603650"/>
            <a:ext cx="445086" cy="471456"/>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p87"/>
          <p:cNvSpPr txBox="1"/>
          <p:nvPr>
            <p:ph type="title"/>
          </p:nvPr>
        </p:nvSpPr>
        <p:spPr>
          <a:xfrm>
            <a:off x="4089600" y="1749668"/>
            <a:ext cx="4342800" cy="10974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6000"/>
              <a:buNone/>
              <a:defRPr sz="8500">
                <a:solidFill>
                  <a:schemeClr val="lt1"/>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1883" name="Google Shape;1883;p87"/>
          <p:cNvSpPr txBox="1"/>
          <p:nvPr>
            <p:ph idx="1" type="subTitle"/>
          </p:nvPr>
        </p:nvSpPr>
        <p:spPr>
          <a:xfrm>
            <a:off x="4089600" y="2845132"/>
            <a:ext cx="4342800" cy="548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pic>
        <p:nvPicPr>
          <p:cNvPr id="1884" name="Google Shape;1884;p87"/>
          <p:cNvPicPr preferRelativeResize="0"/>
          <p:nvPr/>
        </p:nvPicPr>
        <p:blipFill rotWithShape="1">
          <a:blip r:embed="rId2">
            <a:alphaModFix/>
          </a:blip>
          <a:srcRect b="0" l="0" r="0" t="0"/>
          <a:stretch/>
        </p:blipFill>
        <p:spPr>
          <a:xfrm flipH="1">
            <a:off x="0" y="0"/>
            <a:ext cx="9144003" cy="5143501"/>
          </a:xfrm>
          <a:prstGeom prst="rect">
            <a:avLst/>
          </a:prstGeom>
          <a:noFill/>
          <a:ln>
            <a:noFill/>
          </a:ln>
        </p:spPr>
      </p:pic>
      <p:sp>
        <p:nvSpPr>
          <p:cNvPr id="1885" name="Google Shape;1885;p87"/>
          <p:cNvSpPr/>
          <p:nvPr/>
        </p:nvSpPr>
        <p:spPr>
          <a:xfrm rot="-8506666">
            <a:off x="8383814" y="-402675"/>
            <a:ext cx="1004153" cy="10246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86" name="Google Shape;1886;p87"/>
          <p:cNvGrpSpPr/>
          <p:nvPr/>
        </p:nvGrpSpPr>
        <p:grpSpPr>
          <a:xfrm rot="-9849415">
            <a:off x="6706989" y="-293769"/>
            <a:ext cx="1270582" cy="1053607"/>
            <a:chOff x="-142022" y="90588"/>
            <a:chExt cx="1270599" cy="1053621"/>
          </a:xfrm>
        </p:grpSpPr>
        <p:sp>
          <p:nvSpPr>
            <p:cNvPr id="1887" name="Google Shape;1887;p87"/>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87"/>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p87"/>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p87"/>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p87"/>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p87"/>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87"/>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87"/>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 name="Google Shape;1895;p87"/>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87"/>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87"/>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87"/>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87"/>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 name="Google Shape;1900;p87"/>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01" name="Google Shape;1901;p87"/>
          <p:cNvSpPr/>
          <p:nvPr/>
        </p:nvSpPr>
        <p:spPr>
          <a:xfrm flipH="1" rot="-5400000">
            <a:off x="5025358" y="-533096"/>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87"/>
          <p:cNvSpPr/>
          <p:nvPr/>
        </p:nvSpPr>
        <p:spPr>
          <a:xfrm rot="-466267">
            <a:off x="7691393" y="4522296"/>
            <a:ext cx="1951125" cy="1138104"/>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8_1_1">
    <p:bg>
      <p:bgPr>
        <a:solidFill>
          <a:schemeClr val="accent4"/>
        </a:solidFill>
      </p:bgPr>
    </p:bg>
    <p:spTree>
      <p:nvGrpSpPr>
        <p:cNvPr id="1903" name="Shape 1903"/>
        <p:cNvGrpSpPr/>
        <p:nvPr/>
      </p:nvGrpSpPr>
      <p:grpSpPr>
        <a:xfrm>
          <a:off x="0" y="0"/>
          <a:ext cx="0" cy="0"/>
          <a:chOff x="0" y="0"/>
          <a:chExt cx="0" cy="0"/>
        </a:xfrm>
      </p:grpSpPr>
      <p:pic>
        <p:nvPicPr>
          <p:cNvPr id="1904" name="Google Shape;1904;p88"/>
          <p:cNvPicPr preferRelativeResize="0"/>
          <p:nvPr/>
        </p:nvPicPr>
        <p:blipFill rotWithShape="1">
          <a:blip r:embed="rId2">
            <a:alphaModFix/>
          </a:blip>
          <a:srcRect b="0" l="0" r="0" t="0"/>
          <a:stretch/>
        </p:blipFill>
        <p:spPr>
          <a:xfrm flipH="1">
            <a:off x="0" y="0"/>
            <a:ext cx="9144003" cy="5143501"/>
          </a:xfrm>
          <a:prstGeom prst="rect">
            <a:avLst/>
          </a:prstGeom>
          <a:noFill/>
          <a:ln>
            <a:noFill/>
          </a:ln>
        </p:spPr>
      </p:pic>
      <p:sp>
        <p:nvSpPr>
          <p:cNvPr id="1905" name="Google Shape;1905;p88"/>
          <p:cNvSpPr/>
          <p:nvPr/>
        </p:nvSpPr>
        <p:spPr>
          <a:xfrm rot="8586844">
            <a:off x="8284580" y="3711233"/>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88"/>
          <p:cNvSpPr/>
          <p:nvPr/>
        </p:nvSpPr>
        <p:spPr>
          <a:xfrm>
            <a:off x="5142900" y="4603650"/>
            <a:ext cx="445086" cy="471456"/>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88"/>
          <p:cNvSpPr txBox="1"/>
          <p:nvPr>
            <p:ph type="title"/>
          </p:nvPr>
        </p:nvSpPr>
        <p:spPr>
          <a:xfrm>
            <a:off x="2084100" y="3090725"/>
            <a:ext cx="4975800" cy="7314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a:solidFill>
                  <a:schemeClr val="lt1"/>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1908" name="Google Shape;1908;p88"/>
          <p:cNvSpPr txBox="1"/>
          <p:nvPr>
            <p:ph idx="1" type="subTitle"/>
          </p:nvPr>
        </p:nvSpPr>
        <p:spPr>
          <a:xfrm>
            <a:off x="2084100" y="3822130"/>
            <a:ext cx="49758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9">
    <p:spTree>
      <p:nvGrpSpPr>
        <p:cNvPr id="1909" name="Shape 1909"/>
        <p:cNvGrpSpPr/>
        <p:nvPr/>
      </p:nvGrpSpPr>
      <p:grpSpPr>
        <a:xfrm>
          <a:off x="0" y="0"/>
          <a:ext cx="0" cy="0"/>
          <a:chOff x="0" y="0"/>
          <a:chExt cx="0" cy="0"/>
        </a:xfrm>
      </p:grpSpPr>
      <p:sp>
        <p:nvSpPr>
          <p:cNvPr id="1910" name="Google Shape;1910;p89"/>
          <p:cNvSpPr/>
          <p:nvPr/>
        </p:nvSpPr>
        <p:spPr>
          <a:xfrm rot="-8506666">
            <a:off x="8091477" y="4506138"/>
            <a:ext cx="1004153" cy="10246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 name="Google Shape;1911;p89"/>
          <p:cNvSpPr/>
          <p:nvPr/>
        </p:nvSpPr>
        <p:spPr>
          <a:xfrm flipH="1" rot="-6067523">
            <a:off x="376721" y="4233330"/>
            <a:ext cx="339868" cy="1169559"/>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12" name="Google Shape;1912;p89"/>
          <p:cNvGrpSpPr/>
          <p:nvPr/>
        </p:nvGrpSpPr>
        <p:grpSpPr>
          <a:xfrm rot="3918966">
            <a:off x="8154139" y="-99939"/>
            <a:ext cx="878841" cy="1093411"/>
            <a:chOff x="-82549" y="4170315"/>
            <a:chExt cx="878866" cy="1093441"/>
          </a:xfrm>
        </p:grpSpPr>
        <p:sp>
          <p:nvSpPr>
            <p:cNvPr id="1913" name="Google Shape;1913;p89"/>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 name="Google Shape;1914;p89"/>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89"/>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16" name="Google Shape;1916;p89"/>
          <p:cNvSpPr/>
          <p:nvPr/>
        </p:nvSpPr>
        <p:spPr>
          <a:xfrm flipH="1" rot="-5400000">
            <a:off x="455956" y="437571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17" name="Google Shape;1917;p89"/>
          <p:cNvGrpSpPr/>
          <p:nvPr/>
        </p:nvGrpSpPr>
        <p:grpSpPr>
          <a:xfrm>
            <a:off x="282427" y="4385738"/>
            <a:ext cx="315649" cy="349878"/>
            <a:chOff x="4846427" y="-66500"/>
            <a:chExt cx="315649" cy="349878"/>
          </a:xfrm>
        </p:grpSpPr>
        <p:sp>
          <p:nvSpPr>
            <p:cNvPr id="1918" name="Google Shape;1918;p89"/>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 name="Google Shape;1919;p89"/>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 name="Google Shape;1920;p89"/>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89"/>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22" name="Google Shape;1922;p89"/>
          <p:cNvSpPr/>
          <p:nvPr/>
        </p:nvSpPr>
        <p:spPr>
          <a:xfrm rot="-244539">
            <a:off x="-74454" y="21029"/>
            <a:ext cx="1894979" cy="1037627"/>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89"/>
          <p:cNvSpPr/>
          <p:nvPr/>
        </p:nvSpPr>
        <p:spPr>
          <a:xfrm>
            <a:off x="8701425" y="412926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24" name="Google Shape;1924;p89"/>
          <p:cNvGrpSpPr/>
          <p:nvPr/>
        </p:nvGrpSpPr>
        <p:grpSpPr>
          <a:xfrm rot="3550083">
            <a:off x="8812420" y="400662"/>
            <a:ext cx="593155" cy="707094"/>
            <a:chOff x="8446375" y="3346247"/>
            <a:chExt cx="572406" cy="682360"/>
          </a:xfrm>
        </p:grpSpPr>
        <p:sp>
          <p:nvSpPr>
            <p:cNvPr id="1925" name="Google Shape;1925;p89"/>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89"/>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89"/>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p89"/>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p89"/>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30" name="Google Shape;1930;p89"/>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1931" name="Google Shape;1931;p89"/>
          <p:cNvSpPr txBox="1"/>
          <p:nvPr>
            <p:ph idx="2" type="title"/>
          </p:nvPr>
        </p:nvSpPr>
        <p:spPr>
          <a:xfrm>
            <a:off x="1547263" y="3200000"/>
            <a:ext cx="2336400" cy="48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932" name="Google Shape;1932;p89"/>
          <p:cNvSpPr txBox="1"/>
          <p:nvPr>
            <p:ph idx="1" type="subTitle"/>
          </p:nvPr>
        </p:nvSpPr>
        <p:spPr>
          <a:xfrm>
            <a:off x="1547263" y="3591291"/>
            <a:ext cx="2336400" cy="633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933" name="Google Shape;1933;p89"/>
          <p:cNvSpPr txBox="1"/>
          <p:nvPr>
            <p:ph idx="3" type="title"/>
          </p:nvPr>
        </p:nvSpPr>
        <p:spPr>
          <a:xfrm>
            <a:off x="5260338" y="3579350"/>
            <a:ext cx="2336400" cy="48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934" name="Google Shape;1934;p89"/>
          <p:cNvSpPr txBox="1"/>
          <p:nvPr>
            <p:ph idx="4" type="subTitle"/>
          </p:nvPr>
        </p:nvSpPr>
        <p:spPr>
          <a:xfrm>
            <a:off x="5260338" y="3970640"/>
            <a:ext cx="2336400" cy="633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1">
    <p:spTree>
      <p:nvGrpSpPr>
        <p:cNvPr id="1935" name="Shape 1935"/>
        <p:cNvGrpSpPr/>
        <p:nvPr/>
      </p:nvGrpSpPr>
      <p:grpSpPr>
        <a:xfrm>
          <a:off x="0" y="0"/>
          <a:ext cx="0" cy="0"/>
          <a:chOff x="0" y="0"/>
          <a:chExt cx="0" cy="0"/>
        </a:xfrm>
      </p:grpSpPr>
      <p:sp>
        <p:nvSpPr>
          <p:cNvPr id="1936" name="Google Shape;1936;p90"/>
          <p:cNvSpPr/>
          <p:nvPr/>
        </p:nvSpPr>
        <p:spPr>
          <a:xfrm>
            <a:off x="8837813" y="44662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90"/>
          <p:cNvSpPr/>
          <p:nvPr/>
        </p:nvSpPr>
        <p:spPr>
          <a:xfrm flipH="1">
            <a:off x="-106594" y="20261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38" name="Google Shape;1938;p90"/>
          <p:cNvGrpSpPr/>
          <p:nvPr/>
        </p:nvGrpSpPr>
        <p:grpSpPr>
          <a:xfrm>
            <a:off x="250850" y="690372"/>
            <a:ext cx="572406" cy="682360"/>
            <a:chOff x="98450" y="537972"/>
            <a:chExt cx="572406" cy="682360"/>
          </a:xfrm>
        </p:grpSpPr>
        <p:sp>
          <p:nvSpPr>
            <p:cNvPr id="1939" name="Google Shape;1939;p90"/>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90"/>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90"/>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90"/>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90"/>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44" name="Google Shape;1944;p90"/>
          <p:cNvSpPr/>
          <p:nvPr/>
        </p:nvSpPr>
        <p:spPr>
          <a:xfrm flipH="1" rot="10149192">
            <a:off x="8283428" y="42999"/>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90"/>
          <p:cNvSpPr/>
          <p:nvPr/>
        </p:nvSpPr>
        <p:spPr>
          <a:xfrm>
            <a:off x="2316775" y="3067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2"/>
              </a:solidFill>
              <a:latin typeface="Arial"/>
              <a:ea typeface="Arial"/>
              <a:cs typeface="Arial"/>
              <a:sym typeface="Arial"/>
            </a:endParaRPr>
          </a:p>
        </p:txBody>
      </p:sp>
      <p:sp>
        <p:nvSpPr>
          <p:cNvPr id="1946" name="Google Shape;1946;p90"/>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1947" name="Google Shape;1947;p90"/>
          <p:cNvSpPr txBox="1"/>
          <p:nvPr>
            <p:ph idx="1" type="body"/>
          </p:nvPr>
        </p:nvSpPr>
        <p:spPr>
          <a:xfrm>
            <a:off x="727300" y="1269075"/>
            <a:ext cx="3794400" cy="3334800"/>
          </a:xfrm>
          <a:prstGeom prst="rect">
            <a:avLst/>
          </a:prstGeom>
          <a:noFill/>
          <a:ln>
            <a:noFill/>
          </a:ln>
        </p:spPr>
        <p:txBody>
          <a:bodyPr anchorCtr="0" anchor="b" bIns="91425" lIns="91425" spcFirstLastPara="1" rIns="91425" wrap="square" tIns="91425">
            <a:noAutofit/>
          </a:bodyPr>
          <a:lstStyle>
            <a:lvl1pPr indent="-304800" lvl="0" marL="457200" algn="l">
              <a:lnSpc>
                <a:spcPct val="100000"/>
              </a:lnSpc>
              <a:spcBef>
                <a:spcPts val="0"/>
              </a:spcBef>
              <a:spcAft>
                <a:spcPts val="0"/>
              </a:spcAft>
              <a:buSzPts val="1200"/>
              <a:buChar char="●"/>
              <a:defRPr sz="1200"/>
            </a:lvl1pPr>
            <a:lvl2pPr indent="-317500" lvl="1" marL="914400" algn="l">
              <a:lnSpc>
                <a:spcPct val="115000"/>
              </a:lnSpc>
              <a:spcBef>
                <a:spcPts val="1600"/>
              </a:spcBef>
              <a:spcAft>
                <a:spcPts val="0"/>
              </a:spcAft>
              <a:buSzPts val="1400"/>
              <a:buFont typeface="Raleway"/>
              <a:buChar char="○"/>
              <a:defRPr/>
            </a:lvl2pPr>
            <a:lvl3pPr indent="-317500" lvl="2" marL="1371600" algn="l">
              <a:lnSpc>
                <a:spcPct val="115000"/>
              </a:lnSpc>
              <a:spcBef>
                <a:spcPts val="1600"/>
              </a:spcBef>
              <a:spcAft>
                <a:spcPts val="0"/>
              </a:spcAft>
              <a:buSzPts val="1400"/>
              <a:buFont typeface="Raleway"/>
              <a:buChar char="■"/>
              <a:defRPr/>
            </a:lvl3pPr>
            <a:lvl4pPr indent="-317500" lvl="3" marL="1828800" algn="l">
              <a:lnSpc>
                <a:spcPct val="115000"/>
              </a:lnSpc>
              <a:spcBef>
                <a:spcPts val="1600"/>
              </a:spcBef>
              <a:spcAft>
                <a:spcPts val="0"/>
              </a:spcAft>
              <a:buSzPts val="1400"/>
              <a:buFont typeface="Raleway"/>
              <a:buChar char="●"/>
              <a:defRPr/>
            </a:lvl4pPr>
            <a:lvl5pPr indent="-317500" lvl="4" marL="2286000" algn="l">
              <a:lnSpc>
                <a:spcPct val="115000"/>
              </a:lnSpc>
              <a:spcBef>
                <a:spcPts val="1600"/>
              </a:spcBef>
              <a:spcAft>
                <a:spcPts val="0"/>
              </a:spcAft>
              <a:buSzPts val="1400"/>
              <a:buFont typeface="Raleway"/>
              <a:buChar char="○"/>
              <a:defRPr/>
            </a:lvl5pPr>
            <a:lvl6pPr indent="-317500" lvl="5" marL="2743200" algn="l">
              <a:lnSpc>
                <a:spcPct val="115000"/>
              </a:lnSpc>
              <a:spcBef>
                <a:spcPts val="1600"/>
              </a:spcBef>
              <a:spcAft>
                <a:spcPts val="0"/>
              </a:spcAft>
              <a:buSzPts val="1400"/>
              <a:buFont typeface="Raleway"/>
              <a:buChar char="■"/>
              <a:defRPr/>
            </a:lvl6pPr>
            <a:lvl7pPr indent="-317500" lvl="6" marL="3200400" algn="l">
              <a:lnSpc>
                <a:spcPct val="115000"/>
              </a:lnSpc>
              <a:spcBef>
                <a:spcPts val="1600"/>
              </a:spcBef>
              <a:spcAft>
                <a:spcPts val="0"/>
              </a:spcAft>
              <a:buSzPts val="1400"/>
              <a:buFont typeface="Raleway"/>
              <a:buChar char="●"/>
              <a:defRPr/>
            </a:lvl7pPr>
            <a:lvl8pPr indent="-317500" lvl="7" marL="3657600" algn="l">
              <a:lnSpc>
                <a:spcPct val="115000"/>
              </a:lnSpc>
              <a:spcBef>
                <a:spcPts val="1600"/>
              </a:spcBef>
              <a:spcAft>
                <a:spcPts val="0"/>
              </a:spcAft>
              <a:buSzPts val="1400"/>
              <a:buFont typeface="Raleway"/>
              <a:buChar char="○"/>
              <a:defRPr/>
            </a:lvl8pPr>
            <a:lvl9pPr indent="-317500" lvl="8" marL="4114800" algn="l">
              <a:lnSpc>
                <a:spcPct val="115000"/>
              </a:lnSpc>
              <a:spcBef>
                <a:spcPts val="1600"/>
              </a:spcBef>
              <a:spcAft>
                <a:spcPts val="1600"/>
              </a:spcAft>
              <a:buSzPts val="1400"/>
              <a:buFont typeface="Raleway"/>
              <a:buChar char="■"/>
              <a:defRPr/>
            </a:lvl9pPr>
          </a:lstStyle>
          <a:p/>
        </p:txBody>
      </p:sp>
      <p:sp>
        <p:nvSpPr>
          <p:cNvPr id="1948" name="Google Shape;1948;p90"/>
          <p:cNvSpPr txBox="1"/>
          <p:nvPr>
            <p:ph idx="2" type="body"/>
          </p:nvPr>
        </p:nvSpPr>
        <p:spPr>
          <a:xfrm>
            <a:off x="4622300" y="1269075"/>
            <a:ext cx="3794400" cy="3334800"/>
          </a:xfrm>
          <a:prstGeom prst="rect">
            <a:avLst/>
          </a:prstGeom>
          <a:noFill/>
          <a:ln>
            <a:noFill/>
          </a:ln>
        </p:spPr>
        <p:txBody>
          <a:bodyPr anchorCtr="0" anchor="b" bIns="91425" lIns="91425" spcFirstLastPara="1" rIns="91425" wrap="square" tIns="91425">
            <a:noAutofit/>
          </a:bodyPr>
          <a:lstStyle>
            <a:lvl1pPr indent="-304800" lvl="0" marL="457200" algn="l">
              <a:lnSpc>
                <a:spcPct val="100000"/>
              </a:lnSpc>
              <a:spcBef>
                <a:spcPts val="0"/>
              </a:spcBef>
              <a:spcAft>
                <a:spcPts val="0"/>
              </a:spcAft>
              <a:buSzPts val="1200"/>
              <a:buChar char="●"/>
              <a:defRPr sz="1200"/>
            </a:lvl1pPr>
            <a:lvl2pPr indent="-317500" lvl="1" marL="914400" algn="l">
              <a:lnSpc>
                <a:spcPct val="115000"/>
              </a:lnSpc>
              <a:spcBef>
                <a:spcPts val="1600"/>
              </a:spcBef>
              <a:spcAft>
                <a:spcPts val="0"/>
              </a:spcAft>
              <a:buSzPts val="1400"/>
              <a:buFont typeface="Raleway"/>
              <a:buChar char="○"/>
              <a:defRPr/>
            </a:lvl2pPr>
            <a:lvl3pPr indent="-317500" lvl="2" marL="1371600" algn="l">
              <a:lnSpc>
                <a:spcPct val="115000"/>
              </a:lnSpc>
              <a:spcBef>
                <a:spcPts val="1600"/>
              </a:spcBef>
              <a:spcAft>
                <a:spcPts val="0"/>
              </a:spcAft>
              <a:buSzPts val="1400"/>
              <a:buFont typeface="Raleway"/>
              <a:buChar char="■"/>
              <a:defRPr/>
            </a:lvl3pPr>
            <a:lvl4pPr indent="-317500" lvl="3" marL="1828800" algn="l">
              <a:lnSpc>
                <a:spcPct val="115000"/>
              </a:lnSpc>
              <a:spcBef>
                <a:spcPts val="1600"/>
              </a:spcBef>
              <a:spcAft>
                <a:spcPts val="0"/>
              </a:spcAft>
              <a:buSzPts val="1400"/>
              <a:buFont typeface="Raleway"/>
              <a:buChar char="●"/>
              <a:defRPr/>
            </a:lvl4pPr>
            <a:lvl5pPr indent="-317500" lvl="4" marL="2286000" algn="l">
              <a:lnSpc>
                <a:spcPct val="115000"/>
              </a:lnSpc>
              <a:spcBef>
                <a:spcPts val="1600"/>
              </a:spcBef>
              <a:spcAft>
                <a:spcPts val="0"/>
              </a:spcAft>
              <a:buSzPts val="1400"/>
              <a:buFont typeface="Raleway"/>
              <a:buChar char="○"/>
              <a:defRPr/>
            </a:lvl5pPr>
            <a:lvl6pPr indent="-317500" lvl="5" marL="2743200" algn="l">
              <a:lnSpc>
                <a:spcPct val="115000"/>
              </a:lnSpc>
              <a:spcBef>
                <a:spcPts val="1600"/>
              </a:spcBef>
              <a:spcAft>
                <a:spcPts val="0"/>
              </a:spcAft>
              <a:buSzPts val="1400"/>
              <a:buFont typeface="Raleway"/>
              <a:buChar char="■"/>
              <a:defRPr/>
            </a:lvl6pPr>
            <a:lvl7pPr indent="-317500" lvl="6" marL="3200400" algn="l">
              <a:lnSpc>
                <a:spcPct val="115000"/>
              </a:lnSpc>
              <a:spcBef>
                <a:spcPts val="1600"/>
              </a:spcBef>
              <a:spcAft>
                <a:spcPts val="0"/>
              </a:spcAft>
              <a:buSzPts val="1400"/>
              <a:buFont typeface="Raleway"/>
              <a:buChar char="●"/>
              <a:defRPr/>
            </a:lvl7pPr>
            <a:lvl8pPr indent="-317500" lvl="7" marL="3657600" algn="l">
              <a:lnSpc>
                <a:spcPct val="115000"/>
              </a:lnSpc>
              <a:spcBef>
                <a:spcPts val="1600"/>
              </a:spcBef>
              <a:spcAft>
                <a:spcPts val="0"/>
              </a:spcAft>
              <a:buSzPts val="1400"/>
              <a:buFont typeface="Raleway"/>
              <a:buChar char="○"/>
              <a:defRPr/>
            </a:lvl8pPr>
            <a:lvl9pPr indent="-317500" lvl="8" marL="4114800" algn="l">
              <a:lnSpc>
                <a:spcPct val="115000"/>
              </a:lnSpc>
              <a:spcBef>
                <a:spcPts val="1600"/>
              </a:spcBef>
              <a:spcAft>
                <a:spcPts val="1600"/>
              </a:spcAft>
              <a:buSzPts val="1400"/>
              <a:buFont typeface="Raleway"/>
              <a:buChar char="■"/>
              <a:defRPr/>
            </a:lvl9pPr>
          </a:lstStyle>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_1">
    <p:spTree>
      <p:nvGrpSpPr>
        <p:cNvPr id="1949" name="Shape 1949"/>
        <p:cNvGrpSpPr/>
        <p:nvPr/>
      </p:nvGrpSpPr>
      <p:grpSpPr>
        <a:xfrm>
          <a:off x="0" y="0"/>
          <a:ext cx="0" cy="0"/>
          <a:chOff x="0" y="0"/>
          <a:chExt cx="0" cy="0"/>
        </a:xfrm>
      </p:grpSpPr>
      <p:sp>
        <p:nvSpPr>
          <p:cNvPr id="1950" name="Google Shape;1950;p91"/>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1951" name="Google Shape;1951;p91"/>
          <p:cNvSpPr txBox="1"/>
          <p:nvPr>
            <p:ph idx="2" type="title"/>
          </p:nvPr>
        </p:nvSpPr>
        <p:spPr>
          <a:xfrm>
            <a:off x="1787950" y="1432500"/>
            <a:ext cx="3389400" cy="357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400"/>
              <a:buNone/>
              <a:defRPr sz="20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952" name="Google Shape;1952;p91"/>
          <p:cNvSpPr txBox="1"/>
          <p:nvPr>
            <p:ph idx="1" type="subTitle"/>
          </p:nvPr>
        </p:nvSpPr>
        <p:spPr>
          <a:xfrm>
            <a:off x="1787950" y="1789488"/>
            <a:ext cx="33894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953" name="Google Shape;1953;p91"/>
          <p:cNvSpPr txBox="1"/>
          <p:nvPr>
            <p:ph idx="3" type="title"/>
          </p:nvPr>
        </p:nvSpPr>
        <p:spPr>
          <a:xfrm>
            <a:off x="1787950" y="3134345"/>
            <a:ext cx="3393600" cy="357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400"/>
              <a:buNone/>
              <a:defRPr sz="20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954" name="Google Shape;1954;p91"/>
          <p:cNvSpPr txBox="1"/>
          <p:nvPr>
            <p:ph idx="4" type="subTitle"/>
          </p:nvPr>
        </p:nvSpPr>
        <p:spPr>
          <a:xfrm>
            <a:off x="1787950" y="3491325"/>
            <a:ext cx="33894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grpSp>
        <p:nvGrpSpPr>
          <p:cNvPr id="1955" name="Google Shape;1955;p91"/>
          <p:cNvGrpSpPr/>
          <p:nvPr/>
        </p:nvGrpSpPr>
        <p:grpSpPr>
          <a:xfrm>
            <a:off x="250850" y="4183747"/>
            <a:ext cx="572406" cy="682360"/>
            <a:chOff x="98450" y="537972"/>
            <a:chExt cx="572406" cy="682360"/>
          </a:xfrm>
        </p:grpSpPr>
        <p:sp>
          <p:nvSpPr>
            <p:cNvPr id="1956" name="Google Shape;1956;p91"/>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91"/>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91"/>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91"/>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91"/>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61" name="Google Shape;1961;p91"/>
          <p:cNvSpPr/>
          <p:nvPr/>
        </p:nvSpPr>
        <p:spPr>
          <a:xfrm>
            <a:off x="250850" y="157326"/>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2"/>
              </a:solidFill>
              <a:latin typeface="Arial"/>
              <a:ea typeface="Arial"/>
              <a:cs typeface="Arial"/>
              <a:sym typeface="Arial"/>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1_1_1_1">
    <p:spTree>
      <p:nvGrpSpPr>
        <p:cNvPr id="1962" name="Shape 1962"/>
        <p:cNvGrpSpPr/>
        <p:nvPr/>
      </p:nvGrpSpPr>
      <p:grpSpPr>
        <a:xfrm>
          <a:off x="0" y="0"/>
          <a:ext cx="0" cy="0"/>
          <a:chOff x="0" y="0"/>
          <a:chExt cx="0" cy="0"/>
        </a:xfrm>
      </p:grpSpPr>
      <p:sp>
        <p:nvSpPr>
          <p:cNvPr id="1963" name="Google Shape;1963;p92"/>
          <p:cNvSpPr/>
          <p:nvPr/>
        </p:nvSpPr>
        <p:spPr>
          <a:xfrm>
            <a:off x="-12" y="408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92"/>
          <p:cNvSpPr/>
          <p:nvPr/>
        </p:nvSpPr>
        <p:spPr>
          <a:xfrm flipH="1">
            <a:off x="7591369" y="471761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65" name="Google Shape;1965;p92"/>
          <p:cNvGrpSpPr/>
          <p:nvPr/>
        </p:nvGrpSpPr>
        <p:grpSpPr>
          <a:xfrm>
            <a:off x="8416525" y="3624072"/>
            <a:ext cx="572406" cy="682360"/>
            <a:chOff x="98450" y="537972"/>
            <a:chExt cx="572406" cy="682360"/>
          </a:xfrm>
        </p:grpSpPr>
        <p:sp>
          <p:nvSpPr>
            <p:cNvPr id="1966" name="Google Shape;1966;p92"/>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92"/>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92"/>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92"/>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92"/>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71" name="Google Shape;1971;p92"/>
          <p:cNvSpPr/>
          <p:nvPr/>
        </p:nvSpPr>
        <p:spPr>
          <a:xfrm flipH="1" rot="10149192">
            <a:off x="8369153" y="-526426"/>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92"/>
          <p:cNvSpPr/>
          <p:nvPr/>
        </p:nvSpPr>
        <p:spPr>
          <a:xfrm>
            <a:off x="2316775" y="3067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2"/>
              </a:solidFill>
              <a:latin typeface="Arial"/>
              <a:ea typeface="Arial"/>
              <a:cs typeface="Arial"/>
              <a:sym typeface="Arial"/>
            </a:endParaRPr>
          </a:p>
        </p:txBody>
      </p:sp>
      <p:sp>
        <p:nvSpPr>
          <p:cNvPr id="1973" name="Google Shape;1973;p92"/>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1974" name="Google Shape;1974;p92"/>
          <p:cNvSpPr txBox="1"/>
          <p:nvPr>
            <p:ph idx="1" type="subTitle"/>
          </p:nvPr>
        </p:nvSpPr>
        <p:spPr>
          <a:xfrm>
            <a:off x="727300" y="979875"/>
            <a:ext cx="76893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
        <p:nvSpPr>
          <p:cNvPr id="1975" name="Google Shape;1975;p92"/>
          <p:cNvSpPr txBox="1"/>
          <p:nvPr>
            <p:ph idx="2" type="subTitle"/>
          </p:nvPr>
        </p:nvSpPr>
        <p:spPr>
          <a:xfrm>
            <a:off x="727300" y="1311300"/>
            <a:ext cx="3770100" cy="328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dk1"/>
              </a:buClr>
              <a:buSzPts val="1400"/>
              <a:buChar char="●"/>
              <a:defRPr/>
            </a:lvl1pPr>
            <a:lvl2pPr lvl="1" algn="l">
              <a:lnSpc>
                <a:spcPct val="100000"/>
              </a:lnSpc>
              <a:spcBef>
                <a:spcPts val="0"/>
              </a:spcBef>
              <a:spcAft>
                <a:spcPts val="0"/>
              </a:spcAft>
              <a:buSzPts val="1400"/>
              <a:buChar char="○"/>
              <a:defRPr/>
            </a:lvl2pPr>
            <a:lvl3pPr lvl="2" algn="l">
              <a:lnSpc>
                <a:spcPct val="100000"/>
              </a:lnSpc>
              <a:spcBef>
                <a:spcPts val="1600"/>
              </a:spcBef>
              <a:spcAft>
                <a:spcPts val="0"/>
              </a:spcAft>
              <a:buSzPts val="1400"/>
              <a:buChar char="■"/>
              <a:defRPr/>
            </a:lvl3pPr>
            <a:lvl4pPr lvl="3" algn="l">
              <a:lnSpc>
                <a:spcPct val="100000"/>
              </a:lnSpc>
              <a:spcBef>
                <a:spcPts val="1600"/>
              </a:spcBef>
              <a:spcAft>
                <a:spcPts val="0"/>
              </a:spcAft>
              <a:buSzPts val="1400"/>
              <a:buChar char="●"/>
              <a:defRPr/>
            </a:lvl4pPr>
            <a:lvl5pPr lvl="4" algn="l">
              <a:lnSpc>
                <a:spcPct val="100000"/>
              </a:lnSpc>
              <a:spcBef>
                <a:spcPts val="1600"/>
              </a:spcBef>
              <a:spcAft>
                <a:spcPts val="0"/>
              </a:spcAft>
              <a:buSzPts val="1400"/>
              <a:buChar char="○"/>
              <a:defRPr/>
            </a:lvl5pPr>
            <a:lvl6pPr lvl="5" algn="l">
              <a:lnSpc>
                <a:spcPct val="100000"/>
              </a:lnSpc>
              <a:spcBef>
                <a:spcPts val="1600"/>
              </a:spcBef>
              <a:spcAft>
                <a:spcPts val="0"/>
              </a:spcAft>
              <a:buSzPts val="1400"/>
              <a:buChar char="■"/>
              <a:defRPr/>
            </a:lvl6pPr>
            <a:lvl7pPr lvl="6" algn="l">
              <a:lnSpc>
                <a:spcPct val="100000"/>
              </a:lnSpc>
              <a:spcBef>
                <a:spcPts val="1600"/>
              </a:spcBef>
              <a:spcAft>
                <a:spcPts val="0"/>
              </a:spcAft>
              <a:buSzPts val="1400"/>
              <a:buChar char="●"/>
              <a:defRPr/>
            </a:lvl7pPr>
            <a:lvl8pPr lvl="7" algn="l">
              <a:lnSpc>
                <a:spcPct val="100000"/>
              </a:lnSpc>
              <a:spcBef>
                <a:spcPts val="1600"/>
              </a:spcBef>
              <a:spcAft>
                <a:spcPts val="0"/>
              </a:spcAft>
              <a:buSzPts val="1400"/>
              <a:buChar char="○"/>
              <a:defRPr/>
            </a:lvl8pPr>
            <a:lvl9pPr lvl="8" algn="l">
              <a:lnSpc>
                <a:spcPct val="100000"/>
              </a:lnSpc>
              <a:spcBef>
                <a:spcPts val="1600"/>
              </a:spcBef>
              <a:spcAft>
                <a:spcPts val="1600"/>
              </a:spcAft>
              <a:buSzPts val="1400"/>
              <a:buChar char="■"/>
              <a:defRPr/>
            </a:lvl9pPr>
          </a:lstStyle>
          <a:p/>
        </p:txBody>
      </p:sp>
      <p:sp>
        <p:nvSpPr>
          <p:cNvPr id="1976" name="Google Shape;1976;p92"/>
          <p:cNvSpPr txBox="1"/>
          <p:nvPr>
            <p:ph idx="3" type="subTitle"/>
          </p:nvPr>
        </p:nvSpPr>
        <p:spPr>
          <a:xfrm>
            <a:off x="4646424" y="1311300"/>
            <a:ext cx="3770100" cy="328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dk1"/>
              </a:buClr>
              <a:buSzPts val="1400"/>
              <a:buChar char="●"/>
              <a:defRPr/>
            </a:lvl1pPr>
            <a:lvl2pPr lvl="1" algn="l">
              <a:lnSpc>
                <a:spcPct val="100000"/>
              </a:lnSpc>
              <a:spcBef>
                <a:spcPts val="0"/>
              </a:spcBef>
              <a:spcAft>
                <a:spcPts val="0"/>
              </a:spcAft>
              <a:buSzPts val="1400"/>
              <a:buChar char="○"/>
              <a:defRPr/>
            </a:lvl2pPr>
            <a:lvl3pPr lvl="2" algn="l">
              <a:lnSpc>
                <a:spcPct val="100000"/>
              </a:lnSpc>
              <a:spcBef>
                <a:spcPts val="1600"/>
              </a:spcBef>
              <a:spcAft>
                <a:spcPts val="0"/>
              </a:spcAft>
              <a:buSzPts val="1400"/>
              <a:buChar char="■"/>
              <a:defRPr/>
            </a:lvl3pPr>
            <a:lvl4pPr lvl="3" algn="l">
              <a:lnSpc>
                <a:spcPct val="100000"/>
              </a:lnSpc>
              <a:spcBef>
                <a:spcPts val="1600"/>
              </a:spcBef>
              <a:spcAft>
                <a:spcPts val="0"/>
              </a:spcAft>
              <a:buSzPts val="1400"/>
              <a:buChar char="●"/>
              <a:defRPr/>
            </a:lvl4pPr>
            <a:lvl5pPr lvl="4" algn="l">
              <a:lnSpc>
                <a:spcPct val="100000"/>
              </a:lnSpc>
              <a:spcBef>
                <a:spcPts val="1600"/>
              </a:spcBef>
              <a:spcAft>
                <a:spcPts val="0"/>
              </a:spcAft>
              <a:buSzPts val="1400"/>
              <a:buChar char="○"/>
              <a:defRPr/>
            </a:lvl5pPr>
            <a:lvl6pPr lvl="5" algn="l">
              <a:lnSpc>
                <a:spcPct val="100000"/>
              </a:lnSpc>
              <a:spcBef>
                <a:spcPts val="1600"/>
              </a:spcBef>
              <a:spcAft>
                <a:spcPts val="0"/>
              </a:spcAft>
              <a:buSzPts val="1400"/>
              <a:buChar char="■"/>
              <a:defRPr/>
            </a:lvl6pPr>
            <a:lvl7pPr lvl="6" algn="l">
              <a:lnSpc>
                <a:spcPct val="100000"/>
              </a:lnSpc>
              <a:spcBef>
                <a:spcPts val="1600"/>
              </a:spcBef>
              <a:spcAft>
                <a:spcPts val="0"/>
              </a:spcAft>
              <a:buSzPts val="1400"/>
              <a:buChar char="●"/>
              <a:defRPr/>
            </a:lvl7pPr>
            <a:lvl8pPr lvl="7" algn="l">
              <a:lnSpc>
                <a:spcPct val="100000"/>
              </a:lnSpc>
              <a:spcBef>
                <a:spcPts val="1600"/>
              </a:spcBef>
              <a:spcAft>
                <a:spcPts val="0"/>
              </a:spcAft>
              <a:buSzPts val="1400"/>
              <a:buChar char="○"/>
              <a:defRPr/>
            </a:lvl8pPr>
            <a:lvl9pPr lvl="8" algn="l">
              <a:lnSpc>
                <a:spcPct val="100000"/>
              </a:lnSpc>
              <a:spcBef>
                <a:spcPts val="1600"/>
              </a:spcBef>
              <a:spcAft>
                <a:spcPts val="1600"/>
              </a:spcAft>
              <a:buSzPts val="1400"/>
              <a:buChar char="■"/>
              <a:defRPr/>
            </a:lvl9pPr>
          </a:lstStyle>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977" name="Shape 1977"/>
        <p:cNvGrpSpPr/>
        <p:nvPr/>
      </p:nvGrpSpPr>
      <p:grpSpPr>
        <a:xfrm>
          <a:off x="0" y="0"/>
          <a:ext cx="0" cy="0"/>
          <a:chOff x="0" y="0"/>
          <a:chExt cx="0" cy="0"/>
        </a:xfrm>
      </p:grpSpPr>
      <p:sp>
        <p:nvSpPr>
          <p:cNvPr id="1978" name="Google Shape;1978;p93"/>
          <p:cNvSpPr txBox="1"/>
          <p:nvPr>
            <p:ph type="title"/>
          </p:nvPr>
        </p:nvSpPr>
        <p:spPr>
          <a:xfrm>
            <a:off x="720000" y="1890525"/>
            <a:ext cx="2336400" cy="48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979" name="Google Shape;1979;p93"/>
          <p:cNvSpPr txBox="1"/>
          <p:nvPr>
            <p:ph idx="1" type="subTitle"/>
          </p:nvPr>
        </p:nvSpPr>
        <p:spPr>
          <a:xfrm>
            <a:off x="720000" y="2358016"/>
            <a:ext cx="2336400" cy="633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980" name="Google Shape;1980;p93"/>
          <p:cNvSpPr txBox="1"/>
          <p:nvPr>
            <p:ph idx="2" type="title"/>
          </p:nvPr>
        </p:nvSpPr>
        <p:spPr>
          <a:xfrm>
            <a:off x="3403800" y="1890525"/>
            <a:ext cx="2336400" cy="48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981" name="Google Shape;1981;p93"/>
          <p:cNvSpPr txBox="1"/>
          <p:nvPr>
            <p:ph idx="3" type="subTitle"/>
          </p:nvPr>
        </p:nvSpPr>
        <p:spPr>
          <a:xfrm>
            <a:off x="3403800" y="2358015"/>
            <a:ext cx="2336400" cy="633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982" name="Google Shape;1982;p93"/>
          <p:cNvSpPr txBox="1"/>
          <p:nvPr>
            <p:ph idx="4" type="title"/>
          </p:nvPr>
        </p:nvSpPr>
        <p:spPr>
          <a:xfrm>
            <a:off x="6087600" y="1890525"/>
            <a:ext cx="2336400" cy="48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983" name="Google Shape;1983;p93"/>
          <p:cNvSpPr txBox="1"/>
          <p:nvPr>
            <p:ph idx="5" type="subTitle"/>
          </p:nvPr>
        </p:nvSpPr>
        <p:spPr>
          <a:xfrm>
            <a:off x="6087600" y="2358015"/>
            <a:ext cx="2336400" cy="633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984" name="Google Shape;1984;p93"/>
          <p:cNvSpPr txBox="1"/>
          <p:nvPr>
            <p:ph idx="6"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1985" name="Google Shape;1985;p93"/>
          <p:cNvSpPr/>
          <p:nvPr/>
        </p:nvSpPr>
        <p:spPr>
          <a:xfrm>
            <a:off x="7735606" y="-75350"/>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93"/>
          <p:cNvSpPr/>
          <p:nvPr/>
        </p:nvSpPr>
        <p:spPr>
          <a:xfrm>
            <a:off x="8124575" y="4786750"/>
            <a:ext cx="690058" cy="728219"/>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p93"/>
          <p:cNvSpPr/>
          <p:nvPr/>
        </p:nvSpPr>
        <p:spPr>
          <a:xfrm>
            <a:off x="-255250" y="75050"/>
            <a:ext cx="1264725" cy="929600"/>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88" name="Google Shape;1988;p93"/>
          <p:cNvGrpSpPr/>
          <p:nvPr/>
        </p:nvGrpSpPr>
        <p:grpSpPr>
          <a:xfrm>
            <a:off x="8166052" y="-75350"/>
            <a:ext cx="817915" cy="860208"/>
            <a:chOff x="8166052" y="-75350"/>
            <a:chExt cx="817915" cy="860208"/>
          </a:xfrm>
        </p:grpSpPr>
        <p:sp>
          <p:nvSpPr>
            <p:cNvPr id="1989" name="Google Shape;1989;p93"/>
            <p:cNvSpPr/>
            <p:nvPr/>
          </p:nvSpPr>
          <p:spPr>
            <a:xfrm rot="1238432">
              <a:off x="8289700" y="-72880"/>
              <a:ext cx="146623" cy="728242"/>
            </a:xfrm>
            <a:custGeom>
              <a:rect b="b" l="l" r="r" t="t"/>
              <a:pathLst>
                <a:path extrusionOk="0" h="29130" w="5865">
                  <a:moveTo>
                    <a:pt x="3708" y="0"/>
                  </a:moveTo>
                  <a:cubicBezTo>
                    <a:pt x="3495" y="0"/>
                    <a:pt x="3252" y="31"/>
                    <a:pt x="3039" y="31"/>
                  </a:cubicBezTo>
                  <a:cubicBezTo>
                    <a:pt x="2766" y="61"/>
                    <a:pt x="2523" y="122"/>
                    <a:pt x="2249" y="183"/>
                  </a:cubicBezTo>
                  <a:cubicBezTo>
                    <a:pt x="2128" y="213"/>
                    <a:pt x="1976" y="274"/>
                    <a:pt x="1854" y="335"/>
                  </a:cubicBezTo>
                  <a:cubicBezTo>
                    <a:pt x="1611" y="486"/>
                    <a:pt x="1429" y="669"/>
                    <a:pt x="1307" y="912"/>
                  </a:cubicBezTo>
                  <a:cubicBezTo>
                    <a:pt x="1095" y="1368"/>
                    <a:pt x="943" y="1854"/>
                    <a:pt x="912" y="2370"/>
                  </a:cubicBezTo>
                  <a:cubicBezTo>
                    <a:pt x="852" y="2917"/>
                    <a:pt x="791" y="3434"/>
                    <a:pt x="730" y="3950"/>
                  </a:cubicBezTo>
                  <a:lnTo>
                    <a:pt x="669" y="4315"/>
                  </a:lnTo>
                  <a:cubicBezTo>
                    <a:pt x="578" y="5135"/>
                    <a:pt x="487" y="5955"/>
                    <a:pt x="426" y="6806"/>
                  </a:cubicBezTo>
                  <a:cubicBezTo>
                    <a:pt x="365" y="7353"/>
                    <a:pt x="305" y="7900"/>
                    <a:pt x="244" y="8447"/>
                  </a:cubicBezTo>
                  <a:cubicBezTo>
                    <a:pt x="183" y="8842"/>
                    <a:pt x="153" y="9267"/>
                    <a:pt x="92" y="9692"/>
                  </a:cubicBezTo>
                  <a:cubicBezTo>
                    <a:pt x="62" y="10179"/>
                    <a:pt x="31" y="10695"/>
                    <a:pt x="1" y="11212"/>
                  </a:cubicBezTo>
                  <a:cubicBezTo>
                    <a:pt x="1" y="11728"/>
                    <a:pt x="1" y="12123"/>
                    <a:pt x="1" y="12640"/>
                  </a:cubicBezTo>
                  <a:lnTo>
                    <a:pt x="1" y="18473"/>
                  </a:lnTo>
                  <a:lnTo>
                    <a:pt x="1" y="19385"/>
                  </a:lnTo>
                  <a:lnTo>
                    <a:pt x="1" y="21390"/>
                  </a:lnTo>
                  <a:cubicBezTo>
                    <a:pt x="1" y="21694"/>
                    <a:pt x="1" y="21998"/>
                    <a:pt x="31" y="22301"/>
                  </a:cubicBezTo>
                  <a:lnTo>
                    <a:pt x="31" y="22909"/>
                  </a:lnTo>
                  <a:lnTo>
                    <a:pt x="31" y="23547"/>
                  </a:lnTo>
                  <a:lnTo>
                    <a:pt x="31" y="24307"/>
                  </a:lnTo>
                  <a:cubicBezTo>
                    <a:pt x="31" y="24428"/>
                    <a:pt x="31" y="24580"/>
                    <a:pt x="62" y="24702"/>
                  </a:cubicBezTo>
                  <a:lnTo>
                    <a:pt x="62" y="25005"/>
                  </a:lnTo>
                  <a:lnTo>
                    <a:pt x="62" y="25613"/>
                  </a:lnTo>
                  <a:lnTo>
                    <a:pt x="62" y="25674"/>
                  </a:lnTo>
                  <a:cubicBezTo>
                    <a:pt x="62" y="26130"/>
                    <a:pt x="92" y="26616"/>
                    <a:pt x="153" y="27071"/>
                  </a:cubicBezTo>
                  <a:cubicBezTo>
                    <a:pt x="213" y="27740"/>
                    <a:pt x="305" y="28560"/>
                    <a:pt x="1003" y="28894"/>
                  </a:cubicBezTo>
                  <a:cubicBezTo>
                    <a:pt x="1277" y="29016"/>
                    <a:pt x="1581" y="29107"/>
                    <a:pt x="1915" y="29107"/>
                  </a:cubicBezTo>
                  <a:cubicBezTo>
                    <a:pt x="1961" y="29122"/>
                    <a:pt x="2006" y="29130"/>
                    <a:pt x="2055" y="29130"/>
                  </a:cubicBezTo>
                  <a:cubicBezTo>
                    <a:pt x="2105" y="29130"/>
                    <a:pt x="2158" y="29122"/>
                    <a:pt x="2219" y="29107"/>
                  </a:cubicBezTo>
                  <a:lnTo>
                    <a:pt x="2583" y="29107"/>
                  </a:lnTo>
                  <a:cubicBezTo>
                    <a:pt x="2735" y="29107"/>
                    <a:pt x="2887" y="29077"/>
                    <a:pt x="3009" y="29077"/>
                  </a:cubicBezTo>
                  <a:cubicBezTo>
                    <a:pt x="3191" y="29016"/>
                    <a:pt x="3343" y="28955"/>
                    <a:pt x="3495" y="28894"/>
                  </a:cubicBezTo>
                  <a:cubicBezTo>
                    <a:pt x="3677" y="28803"/>
                    <a:pt x="3859" y="28651"/>
                    <a:pt x="3981" y="28439"/>
                  </a:cubicBezTo>
                  <a:cubicBezTo>
                    <a:pt x="4072" y="28287"/>
                    <a:pt x="4163" y="28104"/>
                    <a:pt x="4224" y="27922"/>
                  </a:cubicBezTo>
                  <a:cubicBezTo>
                    <a:pt x="4376" y="27466"/>
                    <a:pt x="4467" y="26980"/>
                    <a:pt x="4497" y="26494"/>
                  </a:cubicBezTo>
                  <a:lnTo>
                    <a:pt x="4497" y="26464"/>
                  </a:lnTo>
                  <a:cubicBezTo>
                    <a:pt x="4619" y="25552"/>
                    <a:pt x="4710" y="24610"/>
                    <a:pt x="4771" y="23669"/>
                  </a:cubicBezTo>
                  <a:cubicBezTo>
                    <a:pt x="4771" y="23365"/>
                    <a:pt x="4801" y="23091"/>
                    <a:pt x="4832" y="22787"/>
                  </a:cubicBezTo>
                  <a:cubicBezTo>
                    <a:pt x="4862" y="22575"/>
                    <a:pt x="4862" y="22392"/>
                    <a:pt x="4892" y="22180"/>
                  </a:cubicBezTo>
                  <a:cubicBezTo>
                    <a:pt x="4923" y="21876"/>
                    <a:pt x="4923" y="21572"/>
                    <a:pt x="4953" y="21299"/>
                  </a:cubicBezTo>
                  <a:lnTo>
                    <a:pt x="4984" y="20752"/>
                  </a:lnTo>
                  <a:cubicBezTo>
                    <a:pt x="5014" y="20387"/>
                    <a:pt x="5044" y="20023"/>
                    <a:pt x="5075" y="19688"/>
                  </a:cubicBezTo>
                  <a:lnTo>
                    <a:pt x="5105" y="19293"/>
                  </a:lnTo>
                  <a:lnTo>
                    <a:pt x="5105" y="19111"/>
                  </a:lnTo>
                  <a:cubicBezTo>
                    <a:pt x="5136" y="18929"/>
                    <a:pt x="5136" y="18747"/>
                    <a:pt x="5166" y="18564"/>
                  </a:cubicBezTo>
                  <a:cubicBezTo>
                    <a:pt x="5166" y="18412"/>
                    <a:pt x="5166" y="18291"/>
                    <a:pt x="5166" y="18169"/>
                  </a:cubicBezTo>
                  <a:cubicBezTo>
                    <a:pt x="5196" y="18078"/>
                    <a:pt x="5166" y="17987"/>
                    <a:pt x="5166" y="17896"/>
                  </a:cubicBezTo>
                  <a:cubicBezTo>
                    <a:pt x="5166" y="17653"/>
                    <a:pt x="5196" y="17410"/>
                    <a:pt x="5227" y="17167"/>
                  </a:cubicBezTo>
                  <a:cubicBezTo>
                    <a:pt x="5227" y="16954"/>
                    <a:pt x="5227" y="16681"/>
                    <a:pt x="5257" y="16407"/>
                  </a:cubicBezTo>
                  <a:cubicBezTo>
                    <a:pt x="5257" y="16286"/>
                    <a:pt x="5257" y="16134"/>
                    <a:pt x="5287" y="15982"/>
                  </a:cubicBezTo>
                  <a:cubicBezTo>
                    <a:pt x="5318" y="15617"/>
                    <a:pt x="5318" y="15253"/>
                    <a:pt x="5348" y="14888"/>
                  </a:cubicBezTo>
                  <a:cubicBezTo>
                    <a:pt x="5348" y="14554"/>
                    <a:pt x="5379" y="14128"/>
                    <a:pt x="5379" y="13764"/>
                  </a:cubicBezTo>
                  <a:lnTo>
                    <a:pt x="5379" y="13399"/>
                  </a:lnTo>
                  <a:cubicBezTo>
                    <a:pt x="5379" y="12913"/>
                    <a:pt x="5470" y="12397"/>
                    <a:pt x="5530" y="11941"/>
                  </a:cubicBezTo>
                  <a:lnTo>
                    <a:pt x="5530" y="11910"/>
                  </a:lnTo>
                  <a:cubicBezTo>
                    <a:pt x="5591" y="11455"/>
                    <a:pt x="5652" y="10999"/>
                    <a:pt x="5652" y="10543"/>
                  </a:cubicBezTo>
                  <a:cubicBezTo>
                    <a:pt x="5682" y="10087"/>
                    <a:pt x="5682" y="9510"/>
                    <a:pt x="5682" y="9024"/>
                  </a:cubicBezTo>
                  <a:cubicBezTo>
                    <a:pt x="5713" y="8538"/>
                    <a:pt x="5682" y="8082"/>
                    <a:pt x="5713" y="7596"/>
                  </a:cubicBezTo>
                  <a:cubicBezTo>
                    <a:pt x="5743" y="7140"/>
                    <a:pt x="5743" y="6624"/>
                    <a:pt x="5743" y="6168"/>
                  </a:cubicBezTo>
                  <a:lnTo>
                    <a:pt x="5743" y="3889"/>
                  </a:lnTo>
                  <a:lnTo>
                    <a:pt x="5865" y="3373"/>
                  </a:lnTo>
                  <a:lnTo>
                    <a:pt x="5865" y="2127"/>
                  </a:lnTo>
                  <a:cubicBezTo>
                    <a:pt x="5865" y="1884"/>
                    <a:pt x="5834" y="1641"/>
                    <a:pt x="5804" y="1368"/>
                  </a:cubicBezTo>
                  <a:cubicBezTo>
                    <a:pt x="5774" y="1276"/>
                    <a:pt x="5774" y="1185"/>
                    <a:pt x="5743" y="1094"/>
                  </a:cubicBezTo>
                  <a:cubicBezTo>
                    <a:pt x="5713" y="973"/>
                    <a:pt x="5652" y="851"/>
                    <a:pt x="5591" y="730"/>
                  </a:cubicBezTo>
                  <a:cubicBezTo>
                    <a:pt x="5561" y="669"/>
                    <a:pt x="5530" y="638"/>
                    <a:pt x="5470" y="578"/>
                  </a:cubicBezTo>
                  <a:lnTo>
                    <a:pt x="5470" y="547"/>
                  </a:lnTo>
                  <a:lnTo>
                    <a:pt x="5379" y="426"/>
                  </a:lnTo>
                  <a:lnTo>
                    <a:pt x="5348" y="426"/>
                  </a:lnTo>
                  <a:cubicBezTo>
                    <a:pt x="5287" y="335"/>
                    <a:pt x="5166" y="274"/>
                    <a:pt x="5075" y="243"/>
                  </a:cubicBezTo>
                  <a:cubicBezTo>
                    <a:pt x="5014" y="213"/>
                    <a:pt x="4953" y="213"/>
                    <a:pt x="4892" y="213"/>
                  </a:cubicBezTo>
                  <a:lnTo>
                    <a:pt x="4801" y="213"/>
                  </a:lnTo>
                  <a:lnTo>
                    <a:pt x="4741" y="152"/>
                  </a:lnTo>
                  <a:cubicBezTo>
                    <a:pt x="4619" y="92"/>
                    <a:pt x="4497" y="61"/>
                    <a:pt x="4406" y="61"/>
                  </a:cubicBezTo>
                  <a:cubicBezTo>
                    <a:pt x="4163" y="31"/>
                    <a:pt x="3920" y="0"/>
                    <a:pt x="370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93"/>
            <p:cNvSpPr/>
            <p:nvPr/>
          </p:nvSpPr>
          <p:spPr>
            <a:xfrm rot="1238432">
              <a:off x="8485173" y="-40678"/>
              <a:ext cx="172448" cy="751217"/>
            </a:xfrm>
            <a:custGeom>
              <a:rect b="b" l="l" r="r" t="t"/>
              <a:pathLst>
                <a:path extrusionOk="0" h="30049" w="6898">
                  <a:moveTo>
                    <a:pt x="3099" y="0"/>
                  </a:moveTo>
                  <a:lnTo>
                    <a:pt x="2735" y="31"/>
                  </a:lnTo>
                  <a:lnTo>
                    <a:pt x="2401" y="61"/>
                  </a:lnTo>
                  <a:cubicBezTo>
                    <a:pt x="2279" y="91"/>
                    <a:pt x="2127" y="152"/>
                    <a:pt x="2006" y="213"/>
                  </a:cubicBezTo>
                  <a:cubicBezTo>
                    <a:pt x="1945" y="243"/>
                    <a:pt x="1884" y="274"/>
                    <a:pt x="1854" y="334"/>
                  </a:cubicBezTo>
                  <a:cubicBezTo>
                    <a:pt x="1763" y="395"/>
                    <a:pt x="1671" y="456"/>
                    <a:pt x="1580" y="547"/>
                  </a:cubicBezTo>
                  <a:cubicBezTo>
                    <a:pt x="1459" y="669"/>
                    <a:pt x="1337" y="821"/>
                    <a:pt x="1246" y="972"/>
                  </a:cubicBezTo>
                  <a:cubicBezTo>
                    <a:pt x="1185" y="1124"/>
                    <a:pt x="1124" y="1276"/>
                    <a:pt x="1094" y="1428"/>
                  </a:cubicBezTo>
                  <a:cubicBezTo>
                    <a:pt x="1064" y="1610"/>
                    <a:pt x="1033" y="1793"/>
                    <a:pt x="1033" y="1975"/>
                  </a:cubicBezTo>
                  <a:lnTo>
                    <a:pt x="1033" y="2188"/>
                  </a:lnTo>
                  <a:cubicBezTo>
                    <a:pt x="1033" y="2309"/>
                    <a:pt x="1033" y="2431"/>
                    <a:pt x="1064" y="2552"/>
                  </a:cubicBezTo>
                  <a:cubicBezTo>
                    <a:pt x="1094" y="2674"/>
                    <a:pt x="1124" y="2826"/>
                    <a:pt x="1155" y="2947"/>
                  </a:cubicBezTo>
                  <a:lnTo>
                    <a:pt x="1155" y="3190"/>
                  </a:lnTo>
                  <a:lnTo>
                    <a:pt x="1155" y="3403"/>
                  </a:lnTo>
                  <a:cubicBezTo>
                    <a:pt x="1155" y="3585"/>
                    <a:pt x="1185" y="3798"/>
                    <a:pt x="1185" y="3950"/>
                  </a:cubicBezTo>
                  <a:lnTo>
                    <a:pt x="1185" y="5196"/>
                  </a:lnTo>
                  <a:lnTo>
                    <a:pt x="1185" y="5378"/>
                  </a:lnTo>
                  <a:cubicBezTo>
                    <a:pt x="1185" y="5834"/>
                    <a:pt x="1155" y="6320"/>
                    <a:pt x="1124" y="6806"/>
                  </a:cubicBezTo>
                  <a:cubicBezTo>
                    <a:pt x="1094" y="7262"/>
                    <a:pt x="1094" y="7748"/>
                    <a:pt x="1064" y="8204"/>
                  </a:cubicBezTo>
                  <a:cubicBezTo>
                    <a:pt x="1064" y="8447"/>
                    <a:pt x="1064" y="8690"/>
                    <a:pt x="1033" y="8933"/>
                  </a:cubicBezTo>
                  <a:cubicBezTo>
                    <a:pt x="1003" y="9176"/>
                    <a:pt x="1033" y="9449"/>
                    <a:pt x="1003" y="9723"/>
                  </a:cubicBezTo>
                  <a:lnTo>
                    <a:pt x="1003" y="10270"/>
                  </a:lnTo>
                  <a:cubicBezTo>
                    <a:pt x="1003" y="10573"/>
                    <a:pt x="1003" y="10877"/>
                    <a:pt x="973" y="11181"/>
                  </a:cubicBezTo>
                  <a:cubicBezTo>
                    <a:pt x="973" y="11637"/>
                    <a:pt x="942" y="12123"/>
                    <a:pt x="912" y="12579"/>
                  </a:cubicBezTo>
                  <a:cubicBezTo>
                    <a:pt x="881" y="13034"/>
                    <a:pt x="851" y="13490"/>
                    <a:pt x="790" y="14098"/>
                  </a:cubicBezTo>
                  <a:cubicBezTo>
                    <a:pt x="760" y="14280"/>
                    <a:pt x="730" y="14462"/>
                    <a:pt x="730" y="14675"/>
                  </a:cubicBezTo>
                  <a:cubicBezTo>
                    <a:pt x="699" y="14948"/>
                    <a:pt x="669" y="15222"/>
                    <a:pt x="638" y="15495"/>
                  </a:cubicBezTo>
                  <a:lnTo>
                    <a:pt x="578" y="16042"/>
                  </a:lnTo>
                  <a:cubicBezTo>
                    <a:pt x="578" y="16346"/>
                    <a:pt x="547" y="16620"/>
                    <a:pt x="517" y="16923"/>
                  </a:cubicBezTo>
                  <a:cubicBezTo>
                    <a:pt x="486" y="17379"/>
                    <a:pt x="426" y="17865"/>
                    <a:pt x="395" y="18351"/>
                  </a:cubicBezTo>
                  <a:lnTo>
                    <a:pt x="395" y="18716"/>
                  </a:lnTo>
                  <a:lnTo>
                    <a:pt x="395" y="19050"/>
                  </a:lnTo>
                  <a:lnTo>
                    <a:pt x="395" y="19202"/>
                  </a:lnTo>
                  <a:cubicBezTo>
                    <a:pt x="395" y="19384"/>
                    <a:pt x="395" y="19567"/>
                    <a:pt x="365" y="19749"/>
                  </a:cubicBezTo>
                  <a:cubicBezTo>
                    <a:pt x="365" y="20205"/>
                    <a:pt x="365" y="20660"/>
                    <a:pt x="365" y="21177"/>
                  </a:cubicBezTo>
                  <a:lnTo>
                    <a:pt x="365" y="21329"/>
                  </a:lnTo>
                  <a:lnTo>
                    <a:pt x="365" y="21906"/>
                  </a:lnTo>
                  <a:lnTo>
                    <a:pt x="365" y="22180"/>
                  </a:lnTo>
                  <a:lnTo>
                    <a:pt x="365" y="22605"/>
                  </a:lnTo>
                  <a:lnTo>
                    <a:pt x="365" y="23182"/>
                  </a:lnTo>
                  <a:cubicBezTo>
                    <a:pt x="365" y="23456"/>
                    <a:pt x="365" y="23760"/>
                    <a:pt x="335" y="24063"/>
                  </a:cubicBezTo>
                  <a:cubicBezTo>
                    <a:pt x="304" y="24489"/>
                    <a:pt x="274" y="24914"/>
                    <a:pt x="243" y="25400"/>
                  </a:cubicBezTo>
                  <a:cubicBezTo>
                    <a:pt x="183" y="25917"/>
                    <a:pt x="152" y="26281"/>
                    <a:pt x="91" y="26798"/>
                  </a:cubicBezTo>
                  <a:cubicBezTo>
                    <a:pt x="61" y="27010"/>
                    <a:pt x="31" y="27223"/>
                    <a:pt x="31" y="27436"/>
                  </a:cubicBezTo>
                  <a:cubicBezTo>
                    <a:pt x="0" y="27618"/>
                    <a:pt x="0" y="27800"/>
                    <a:pt x="31" y="28013"/>
                  </a:cubicBezTo>
                  <a:cubicBezTo>
                    <a:pt x="31" y="28256"/>
                    <a:pt x="91" y="28530"/>
                    <a:pt x="152" y="28773"/>
                  </a:cubicBezTo>
                  <a:cubicBezTo>
                    <a:pt x="274" y="29046"/>
                    <a:pt x="426" y="29320"/>
                    <a:pt x="638" y="29532"/>
                  </a:cubicBezTo>
                  <a:lnTo>
                    <a:pt x="760" y="29654"/>
                  </a:lnTo>
                  <a:cubicBezTo>
                    <a:pt x="851" y="29715"/>
                    <a:pt x="912" y="29775"/>
                    <a:pt x="1003" y="29806"/>
                  </a:cubicBezTo>
                  <a:cubicBezTo>
                    <a:pt x="1064" y="29836"/>
                    <a:pt x="1124" y="29866"/>
                    <a:pt x="1185" y="29897"/>
                  </a:cubicBezTo>
                  <a:lnTo>
                    <a:pt x="1276" y="29927"/>
                  </a:lnTo>
                  <a:cubicBezTo>
                    <a:pt x="1368" y="29958"/>
                    <a:pt x="1428" y="29988"/>
                    <a:pt x="1550" y="29988"/>
                  </a:cubicBezTo>
                  <a:cubicBezTo>
                    <a:pt x="1702" y="30018"/>
                    <a:pt x="1854" y="30049"/>
                    <a:pt x="1975" y="30049"/>
                  </a:cubicBezTo>
                  <a:lnTo>
                    <a:pt x="2796" y="30049"/>
                  </a:lnTo>
                  <a:cubicBezTo>
                    <a:pt x="3069" y="30018"/>
                    <a:pt x="3312" y="29988"/>
                    <a:pt x="3555" y="29927"/>
                  </a:cubicBezTo>
                  <a:cubicBezTo>
                    <a:pt x="3798" y="29866"/>
                    <a:pt x="4011" y="29806"/>
                    <a:pt x="4254" y="29715"/>
                  </a:cubicBezTo>
                  <a:cubicBezTo>
                    <a:pt x="4375" y="29623"/>
                    <a:pt x="4497" y="29532"/>
                    <a:pt x="4619" y="29441"/>
                  </a:cubicBezTo>
                  <a:cubicBezTo>
                    <a:pt x="4831" y="29289"/>
                    <a:pt x="4953" y="29046"/>
                    <a:pt x="5044" y="28833"/>
                  </a:cubicBezTo>
                  <a:cubicBezTo>
                    <a:pt x="5105" y="28590"/>
                    <a:pt x="5165" y="28347"/>
                    <a:pt x="5196" y="28104"/>
                  </a:cubicBezTo>
                  <a:cubicBezTo>
                    <a:pt x="5257" y="27831"/>
                    <a:pt x="5287" y="27557"/>
                    <a:pt x="5317" y="27284"/>
                  </a:cubicBezTo>
                  <a:lnTo>
                    <a:pt x="5317" y="27223"/>
                  </a:lnTo>
                  <a:cubicBezTo>
                    <a:pt x="5348" y="26828"/>
                    <a:pt x="5408" y="26403"/>
                    <a:pt x="5439" y="25917"/>
                  </a:cubicBezTo>
                  <a:cubicBezTo>
                    <a:pt x="5469" y="25643"/>
                    <a:pt x="5500" y="25370"/>
                    <a:pt x="5530" y="25096"/>
                  </a:cubicBezTo>
                  <a:cubicBezTo>
                    <a:pt x="5560" y="24914"/>
                    <a:pt x="5591" y="24732"/>
                    <a:pt x="5591" y="24549"/>
                  </a:cubicBezTo>
                  <a:cubicBezTo>
                    <a:pt x="5621" y="24367"/>
                    <a:pt x="5621" y="24094"/>
                    <a:pt x="5652" y="23881"/>
                  </a:cubicBezTo>
                  <a:cubicBezTo>
                    <a:pt x="5682" y="23668"/>
                    <a:pt x="5712" y="23425"/>
                    <a:pt x="5712" y="23182"/>
                  </a:cubicBezTo>
                  <a:cubicBezTo>
                    <a:pt x="5743" y="22970"/>
                    <a:pt x="5773" y="22666"/>
                    <a:pt x="5803" y="22392"/>
                  </a:cubicBezTo>
                  <a:cubicBezTo>
                    <a:pt x="5834" y="22180"/>
                    <a:pt x="5864" y="21967"/>
                    <a:pt x="5895" y="21754"/>
                  </a:cubicBezTo>
                  <a:cubicBezTo>
                    <a:pt x="5925" y="21420"/>
                    <a:pt x="5955" y="21055"/>
                    <a:pt x="5986" y="20691"/>
                  </a:cubicBezTo>
                  <a:lnTo>
                    <a:pt x="6016" y="20357"/>
                  </a:lnTo>
                  <a:cubicBezTo>
                    <a:pt x="6047" y="20114"/>
                    <a:pt x="6047" y="19840"/>
                    <a:pt x="6077" y="19567"/>
                  </a:cubicBezTo>
                  <a:cubicBezTo>
                    <a:pt x="6107" y="19324"/>
                    <a:pt x="6107" y="19141"/>
                    <a:pt x="6138" y="18929"/>
                  </a:cubicBezTo>
                  <a:lnTo>
                    <a:pt x="6138" y="18655"/>
                  </a:lnTo>
                  <a:cubicBezTo>
                    <a:pt x="6138" y="18503"/>
                    <a:pt x="6168" y="18351"/>
                    <a:pt x="6198" y="18199"/>
                  </a:cubicBezTo>
                  <a:cubicBezTo>
                    <a:pt x="6198" y="18048"/>
                    <a:pt x="6229" y="17926"/>
                    <a:pt x="6229" y="17774"/>
                  </a:cubicBezTo>
                  <a:lnTo>
                    <a:pt x="6259" y="17501"/>
                  </a:lnTo>
                  <a:cubicBezTo>
                    <a:pt x="6320" y="17075"/>
                    <a:pt x="6350" y="16589"/>
                    <a:pt x="6411" y="16012"/>
                  </a:cubicBezTo>
                  <a:cubicBezTo>
                    <a:pt x="6441" y="15495"/>
                    <a:pt x="6502" y="15009"/>
                    <a:pt x="6533" y="14523"/>
                  </a:cubicBezTo>
                  <a:cubicBezTo>
                    <a:pt x="6563" y="14250"/>
                    <a:pt x="6593" y="13976"/>
                    <a:pt x="6624" y="13703"/>
                  </a:cubicBezTo>
                  <a:cubicBezTo>
                    <a:pt x="6654" y="13521"/>
                    <a:pt x="6685" y="13338"/>
                    <a:pt x="6715" y="13095"/>
                  </a:cubicBezTo>
                  <a:cubicBezTo>
                    <a:pt x="6776" y="12609"/>
                    <a:pt x="6806" y="12123"/>
                    <a:pt x="6806" y="11698"/>
                  </a:cubicBezTo>
                  <a:lnTo>
                    <a:pt x="6806" y="11394"/>
                  </a:lnTo>
                  <a:lnTo>
                    <a:pt x="6806" y="11029"/>
                  </a:lnTo>
                  <a:lnTo>
                    <a:pt x="6806" y="10786"/>
                  </a:lnTo>
                  <a:lnTo>
                    <a:pt x="6836" y="10300"/>
                  </a:lnTo>
                  <a:cubicBezTo>
                    <a:pt x="6836" y="9875"/>
                    <a:pt x="6867" y="9419"/>
                    <a:pt x="6867" y="8842"/>
                  </a:cubicBezTo>
                  <a:lnTo>
                    <a:pt x="6867" y="6624"/>
                  </a:lnTo>
                  <a:cubicBezTo>
                    <a:pt x="6897" y="6350"/>
                    <a:pt x="6897" y="6107"/>
                    <a:pt x="6867" y="5864"/>
                  </a:cubicBezTo>
                  <a:cubicBezTo>
                    <a:pt x="6867" y="5773"/>
                    <a:pt x="6867" y="5651"/>
                    <a:pt x="6867" y="5530"/>
                  </a:cubicBezTo>
                  <a:cubicBezTo>
                    <a:pt x="6836" y="5104"/>
                    <a:pt x="6806" y="4710"/>
                    <a:pt x="6745" y="4315"/>
                  </a:cubicBezTo>
                  <a:lnTo>
                    <a:pt x="6685" y="3950"/>
                  </a:lnTo>
                  <a:lnTo>
                    <a:pt x="6654" y="3707"/>
                  </a:lnTo>
                  <a:lnTo>
                    <a:pt x="6654" y="3737"/>
                  </a:lnTo>
                  <a:cubicBezTo>
                    <a:pt x="6654" y="3646"/>
                    <a:pt x="6624" y="3555"/>
                    <a:pt x="6624" y="3464"/>
                  </a:cubicBezTo>
                  <a:lnTo>
                    <a:pt x="6624" y="3373"/>
                  </a:lnTo>
                  <a:cubicBezTo>
                    <a:pt x="6593" y="3160"/>
                    <a:pt x="6563" y="2947"/>
                    <a:pt x="6502" y="2735"/>
                  </a:cubicBezTo>
                  <a:cubicBezTo>
                    <a:pt x="6502" y="2643"/>
                    <a:pt x="6472" y="2522"/>
                    <a:pt x="6441" y="2431"/>
                  </a:cubicBezTo>
                  <a:lnTo>
                    <a:pt x="6381" y="2036"/>
                  </a:lnTo>
                  <a:cubicBezTo>
                    <a:pt x="6381" y="1945"/>
                    <a:pt x="6350" y="1823"/>
                    <a:pt x="6320" y="1732"/>
                  </a:cubicBezTo>
                  <a:cubicBezTo>
                    <a:pt x="6259" y="1580"/>
                    <a:pt x="6198" y="1428"/>
                    <a:pt x="6107" y="1307"/>
                  </a:cubicBezTo>
                  <a:cubicBezTo>
                    <a:pt x="6016" y="1155"/>
                    <a:pt x="5925" y="1033"/>
                    <a:pt x="5834" y="912"/>
                  </a:cubicBezTo>
                  <a:cubicBezTo>
                    <a:pt x="5773" y="851"/>
                    <a:pt x="5712" y="760"/>
                    <a:pt x="5621" y="699"/>
                  </a:cubicBezTo>
                  <a:cubicBezTo>
                    <a:pt x="5530" y="608"/>
                    <a:pt x="5408" y="547"/>
                    <a:pt x="5317" y="456"/>
                  </a:cubicBezTo>
                  <a:cubicBezTo>
                    <a:pt x="5196" y="395"/>
                    <a:pt x="5074" y="334"/>
                    <a:pt x="4922" y="304"/>
                  </a:cubicBezTo>
                  <a:cubicBezTo>
                    <a:pt x="4740" y="213"/>
                    <a:pt x="4558" y="152"/>
                    <a:pt x="4345" y="91"/>
                  </a:cubicBezTo>
                  <a:cubicBezTo>
                    <a:pt x="4132" y="61"/>
                    <a:pt x="3920" y="31"/>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p93"/>
            <p:cNvSpPr/>
            <p:nvPr/>
          </p:nvSpPr>
          <p:spPr>
            <a:xfrm rot="1238432">
              <a:off x="8705506" y="32559"/>
              <a:ext cx="151173" cy="749717"/>
            </a:xfrm>
            <a:custGeom>
              <a:rect b="b" l="l" r="r" t="t"/>
              <a:pathLst>
                <a:path extrusionOk="0" h="29989" w="6047">
                  <a:moveTo>
                    <a:pt x="3889" y="0"/>
                  </a:moveTo>
                  <a:cubicBezTo>
                    <a:pt x="3677" y="0"/>
                    <a:pt x="3494" y="31"/>
                    <a:pt x="3282" y="61"/>
                  </a:cubicBezTo>
                  <a:cubicBezTo>
                    <a:pt x="3130" y="92"/>
                    <a:pt x="2948" y="92"/>
                    <a:pt x="2796" y="152"/>
                  </a:cubicBezTo>
                  <a:cubicBezTo>
                    <a:pt x="2674" y="183"/>
                    <a:pt x="2553" y="213"/>
                    <a:pt x="2431" y="274"/>
                  </a:cubicBezTo>
                  <a:cubicBezTo>
                    <a:pt x="2249" y="335"/>
                    <a:pt x="2097" y="395"/>
                    <a:pt x="1945" y="487"/>
                  </a:cubicBezTo>
                  <a:cubicBezTo>
                    <a:pt x="1823" y="578"/>
                    <a:pt x="1702" y="669"/>
                    <a:pt x="1580" y="790"/>
                  </a:cubicBezTo>
                  <a:cubicBezTo>
                    <a:pt x="1489" y="912"/>
                    <a:pt x="1398" y="1034"/>
                    <a:pt x="1337" y="1155"/>
                  </a:cubicBezTo>
                  <a:cubicBezTo>
                    <a:pt x="1246" y="1307"/>
                    <a:pt x="1185" y="1489"/>
                    <a:pt x="1125" y="1641"/>
                  </a:cubicBezTo>
                  <a:cubicBezTo>
                    <a:pt x="1064" y="1823"/>
                    <a:pt x="1033" y="2036"/>
                    <a:pt x="1033" y="2218"/>
                  </a:cubicBezTo>
                  <a:cubicBezTo>
                    <a:pt x="1003" y="2340"/>
                    <a:pt x="942" y="2461"/>
                    <a:pt x="912" y="2553"/>
                  </a:cubicBezTo>
                  <a:cubicBezTo>
                    <a:pt x="851" y="2735"/>
                    <a:pt x="821" y="2917"/>
                    <a:pt x="790" y="3069"/>
                  </a:cubicBezTo>
                  <a:lnTo>
                    <a:pt x="760" y="3191"/>
                  </a:lnTo>
                  <a:cubicBezTo>
                    <a:pt x="547" y="4041"/>
                    <a:pt x="456" y="4892"/>
                    <a:pt x="395" y="5743"/>
                  </a:cubicBezTo>
                  <a:cubicBezTo>
                    <a:pt x="395" y="5864"/>
                    <a:pt x="365" y="5986"/>
                    <a:pt x="365" y="6107"/>
                  </a:cubicBezTo>
                  <a:cubicBezTo>
                    <a:pt x="335" y="6350"/>
                    <a:pt x="304" y="6594"/>
                    <a:pt x="304" y="6837"/>
                  </a:cubicBezTo>
                  <a:cubicBezTo>
                    <a:pt x="274" y="7080"/>
                    <a:pt x="274" y="7292"/>
                    <a:pt x="244" y="7505"/>
                  </a:cubicBezTo>
                  <a:cubicBezTo>
                    <a:pt x="244" y="7718"/>
                    <a:pt x="213" y="7991"/>
                    <a:pt x="213" y="8265"/>
                  </a:cubicBezTo>
                  <a:lnTo>
                    <a:pt x="213" y="8538"/>
                  </a:lnTo>
                  <a:lnTo>
                    <a:pt x="213" y="8963"/>
                  </a:lnTo>
                  <a:lnTo>
                    <a:pt x="213" y="9146"/>
                  </a:lnTo>
                  <a:cubicBezTo>
                    <a:pt x="183" y="9541"/>
                    <a:pt x="152" y="9966"/>
                    <a:pt x="122" y="10391"/>
                  </a:cubicBezTo>
                  <a:cubicBezTo>
                    <a:pt x="61" y="10878"/>
                    <a:pt x="61" y="11364"/>
                    <a:pt x="31" y="11850"/>
                  </a:cubicBezTo>
                  <a:lnTo>
                    <a:pt x="31" y="14007"/>
                  </a:lnTo>
                  <a:lnTo>
                    <a:pt x="31" y="15101"/>
                  </a:lnTo>
                  <a:lnTo>
                    <a:pt x="31" y="16195"/>
                  </a:lnTo>
                  <a:cubicBezTo>
                    <a:pt x="31" y="16650"/>
                    <a:pt x="0" y="17136"/>
                    <a:pt x="0" y="17623"/>
                  </a:cubicBezTo>
                  <a:lnTo>
                    <a:pt x="0" y="19719"/>
                  </a:lnTo>
                  <a:lnTo>
                    <a:pt x="0" y="20448"/>
                  </a:lnTo>
                  <a:lnTo>
                    <a:pt x="0" y="20873"/>
                  </a:lnTo>
                  <a:lnTo>
                    <a:pt x="0" y="21876"/>
                  </a:lnTo>
                  <a:cubicBezTo>
                    <a:pt x="0" y="22028"/>
                    <a:pt x="0" y="22150"/>
                    <a:pt x="31" y="22271"/>
                  </a:cubicBezTo>
                  <a:lnTo>
                    <a:pt x="31" y="22575"/>
                  </a:lnTo>
                  <a:lnTo>
                    <a:pt x="31" y="22848"/>
                  </a:lnTo>
                  <a:lnTo>
                    <a:pt x="31" y="23274"/>
                  </a:lnTo>
                  <a:cubicBezTo>
                    <a:pt x="31" y="23669"/>
                    <a:pt x="61" y="24155"/>
                    <a:pt x="61" y="24671"/>
                  </a:cubicBezTo>
                  <a:cubicBezTo>
                    <a:pt x="61" y="24884"/>
                    <a:pt x="61" y="25097"/>
                    <a:pt x="92" y="25279"/>
                  </a:cubicBezTo>
                  <a:lnTo>
                    <a:pt x="92" y="25340"/>
                  </a:lnTo>
                  <a:lnTo>
                    <a:pt x="92" y="25583"/>
                  </a:lnTo>
                  <a:cubicBezTo>
                    <a:pt x="92" y="25704"/>
                    <a:pt x="92" y="25856"/>
                    <a:pt x="122" y="26008"/>
                  </a:cubicBezTo>
                  <a:lnTo>
                    <a:pt x="152" y="26312"/>
                  </a:lnTo>
                  <a:cubicBezTo>
                    <a:pt x="183" y="26646"/>
                    <a:pt x="213" y="26980"/>
                    <a:pt x="244" y="27315"/>
                  </a:cubicBezTo>
                  <a:lnTo>
                    <a:pt x="244" y="27345"/>
                  </a:lnTo>
                  <a:cubicBezTo>
                    <a:pt x="274" y="27831"/>
                    <a:pt x="365" y="28287"/>
                    <a:pt x="487" y="28743"/>
                  </a:cubicBezTo>
                  <a:cubicBezTo>
                    <a:pt x="517" y="28834"/>
                    <a:pt x="547" y="28925"/>
                    <a:pt x="578" y="29016"/>
                  </a:cubicBezTo>
                  <a:cubicBezTo>
                    <a:pt x="608" y="29077"/>
                    <a:pt x="638" y="29168"/>
                    <a:pt x="669" y="29259"/>
                  </a:cubicBezTo>
                  <a:cubicBezTo>
                    <a:pt x="730" y="29320"/>
                    <a:pt x="760" y="29381"/>
                    <a:pt x="821" y="29441"/>
                  </a:cubicBezTo>
                  <a:lnTo>
                    <a:pt x="851" y="29472"/>
                  </a:lnTo>
                  <a:cubicBezTo>
                    <a:pt x="1033" y="29684"/>
                    <a:pt x="1277" y="29806"/>
                    <a:pt x="1520" y="29897"/>
                  </a:cubicBezTo>
                  <a:cubicBezTo>
                    <a:pt x="1641" y="29928"/>
                    <a:pt x="1732" y="29958"/>
                    <a:pt x="1854" y="29958"/>
                  </a:cubicBezTo>
                  <a:lnTo>
                    <a:pt x="1915" y="29958"/>
                  </a:lnTo>
                  <a:cubicBezTo>
                    <a:pt x="2036" y="29958"/>
                    <a:pt x="2127" y="29988"/>
                    <a:pt x="2249" y="29988"/>
                  </a:cubicBezTo>
                  <a:cubicBezTo>
                    <a:pt x="2522" y="29958"/>
                    <a:pt x="2765" y="29897"/>
                    <a:pt x="3008" y="29745"/>
                  </a:cubicBezTo>
                  <a:lnTo>
                    <a:pt x="3221" y="29654"/>
                  </a:lnTo>
                  <a:lnTo>
                    <a:pt x="3251" y="29624"/>
                  </a:lnTo>
                  <a:cubicBezTo>
                    <a:pt x="3403" y="29563"/>
                    <a:pt x="3586" y="29502"/>
                    <a:pt x="3707" y="29411"/>
                  </a:cubicBezTo>
                  <a:cubicBezTo>
                    <a:pt x="3829" y="29350"/>
                    <a:pt x="3950" y="29259"/>
                    <a:pt x="4072" y="29168"/>
                  </a:cubicBezTo>
                  <a:cubicBezTo>
                    <a:pt x="4193" y="29046"/>
                    <a:pt x="4315" y="28955"/>
                    <a:pt x="4406" y="28834"/>
                  </a:cubicBezTo>
                  <a:cubicBezTo>
                    <a:pt x="4497" y="28743"/>
                    <a:pt x="4588" y="28621"/>
                    <a:pt x="4649" y="28500"/>
                  </a:cubicBezTo>
                  <a:cubicBezTo>
                    <a:pt x="4710" y="28348"/>
                    <a:pt x="4740" y="28196"/>
                    <a:pt x="4771" y="28074"/>
                  </a:cubicBezTo>
                  <a:cubicBezTo>
                    <a:pt x="4831" y="27649"/>
                    <a:pt x="4862" y="27223"/>
                    <a:pt x="4862" y="26828"/>
                  </a:cubicBezTo>
                  <a:lnTo>
                    <a:pt x="4862" y="26616"/>
                  </a:lnTo>
                  <a:lnTo>
                    <a:pt x="4862" y="25279"/>
                  </a:lnTo>
                  <a:lnTo>
                    <a:pt x="4862" y="24823"/>
                  </a:lnTo>
                  <a:lnTo>
                    <a:pt x="4862" y="24580"/>
                  </a:lnTo>
                  <a:cubicBezTo>
                    <a:pt x="4862" y="24307"/>
                    <a:pt x="4862" y="24064"/>
                    <a:pt x="4831" y="23881"/>
                  </a:cubicBezTo>
                  <a:lnTo>
                    <a:pt x="4831" y="21755"/>
                  </a:lnTo>
                  <a:lnTo>
                    <a:pt x="4831" y="21086"/>
                  </a:lnTo>
                  <a:lnTo>
                    <a:pt x="4831" y="20965"/>
                  </a:lnTo>
                  <a:lnTo>
                    <a:pt x="4831" y="20357"/>
                  </a:lnTo>
                  <a:lnTo>
                    <a:pt x="4831" y="19901"/>
                  </a:lnTo>
                  <a:lnTo>
                    <a:pt x="4831" y="19689"/>
                  </a:lnTo>
                  <a:cubicBezTo>
                    <a:pt x="4831" y="19263"/>
                    <a:pt x="4892" y="18838"/>
                    <a:pt x="4953" y="18443"/>
                  </a:cubicBezTo>
                  <a:lnTo>
                    <a:pt x="4953" y="18230"/>
                  </a:lnTo>
                  <a:cubicBezTo>
                    <a:pt x="4983" y="17805"/>
                    <a:pt x="5014" y="17319"/>
                    <a:pt x="5044" y="16833"/>
                  </a:cubicBezTo>
                  <a:cubicBezTo>
                    <a:pt x="5044" y="16468"/>
                    <a:pt x="5074" y="16073"/>
                    <a:pt x="5074" y="15708"/>
                  </a:cubicBezTo>
                  <a:lnTo>
                    <a:pt x="5074" y="15405"/>
                  </a:lnTo>
                  <a:cubicBezTo>
                    <a:pt x="5074" y="14979"/>
                    <a:pt x="5105" y="14554"/>
                    <a:pt x="5135" y="14128"/>
                  </a:cubicBezTo>
                  <a:lnTo>
                    <a:pt x="5135" y="13946"/>
                  </a:lnTo>
                  <a:cubicBezTo>
                    <a:pt x="5135" y="13703"/>
                    <a:pt x="5135" y="13460"/>
                    <a:pt x="5166" y="13187"/>
                  </a:cubicBezTo>
                  <a:cubicBezTo>
                    <a:pt x="5166" y="12913"/>
                    <a:pt x="5166" y="12731"/>
                    <a:pt x="5196" y="12518"/>
                  </a:cubicBezTo>
                  <a:cubicBezTo>
                    <a:pt x="5196" y="12093"/>
                    <a:pt x="5257" y="11667"/>
                    <a:pt x="5287" y="11242"/>
                  </a:cubicBezTo>
                  <a:cubicBezTo>
                    <a:pt x="5287" y="11060"/>
                    <a:pt x="5317" y="10878"/>
                    <a:pt x="5348" y="10695"/>
                  </a:cubicBezTo>
                  <a:cubicBezTo>
                    <a:pt x="5409" y="10088"/>
                    <a:pt x="5469" y="9510"/>
                    <a:pt x="5530" y="8933"/>
                  </a:cubicBezTo>
                  <a:cubicBezTo>
                    <a:pt x="5561" y="8720"/>
                    <a:pt x="5591" y="8508"/>
                    <a:pt x="5621" y="8295"/>
                  </a:cubicBezTo>
                  <a:cubicBezTo>
                    <a:pt x="5712" y="7839"/>
                    <a:pt x="5773" y="7384"/>
                    <a:pt x="5834" y="6897"/>
                  </a:cubicBezTo>
                  <a:lnTo>
                    <a:pt x="5834" y="6745"/>
                  </a:lnTo>
                  <a:cubicBezTo>
                    <a:pt x="5895" y="6381"/>
                    <a:pt x="5955" y="5925"/>
                    <a:pt x="5986" y="5469"/>
                  </a:cubicBezTo>
                  <a:cubicBezTo>
                    <a:pt x="6016" y="5014"/>
                    <a:pt x="6016" y="4558"/>
                    <a:pt x="6016" y="4133"/>
                  </a:cubicBezTo>
                  <a:lnTo>
                    <a:pt x="6016" y="3130"/>
                  </a:lnTo>
                  <a:lnTo>
                    <a:pt x="6016" y="2826"/>
                  </a:lnTo>
                  <a:cubicBezTo>
                    <a:pt x="6047" y="2583"/>
                    <a:pt x="6047" y="2310"/>
                    <a:pt x="6016" y="2067"/>
                  </a:cubicBezTo>
                  <a:cubicBezTo>
                    <a:pt x="5986" y="1915"/>
                    <a:pt x="5925" y="1793"/>
                    <a:pt x="5864" y="1672"/>
                  </a:cubicBezTo>
                  <a:cubicBezTo>
                    <a:pt x="5834" y="1641"/>
                    <a:pt x="5834" y="1580"/>
                    <a:pt x="5804" y="1520"/>
                  </a:cubicBezTo>
                  <a:cubicBezTo>
                    <a:pt x="5712" y="1398"/>
                    <a:pt x="5591" y="1277"/>
                    <a:pt x="5439" y="1216"/>
                  </a:cubicBezTo>
                  <a:cubicBezTo>
                    <a:pt x="5409" y="1125"/>
                    <a:pt x="5348" y="1034"/>
                    <a:pt x="5317" y="912"/>
                  </a:cubicBezTo>
                  <a:cubicBezTo>
                    <a:pt x="5287" y="851"/>
                    <a:pt x="5257" y="790"/>
                    <a:pt x="5196" y="730"/>
                  </a:cubicBezTo>
                  <a:cubicBezTo>
                    <a:pt x="5074" y="547"/>
                    <a:pt x="4922" y="365"/>
                    <a:pt x="4740" y="244"/>
                  </a:cubicBezTo>
                  <a:cubicBezTo>
                    <a:pt x="4497" y="92"/>
                    <a:pt x="4224" y="0"/>
                    <a:pt x="392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92" name="Google Shape;1992;p93"/>
          <p:cNvSpPr/>
          <p:nvPr/>
        </p:nvSpPr>
        <p:spPr>
          <a:xfrm rot="-900035">
            <a:off x="240210" y="1154170"/>
            <a:ext cx="273781" cy="466422"/>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93"/>
          <p:cNvSpPr/>
          <p:nvPr/>
        </p:nvSpPr>
        <p:spPr>
          <a:xfrm rot="7589800">
            <a:off x="73851" y="4029016"/>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94" name="Google Shape;1994;p93"/>
          <p:cNvGrpSpPr/>
          <p:nvPr/>
        </p:nvGrpSpPr>
        <p:grpSpPr>
          <a:xfrm>
            <a:off x="601188" y="4660625"/>
            <a:ext cx="252200" cy="279550"/>
            <a:chOff x="601188" y="4660625"/>
            <a:chExt cx="252200" cy="279550"/>
          </a:xfrm>
        </p:grpSpPr>
        <p:sp>
          <p:nvSpPr>
            <p:cNvPr id="1995" name="Google Shape;1995;p93"/>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 name="Google Shape;1996;p93"/>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p93"/>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93"/>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1999" name="Shape 1999"/>
        <p:cNvGrpSpPr/>
        <p:nvPr/>
      </p:nvGrpSpPr>
      <p:grpSpPr>
        <a:xfrm>
          <a:off x="0" y="0"/>
          <a:ext cx="0" cy="0"/>
          <a:chOff x="0" y="0"/>
          <a:chExt cx="0" cy="0"/>
        </a:xfrm>
      </p:grpSpPr>
      <p:sp>
        <p:nvSpPr>
          <p:cNvPr id="2000" name="Google Shape;2000;p94"/>
          <p:cNvSpPr txBox="1"/>
          <p:nvPr>
            <p:ph type="title"/>
          </p:nvPr>
        </p:nvSpPr>
        <p:spPr>
          <a:xfrm flipH="1">
            <a:off x="4168210" y="3457767"/>
            <a:ext cx="3474600" cy="365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001" name="Google Shape;2001;p94"/>
          <p:cNvSpPr txBox="1"/>
          <p:nvPr>
            <p:ph idx="1" type="subTitle"/>
          </p:nvPr>
        </p:nvSpPr>
        <p:spPr>
          <a:xfrm flipH="1">
            <a:off x="4168210" y="3823459"/>
            <a:ext cx="3474600" cy="548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002" name="Google Shape;2002;p94"/>
          <p:cNvSpPr txBox="1"/>
          <p:nvPr>
            <p:ph idx="2" type="title"/>
          </p:nvPr>
        </p:nvSpPr>
        <p:spPr>
          <a:xfrm flipH="1">
            <a:off x="4168210" y="2278552"/>
            <a:ext cx="3474600" cy="365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003" name="Google Shape;2003;p94"/>
          <p:cNvSpPr txBox="1"/>
          <p:nvPr>
            <p:ph idx="3" type="subTitle"/>
          </p:nvPr>
        </p:nvSpPr>
        <p:spPr>
          <a:xfrm flipH="1">
            <a:off x="4168210" y="2644406"/>
            <a:ext cx="3474600" cy="548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004" name="Google Shape;2004;p94"/>
          <p:cNvSpPr txBox="1"/>
          <p:nvPr>
            <p:ph idx="4" type="title"/>
          </p:nvPr>
        </p:nvSpPr>
        <p:spPr>
          <a:xfrm flipH="1">
            <a:off x="4168210" y="1099338"/>
            <a:ext cx="3474600" cy="365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005" name="Google Shape;2005;p94"/>
          <p:cNvSpPr txBox="1"/>
          <p:nvPr>
            <p:ph idx="5" type="subTitle"/>
          </p:nvPr>
        </p:nvSpPr>
        <p:spPr>
          <a:xfrm flipH="1">
            <a:off x="4168210" y="1465029"/>
            <a:ext cx="3474600" cy="548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006" name="Google Shape;2006;p94"/>
          <p:cNvSpPr txBox="1"/>
          <p:nvPr>
            <p:ph idx="6"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2007" name="Google Shape;2007;p94"/>
          <p:cNvSpPr/>
          <p:nvPr/>
        </p:nvSpPr>
        <p:spPr>
          <a:xfrm>
            <a:off x="7735606" y="-75350"/>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94"/>
          <p:cNvSpPr/>
          <p:nvPr/>
        </p:nvSpPr>
        <p:spPr>
          <a:xfrm>
            <a:off x="8124575" y="4786750"/>
            <a:ext cx="690058" cy="728219"/>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09" name="Google Shape;2009;p94"/>
          <p:cNvGrpSpPr/>
          <p:nvPr/>
        </p:nvGrpSpPr>
        <p:grpSpPr>
          <a:xfrm>
            <a:off x="8166052" y="-75350"/>
            <a:ext cx="817915" cy="860208"/>
            <a:chOff x="8166052" y="-75350"/>
            <a:chExt cx="817915" cy="860208"/>
          </a:xfrm>
        </p:grpSpPr>
        <p:sp>
          <p:nvSpPr>
            <p:cNvPr id="2010" name="Google Shape;2010;p94"/>
            <p:cNvSpPr/>
            <p:nvPr/>
          </p:nvSpPr>
          <p:spPr>
            <a:xfrm rot="1238432">
              <a:off x="8289700" y="-72880"/>
              <a:ext cx="146623" cy="728242"/>
            </a:xfrm>
            <a:custGeom>
              <a:rect b="b" l="l" r="r" t="t"/>
              <a:pathLst>
                <a:path extrusionOk="0" h="29130" w="5865">
                  <a:moveTo>
                    <a:pt x="3708" y="0"/>
                  </a:moveTo>
                  <a:cubicBezTo>
                    <a:pt x="3495" y="0"/>
                    <a:pt x="3252" y="31"/>
                    <a:pt x="3039" y="31"/>
                  </a:cubicBezTo>
                  <a:cubicBezTo>
                    <a:pt x="2766" y="61"/>
                    <a:pt x="2523" y="122"/>
                    <a:pt x="2249" y="183"/>
                  </a:cubicBezTo>
                  <a:cubicBezTo>
                    <a:pt x="2128" y="213"/>
                    <a:pt x="1976" y="274"/>
                    <a:pt x="1854" y="335"/>
                  </a:cubicBezTo>
                  <a:cubicBezTo>
                    <a:pt x="1611" y="486"/>
                    <a:pt x="1429" y="669"/>
                    <a:pt x="1307" y="912"/>
                  </a:cubicBezTo>
                  <a:cubicBezTo>
                    <a:pt x="1095" y="1368"/>
                    <a:pt x="943" y="1854"/>
                    <a:pt x="912" y="2370"/>
                  </a:cubicBezTo>
                  <a:cubicBezTo>
                    <a:pt x="852" y="2917"/>
                    <a:pt x="791" y="3434"/>
                    <a:pt x="730" y="3950"/>
                  </a:cubicBezTo>
                  <a:lnTo>
                    <a:pt x="669" y="4315"/>
                  </a:lnTo>
                  <a:cubicBezTo>
                    <a:pt x="578" y="5135"/>
                    <a:pt x="487" y="5955"/>
                    <a:pt x="426" y="6806"/>
                  </a:cubicBezTo>
                  <a:cubicBezTo>
                    <a:pt x="365" y="7353"/>
                    <a:pt x="305" y="7900"/>
                    <a:pt x="244" y="8447"/>
                  </a:cubicBezTo>
                  <a:cubicBezTo>
                    <a:pt x="183" y="8842"/>
                    <a:pt x="153" y="9267"/>
                    <a:pt x="92" y="9692"/>
                  </a:cubicBezTo>
                  <a:cubicBezTo>
                    <a:pt x="62" y="10179"/>
                    <a:pt x="31" y="10695"/>
                    <a:pt x="1" y="11212"/>
                  </a:cubicBezTo>
                  <a:cubicBezTo>
                    <a:pt x="1" y="11728"/>
                    <a:pt x="1" y="12123"/>
                    <a:pt x="1" y="12640"/>
                  </a:cubicBezTo>
                  <a:lnTo>
                    <a:pt x="1" y="18473"/>
                  </a:lnTo>
                  <a:lnTo>
                    <a:pt x="1" y="19385"/>
                  </a:lnTo>
                  <a:lnTo>
                    <a:pt x="1" y="21390"/>
                  </a:lnTo>
                  <a:cubicBezTo>
                    <a:pt x="1" y="21694"/>
                    <a:pt x="1" y="21998"/>
                    <a:pt x="31" y="22301"/>
                  </a:cubicBezTo>
                  <a:lnTo>
                    <a:pt x="31" y="22909"/>
                  </a:lnTo>
                  <a:lnTo>
                    <a:pt x="31" y="23547"/>
                  </a:lnTo>
                  <a:lnTo>
                    <a:pt x="31" y="24307"/>
                  </a:lnTo>
                  <a:cubicBezTo>
                    <a:pt x="31" y="24428"/>
                    <a:pt x="31" y="24580"/>
                    <a:pt x="62" y="24702"/>
                  </a:cubicBezTo>
                  <a:lnTo>
                    <a:pt x="62" y="25005"/>
                  </a:lnTo>
                  <a:lnTo>
                    <a:pt x="62" y="25613"/>
                  </a:lnTo>
                  <a:lnTo>
                    <a:pt x="62" y="25674"/>
                  </a:lnTo>
                  <a:cubicBezTo>
                    <a:pt x="62" y="26130"/>
                    <a:pt x="92" y="26616"/>
                    <a:pt x="153" y="27071"/>
                  </a:cubicBezTo>
                  <a:cubicBezTo>
                    <a:pt x="213" y="27740"/>
                    <a:pt x="305" y="28560"/>
                    <a:pt x="1003" y="28894"/>
                  </a:cubicBezTo>
                  <a:cubicBezTo>
                    <a:pt x="1277" y="29016"/>
                    <a:pt x="1581" y="29107"/>
                    <a:pt x="1915" y="29107"/>
                  </a:cubicBezTo>
                  <a:cubicBezTo>
                    <a:pt x="1961" y="29122"/>
                    <a:pt x="2006" y="29130"/>
                    <a:pt x="2055" y="29130"/>
                  </a:cubicBezTo>
                  <a:cubicBezTo>
                    <a:pt x="2105" y="29130"/>
                    <a:pt x="2158" y="29122"/>
                    <a:pt x="2219" y="29107"/>
                  </a:cubicBezTo>
                  <a:lnTo>
                    <a:pt x="2583" y="29107"/>
                  </a:lnTo>
                  <a:cubicBezTo>
                    <a:pt x="2735" y="29107"/>
                    <a:pt x="2887" y="29077"/>
                    <a:pt x="3009" y="29077"/>
                  </a:cubicBezTo>
                  <a:cubicBezTo>
                    <a:pt x="3191" y="29016"/>
                    <a:pt x="3343" y="28955"/>
                    <a:pt x="3495" y="28894"/>
                  </a:cubicBezTo>
                  <a:cubicBezTo>
                    <a:pt x="3677" y="28803"/>
                    <a:pt x="3859" y="28651"/>
                    <a:pt x="3981" y="28439"/>
                  </a:cubicBezTo>
                  <a:cubicBezTo>
                    <a:pt x="4072" y="28287"/>
                    <a:pt x="4163" y="28104"/>
                    <a:pt x="4224" y="27922"/>
                  </a:cubicBezTo>
                  <a:cubicBezTo>
                    <a:pt x="4376" y="27466"/>
                    <a:pt x="4467" y="26980"/>
                    <a:pt x="4497" y="26494"/>
                  </a:cubicBezTo>
                  <a:lnTo>
                    <a:pt x="4497" y="26464"/>
                  </a:lnTo>
                  <a:cubicBezTo>
                    <a:pt x="4619" y="25552"/>
                    <a:pt x="4710" y="24610"/>
                    <a:pt x="4771" y="23669"/>
                  </a:cubicBezTo>
                  <a:cubicBezTo>
                    <a:pt x="4771" y="23365"/>
                    <a:pt x="4801" y="23091"/>
                    <a:pt x="4832" y="22787"/>
                  </a:cubicBezTo>
                  <a:cubicBezTo>
                    <a:pt x="4862" y="22575"/>
                    <a:pt x="4862" y="22392"/>
                    <a:pt x="4892" y="22180"/>
                  </a:cubicBezTo>
                  <a:cubicBezTo>
                    <a:pt x="4923" y="21876"/>
                    <a:pt x="4923" y="21572"/>
                    <a:pt x="4953" y="21299"/>
                  </a:cubicBezTo>
                  <a:lnTo>
                    <a:pt x="4984" y="20752"/>
                  </a:lnTo>
                  <a:cubicBezTo>
                    <a:pt x="5014" y="20387"/>
                    <a:pt x="5044" y="20023"/>
                    <a:pt x="5075" y="19688"/>
                  </a:cubicBezTo>
                  <a:lnTo>
                    <a:pt x="5105" y="19293"/>
                  </a:lnTo>
                  <a:lnTo>
                    <a:pt x="5105" y="19111"/>
                  </a:lnTo>
                  <a:cubicBezTo>
                    <a:pt x="5136" y="18929"/>
                    <a:pt x="5136" y="18747"/>
                    <a:pt x="5166" y="18564"/>
                  </a:cubicBezTo>
                  <a:cubicBezTo>
                    <a:pt x="5166" y="18412"/>
                    <a:pt x="5166" y="18291"/>
                    <a:pt x="5166" y="18169"/>
                  </a:cubicBezTo>
                  <a:cubicBezTo>
                    <a:pt x="5196" y="18078"/>
                    <a:pt x="5166" y="17987"/>
                    <a:pt x="5166" y="17896"/>
                  </a:cubicBezTo>
                  <a:cubicBezTo>
                    <a:pt x="5166" y="17653"/>
                    <a:pt x="5196" y="17410"/>
                    <a:pt x="5227" y="17167"/>
                  </a:cubicBezTo>
                  <a:cubicBezTo>
                    <a:pt x="5227" y="16954"/>
                    <a:pt x="5227" y="16681"/>
                    <a:pt x="5257" y="16407"/>
                  </a:cubicBezTo>
                  <a:cubicBezTo>
                    <a:pt x="5257" y="16286"/>
                    <a:pt x="5257" y="16134"/>
                    <a:pt x="5287" y="15982"/>
                  </a:cubicBezTo>
                  <a:cubicBezTo>
                    <a:pt x="5318" y="15617"/>
                    <a:pt x="5318" y="15253"/>
                    <a:pt x="5348" y="14888"/>
                  </a:cubicBezTo>
                  <a:cubicBezTo>
                    <a:pt x="5348" y="14554"/>
                    <a:pt x="5379" y="14128"/>
                    <a:pt x="5379" y="13764"/>
                  </a:cubicBezTo>
                  <a:lnTo>
                    <a:pt x="5379" y="13399"/>
                  </a:lnTo>
                  <a:cubicBezTo>
                    <a:pt x="5379" y="12913"/>
                    <a:pt x="5470" y="12397"/>
                    <a:pt x="5530" y="11941"/>
                  </a:cubicBezTo>
                  <a:lnTo>
                    <a:pt x="5530" y="11910"/>
                  </a:lnTo>
                  <a:cubicBezTo>
                    <a:pt x="5591" y="11455"/>
                    <a:pt x="5652" y="10999"/>
                    <a:pt x="5652" y="10543"/>
                  </a:cubicBezTo>
                  <a:cubicBezTo>
                    <a:pt x="5682" y="10087"/>
                    <a:pt x="5682" y="9510"/>
                    <a:pt x="5682" y="9024"/>
                  </a:cubicBezTo>
                  <a:cubicBezTo>
                    <a:pt x="5713" y="8538"/>
                    <a:pt x="5682" y="8082"/>
                    <a:pt x="5713" y="7596"/>
                  </a:cubicBezTo>
                  <a:cubicBezTo>
                    <a:pt x="5743" y="7140"/>
                    <a:pt x="5743" y="6624"/>
                    <a:pt x="5743" y="6168"/>
                  </a:cubicBezTo>
                  <a:lnTo>
                    <a:pt x="5743" y="3889"/>
                  </a:lnTo>
                  <a:lnTo>
                    <a:pt x="5865" y="3373"/>
                  </a:lnTo>
                  <a:lnTo>
                    <a:pt x="5865" y="2127"/>
                  </a:lnTo>
                  <a:cubicBezTo>
                    <a:pt x="5865" y="1884"/>
                    <a:pt x="5834" y="1641"/>
                    <a:pt x="5804" y="1368"/>
                  </a:cubicBezTo>
                  <a:cubicBezTo>
                    <a:pt x="5774" y="1276"/>
                    <a:pt x="5774" y="1185"/>
                    <a:pt x="5743" y="1094"/>
                  </a:cubicBezTo>
                  <a:cubicBezTo>
                    <a:pt x="5713" y="973"/>
                    <a:pt x="5652" y="851"/>
                    <a:pt x="5591" y="730"/>
                  </a:cubicBezTo>
                  <a:cubicBezTo>
                    <a:pt x="5561" y="669"/>
                    <a:pt x="5530" y="638"/>
                    <a:pt x="5470" y="578"/>
                  </a:cubicBezTo>
                  <a:lnTo>
                    <a:pt x="5470" y="547"/>
                  </a:lnTo>
                  <a:lnTo>
                    <a:pt x="5379" y="426"/>
                  </a:lnTo>
                  <a:lnTo>
                    <a:pt x="5348" y="426"/>
                  </a:lnTo>
                  <a:cubicBezTo>
                    <a:pt x="5287" y="335"/>
                    <a:pt x="5166" y="274"/>
                    <a:pt x="5075" y="243"/>
                  </a:cubicBezTo>
                  <a:cubicBezTo>
                    <a:pt x="5014" y="213"/>
                    <a:pt x="4953" y="213"/>
                    <a:pt x="4892" y="213"/>
                  </a:cubicBezTo>
                  <a:lnTo>
                    <a:pt x="4801" y="213"/>
                  </a:lnTo>
                  <a:lnTo>
                    <a:pt x="4741" y="152"/>
                  </a:lnTo>
                  <a:cubicBezTo>
                    <a:pt x="4619" y="92"/>
                    <a:pt x="4497" y="61"/>
                    <a:pt x="4406" y="61"/>
                  </a:cubicBezTo>
                  <a:cubicBezTo>
                    <a:pt x="4163" y="31"/>
                    <a:pt x="3920" y="0"/>
                    <a:pt x="370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94"/>
            <p:cNvSpPr/>
            <p:nvPr/>
          </p:nvSpPr>
          <p:spPr>
            <a:xfrm rot="1238432">
              <a:off x="8485173" y="-40678"/>
              <a:ext cx="172448" cy="751217"/>
            </a:xfrm>
            <a:custGeom>
              <a:rect b="b" l="l" r="r" t="t"/>
              <a:pathLst>
                <a:path extrusionOk="0" h="30049" w="6898">
                  <a:moveTo>
                    <a:pt x="3099" y="0"/>
                  </a:moveTo>
                  <a:lnTo>
                    <a:pt x="2735" y="31"/>
                  </a:lnTo>
                  <a:lnTo>
                    <a:pt x="2401" y="61"/>
                  </a:lnTo>
                  <a:cubicBezTo>
                    <a:pt x="2279" y="91"/>
                    <a:pt x="2127" y="152"/>
                    <a:pt x="2006" y="213"/>
                  </a:cubicBezTo>
                  <a:cubicBezTo>
                    <a:pt x="1945" y="243"/>
                    <a:pt x="1884" y="274"/>
                    <a:pt x="1854" y="334"/>
                  </a:cubicBezTo>
                  <a:cubicBezTo>
                    <a:pt x="1763" y="395"/>
                    <a:pt x="1671" y="456"/>
                    <a:pt x="1580" y="547"/>
                  </a:cubicBezTo>
                  <a:cubicBezTo>
                    <a:pt x="1459" y="669"/>
                    <a:pt x="1337" y="821"/>
                    <a:pt x="1246" y="972"/>
                  </a:cubicBezTo>
                  <a:cubicBezTo>
                    <a:pt x="1185" y="1124"/>
                    <a:pt x="1124" y="1276"/>
                    <a:pt x="1094" y="1428"/>
                  </a:cubicBezTo>
                  <a:cubicBezTo>
                    <a:pt x="1064" y="1610"/>
                    <a:pt x="1033" y="1793"/>
                    <a:pt x="1033" y="1975"/>
                  </a:cubicBezTo>
                  <a:lnTo>
                    <a:pt x="1033" y="2188"/>
                  </a:lnTo>
                  <a:cubicBezTo>
                    <a:pt x="1033" y="2309"/>
                    <a:pt x="1033" y="2431"/>
                    <a:pt x="1064" y="2552"/>
                  </a:cubicBezTo>
                  <a:cubicBezTo>
                    <a:pt x="1094" y="2674"/>
                    <a:pt x="1124" y="2826"/>
                    <a:pt x="1155" y="2947"/>
                  </a:cubicBezTo>
                  <a:lnTo>
                    <a:pt x="1155" y="3190"/>
                  </a:lnTo>
                  <a:lnTo>
                    <a:pt x="1155" y="3403"/>
                  </a:lnTo>
                  <a:cubicBezTo>
                    <a:pt x="1155" y="3585"/>
                    <a:pt x="1185" y="3798"/>
                    <a:pt x="1185" y="3950"/>
                  </a:cubicBezTo>
                  <a:lnTo>
                    <a:pt x="1185" y="5196"/>
                  </a:lnTo>
                  <a:lnTo>
                    <a:pt x="1185" y="5378"/>
                  </a:lnTo>
                  <a:cubicBezTo>
                    <a:pt x="1185" y="5834"/>
                    <a:pt x="1155" y="6320"/>
                    <a:pt x="1124" y="6806"/>
                  </a:cubicBezTo>
                  <a:cubicBezTo>
                    <a:pt x="1094" y="7262"/>
                    <a:pt x="1094" y="7748"/>
                    <a:pt x="1064" y="8204"/>
                  </a:cubicBezTo>
                  <a:cubicBezTo>
                    <a:pt x="1064" y="8447"/>
                    <a:pt x="1064" y="8690"/>
                    <a:pt x="1033" y="8933"/>
                  </a:cubicBezTo>
                  <a:cubicBezTo>
                    <a:pt x="1003" y="9176"/>
                    <a:pt x="1033" y="9449"/>
                    <a:pt x="1003" y="9723"/>
                  </a:cubicBezTo>
                  <a:lnTo>
                    <a:pt x="1003" y="10270"/>
                  </a:lnTo>
                  <a:cubicBezTo>
                    <a:pt x="1003" y="10573"/>
                    <a:pt x="1003" y="10877"/>
                    <a:pt x="973" y="11181"/>
                  </a:cubicBezTo>
                  <a:cubicBezTo>
                    <a:pt x="973" y="11637"/>
                    <a:pt x="942" y="12123"/>
                    <a:pt x="912" y="12579"/>
                  </a:cubicBezTo>
                  <a:cubicBezTo>
                    <a:pt x="881" y="13034"/>
                    <a:pt x="851" y="13490"/>
                    <a:pt x="790" y="14098"/>
                  </a:cubicBezTo>
                  <a:cubicBezTo>
                    <a:pt x="760" y="14280"/>
                    <a:pt x="730" y="14462"/>
                    <a:pt x="730" y="14675"/>
                  </a:cubicBezTo>
                  <a:cubicBezTo>
                    <a:pt x="699" y="14948"/>
                    <a:pt x="669" y="15222"/>
                    <a:pt x="638" y="15495"/>
                  </a:cubicBezTo>
                  <a:lnTo>
                    <a:pt x="578" y="16042"/>
                  </a:lnTo>
                  <a:cubicBezTo>
                    <a:pt x="578" y="16346"/>
                    <a:pt x="547" y="16620"/>
                    <a:pt x="517" y="16923"/>
                  </a:cubicBezTo>
                  <a:cubicBezTo>
                    <a:pt x="486" y="17379"/>
                    <a:pt x="426" y="17865"/>
                    <a:pt x="395" y="18351"/>
                  </a:cubicBezTo>
                  <a:lnTo>
                    <a:pt x="395" y="18716"/>
                  </a:lnTo>
                  <a:lnTo>
                    <a:pt x="395" y="19050"/>
                  </a:lnTo>
                  <a:lnTo>
                    <a:pt x="395" y="19202"/>
                  </a:lnTo>
                  <a:cubicBezTo>
                    <a:pt x="395" y="19384"/>
                    <a:pt x="395" y="19567"/>
                    <a:pt x="365" y="19749"/>
                  </a:cubicBezTo>
                  <a:cubicBezTo>
                    <a:pt x="365" y="20205"/>
                    <a:pt x="365" y="20660"/>
                    <a:pt x="365" y="21177"/>
                  </a:cubicBezTo>
                  <a:lnTo>
                    <a:pt x="365" y="21329"/>
                  </a:lnTo>
                  <a:lnTo>
                    <a:pt x="365" y="21906"/>
                  </a:lnTo>
                  <a:lnTo>
                    <a:pt x="365" y="22180"/>
                  </a:lnTo>
                  <a:lnTo>
                    <a:pt x="365" y="22605"/>
                  </a:lnTo>
                  <a:lnTo>
                    <a:pt x="365" y="23182"/>
                  </a:lnTo>
                  <a:cubicBezTo>
                    <a:pt x="365" y="23456"/>
                    <a:pt x="365" y="23760"/>
                    <a:pt x="335" y="24063"/>
                  </a:cubicBezTo>
                  <a:cubicBezTo>
                    <a:pt x="304" y="24489"/>
                    <a:pt x="274" y="24914"/>
                    <a:pt x="243" y="25400"/>
                  </a:cubicBezTo>
                  <a:cubicBezTo>
                    <a:pt x="183" y="25917"/>
                    <a:pt x="152" y="26281"/>
                    <a:pt x="91" y="26798"/>
                  </a:cubicBezTo>
                  <a:cubicBezTo>
                    <a:pt x="61" y="27010"/>
                    <a:pt x="31" y="27223"/>
                    <a:pt x="31" y="27436"/>
                  </a:cubicBezTo>
                  <a:cubicBezTo>
                    <a:pt x="0" y="27618"/>
                    <a:pt x="0" y="27800"/>
                    <a:pt x="31" y="28013"/>
                  </a:cubicBezTo>
                  <a:cubicBezTo>
                    <a:pt x="31" y="28256"/>
                    <a:pt x="91" y="28530"/>
                    <a:pt x="152" y="28773"/>
                  </a:cubicBezTo>
                  <a:cubicBezTo>
                    <a:pt x="274" y="29046"/>
                    <a:pt x="426" y="29320"/>
                    <a:pt x="638" y="29532"/>
                  </a:cubicBezTo>
                  <a:lnTo>
                    <a:pt x="760" y="29654"/>
                  </a:lnTo>
                  <a:cubicBezTo>
                    <a:pt x="851" y="29715"/>
                    <a:pt x="912" y="29775"/>
                    <a:pt x="1003" y="29806"/>
                  </a:cubicBezTo>
                  <a:cubicBezTo>
                    <a:pt x="1064" y="29836"/>
                    <a:pt x="1124" y="29866"/>
                    <a:pt x="1185" y="29897"/>
                  </a:cubicBezTo>
                  <a:lnTo>
                    <a:pt x="1276" y="29927"/>
                  </a:lnTo>
                  <a:cubicBezTo>
                    <a:pt x="1368" y="29958"/>
                    <a:pt x="1428" y="29988"/>
                    <a:pt x="1550" y="29988"/>
                  </a:cubicBezTo>
                  <a:cubicBezTo>
                    <a:pt x="1702" y="30018"/>
                    <a:pt x="1854" y="30049"/>
                    <a:pt x="1975" y="30049"/>
                  </a:cubicBezTo>
                  <a:lnTo>
                    <a:pt x="2796" y="30049"/>
                  </a:lnTo>
                  <a:cubicBezTo>
                    <a:pt x="3069" y="30018"/>
                    <a:pt x="3312" y="29988"/>
                    <a:pt x="3555" y="29927"/>
                  </a:cubicBezTo>
                  <a:cubicBezTo>
                    <a:pt x="3798" y="29866"/>
                    <a:pt x="4011" y="29806"/>
                    <a:pt x="4254" y="29715"/>
                  </a:cubicBezTo>
                  <a:cubicBezTo>
                    <a:pt x="4375" y="29623"/>
                    <a:pt x="4497" y="29532"/>
                    <a:pt x="4619" y="29441"/>
                  </a:cubicBezTo>
                  <a:cubicBezTo>
                    <a:pt x="4831" y="29289"/>
                    <a:pt x="4953" y="29046"/>
                    <a:pt x="5044" y="28833"/>
                  </a:cubicBezTo>
                  <a:cubicBezTo>
                    <a:pt x="5105" y="28590"/>
                    <a:pt x="5165" y="28347"/>
                    <a:pt x="5196" y="28104"/>
                  </a:cubicBezTo>
                  <a:cubicBezTo>
                    <a:pt x="5257" y="27831"/>
                    <a:pt x="5287" y="27557"/>
                    <a:pt x="5317" y="27284"/>
                  </a:cubicBezTo>
                  <a:lnTo>
                    <a:pt x="5317" y="27223"/>
                  </a:lnTo>
                  <a:cubicBezTo>
                    <a:pt x="5348" y="26828"/>
                    <a:pt x="5408" y="26403"/>
                    <a:pt x="5439" y="25917"/>
                  </a:cubicBezTo>
                  <a:cubicBezTo>
                    <a:pt x="5469" y="25643"/>
                    <a:pt x="5500" y="25370"/>
                    <a:pt x="5530" y="25096"/>
                  </a:cubicBezTo>
                  <a:cubicBezTo>
                    <a:pt x="5560" y="24914"/>
                    <a:pt x="5591" y="24732"/>
                    <a:pt x="5591" y="24549"/>
                  </a:cubicBezTo>
                  <a:cubicBezTo>
                    <a:pt x="5621" y="24367"/>
                    <a:pt x="5621" y="24094"/>
                    <a:pt x="5652" y="23881"/>
                  </a:cubicBezTo>
                  <a:cubicBezTo>
                    <a:pt x="5682" y="23668"/>
                    <a:pt x="5712" y="23425"/>
                    <a:pt x="5712" y="23182"/>
                  </a:cubicBezTo>
                  <a:cubicBezTo>
                    <a:pt x="5743" y="22970"/>
                    <a:pt x="5773" y="22666"/>
                    <a:pt x="5803" y="22392"/>
                  </a:cubicBezTo>
                  <a:cubicBezTo>
                    <a:pt x="5834" y="22180"/>
                    <a:pt x="5864" y="21967"/>
                    <a:pt x="5895" y="21754"/>
                  </a:cubicBezTo>
                  <a:cubicBezTo>
                    <a:pt x="5925" y="21420"/>
                    <a:pt x="5955" y="21055"/>
                    <a:pt x="5986" y="20691"/>
                  </a:cubicBezTo>
                  <a:lnTo>
                    <a:pt x="6016" y="20357"/>
                  </a:lnTo>
                  <a:cubicBezTo>
                    <a:pt x="6047" y="20114"/>
                    <a:pt x="6047" y="19840"/>
                    <a:pt x="6077" y="19567"/>
                  </a:cubicBezTo>
                  <a:cubicBezTo>
                    <a:pt x="6107" y="19324"/>
                    <a:pt x="6107" y="19141"/>
                    <a:pt x="6138" y="18929"/>
                  </a:cubicBezTo>
                  <a:lnTo>
                    <a:pt x="6138" y="18655"/>
                  </a:lnTo>
                  <a:cubicBezTo>
                    <a:pt x="6138" y="18503"/>
                    <a:pt x="6168" y="18351"/>
                    <a:pt x="6198" y="18199"/>
                  </a:cubicBezTo>
                  <a:cubicBezTo>
                    <a:pt x="6198" y="18048"/>
                    <a:pt x="6229" y="17926"/>
                    <a:pt x="6229" y="17774"/>
                  </a:cubicBezTo>
                  <a:lnTo>
                    <a:pt x="6259" y="17501"/>
                  </a:lnTo>
                  <a:cubicBezTo>
                    <a:pt x="6320" y="17075"/>
                    <a:pt x="6350" y="16589"/>
                    <a:pt x="6411" y="16012"/>
                  </a:cubicBezTo>
                  <a:cubicBezTo>
                    <a:pt x="6441" y="15495"/>
                    <a:pt x="6502" y="15009"/>
                    <a:pt x="6533" y="14523"/>
                  </a:cubicBezTo>
                  <a:cubicBezTo>
                    <a:pt x="6563" y="14250"/>
                    <a:pt x="6593" y="13976"/>
                    <a:pt x="6624" y="13703"/>
                  </a:cubicBezTo>
                  <a:cubicBezTo>
                    <a:pt x="6654" y="13521"/>
                    <a:pt x="6685" y="13338"/>
                    <a:pt x="6715" y="13095"/>
                  </a:cubicBezTo>
                  <a:cubicBezTo>
                    <a:pt x="6776" y="12609"/>
                    <a:pt x="6806" y="12123"/>
                    <a:pt x="6806" y="11698"/>
                  </a:cubicBezTo>
                  <a:lnTo>
                    <a:pt x="6806" y="11394"/>
                  </a:lnTo>
                  <a:lnTo>
                    <a:pt x="6806" y="11029"/>
                  </a:lnTo>
                  <a:lnTo>
                    <a:pt x="6806" y="10786"/>
                  </a:lnTo>
                  <a:lnTo>
                    <a:pt x="6836" y="10300"/>
                  </a:lnTo>
                  <a:cubicBezTo>
                    <a:pt x="6836" y="9875"/>
                    <a:pt x="6867" y="9419"/>
                    <a:pt x="6867" y="8842"/>
                  </a:cubicBezTo>
                  <a:lnTo>
                    <a:pt x="6867" y="6624"/>
                  </a:lnTo>
                  <a:cubicBezTo>
                    <a:pt x="6897" y="6350"/>
                    <a:pt x="6897" y="6107"/>
                    <a:pt x="6867" y="5864"/>
                  </a:cubicBezTo>
                  <a:cubicBezTo>
                    <a:pt x="6867" y="5773"/>
                    <a:pt x="6867" y="5651"/>
                    <a:pt x="6867" y="5530"/>
                  </a:cubicBezTo>
                  <a:cubicBezTo>
                    <a:pt x="6836" y="5104"/>
                    <a:pt x="6806" y="4710"/>
                    <a:pt x="6745" y="4315"/>
                  </a:cubicBezTo>
                  <a:lnTo>
                    <a:pt x="6685" y="3950"/>
                  </a:lnTo>
                  <a:lnTo>
                    <a:pt x="6654" y="3707"/>
                  </a:lnTo>
                  <a:lnTo>
                    <a:pt x="6654" y="3737"/>
                  </a:lnTo>
                  <a:cubicBezTo>
                    <a:pt x="6654" y="3646"/>
                    <a:pt x="6624" y="3555"/>
                    <a:pt x="6624" y="3464"/>
                  </a:cubicBezTo>
                  <a:lnTo>
                    <a:pt x="6624" y="3373"/>
                  </a:lnTo>
                  <a:cubicBezTo>
                    <a:pt x="6593" y="3160"/>
                    <a:pt x="6563" y="2947"/>
                    <a:pt x="6502" y="2735"/>
                  </a:cubicBezTo>
                  <a:cubicBezTo>
                    <a:pt x="6502" y="2643"/>
                    <a:pt x="6472" y="2522"/>
                    <a:pt x="6441" y="2431"/>
                  </a:cubicBezTo>
                  <a:lnTo>
                    <a:pt x="6381" y="2036"/>
                  </a:lnTo>
                  <a:cubicBezTo>
                    <a:pt x="6381" y="1945"/>
                    <a:pt x="6350" y="1823"/>
                    <a:pt x="6320" y="1732"/>
                  </a:cubicBezTo>
                  <a:cubicBezTo>
                    <a:pt x="6259" y="1580"/>
                    <a:pt x="6198" y="1428"/>
                    <a:pt x="6107" y="1307"/>
                  </a:cubicBezTo>
                  <a:cubicBezTo>
                    <a:pt x="6016" y="1155"/>
                    <a:pt x="5925" y="1033"/>
                    <a:pt x="5834" y="912"/>
                  </a:cubicBezTo>
                  <a:cubicBezTo>
                    <a:pt x="5773" y="851"/>
                    <a:pt x="5712" y="760"/>
                    <a:pt x="5621" y="699"/>
                  </a:cubicBezTo>
                  <a:cubicBezTo>
                    <a:pt x="5530" y="608"/>
                    <a:pt x="5408" y="547"/>
                    <a:pt x="5317" y="456"/>
                  </a:cubicBezTo>
                  <a:cubicBezTo>
                    <a:pt x="5196" y="395"/>
                    <a:pt x="5074" y="334"/>
                    <a:pt x="4922" y="304"/>
                  </a:cubicBezTo>
                  <a:cubicBezTo>
                    <a:pt x="4740" y="213"/>
                    <a:pt x="4558" y="152"/>
                    <a:pt x="4345" y="91"/>
                  </a:cubicBezTo>
                  <a:cubicBezTo>
                    <a:pt x="4132" y="61"/>
                    <a:pt x="3920" y="31"/>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 name="Google Shape;2012;p94"/>
            <p:cNvSpPr/>
            <p:nvPr/>
          </p:nvSpPr>
          <p:spPr>
            <a:xfrm rot="1238432">
              <a:off x="8705506" y="32559"/>
              <a:ext cx="151173" cy="749717"/>
            </a:xfrm>
            <a:custGeom>
              <a:rect b="b" l="l" r="r" t="t"/>
              <a:pathLst>
                <a:path extrusionOk="0" h="29989" w="6047">
                  <a:moveTo>
                    <a:pt x="3889" y="0"/>
                  </a:moveTo>
                  <a:cubicBezTo>
                    <a:pt x="3677" y="0"/>
                    <a:pt x="3494" y="31"/>
                    <a:pt x="3282" y="61"/>
                  </a:cubicBezTo>
                  <a:cubicBezTo>
                    <a:pt x="3130" y="92"/>
                    <a:pt x="2948" y="92"/>
                    <a:pt x="2796" y="152"/>
                  </a:cubicBezTo>
                  <a:cubicBezTo>
                    <a:pt x="2674" y="183"/>
                    <a:pt x="2553" y="213"/>
                    <a:pt x="2431" y="274"/>
                  </a:cubicBezTo>
                  <a:cubicBezTo>
                    <a:pt x="2249" y="335"/>
                    <a:pt x="2097" y="395"/>
                    <a:pt x="1945" y="487"/>
                  </a:cubicBezTo>
                  <a:cubicBezTo>
                    <a:pt x="1823" y="578"/>
                    <a:pt x="1702" y="669"/>
                    <a:pt x="1580" y="790"/>
                  </a:cubicBezTo>
                  <a:cubicBezTo>
                    <a:pt x="1489" y="912"/>
                    <a:pt x="1398" y="1034"/>
                    <a:pt x="1337" y="1155"/>
                  </a:cubicBezTo>
                  <a:cubicBezTo>
                    <a:pt x="1246" y="1307"/>
                    <a:pt x="1185" y="1489"/>
                    <a:pt x="1125" y="1641"/>
                  </a:cubicBezTo>
                  <a:cubicBezTo>
                    <a:pt x="1064" y="1823"/>
                    <a:pt x="1033" y="2036"/>
                    <a:pt x="1033" y="2218"/>
                  </a:cubicBezTo>
                  <a:cubicBezTo>
                    <a:pt x="1003" y="2340"/>
                    <a:pt x="942" y="2461"/>
                    <a:pt x="912" y="2553"/>
                  </a:cubicBezTo>
                  <a:cubicBezTo>
                    <a:pt x="851" y="2735"/>
                    <a:pt x="821" y="2917"/>
                    <a:pt x="790" y="3069"/>
                  </a:cubicBezTo>
                  <a:lnTo>
                    <a:pt x="760" y="3191"/>
                  </a:lnTo>
                  <a:cubicBezTo>
                    <a:pt x="547" y="4041"/>
                    <a:pt x="456" y="4892"/>
                    <a:pt x="395" y="5743"/>
                  </a:cubicBezTo>
                  <a:cubicBezTo>
                    <a:pt x="395" y="5864"/>
                    <a:pt x="365" y="5986"/>
                    <a:pt x="365" y="6107"/>
                  </a:cubicBezTo>
                  <a:cubicBezTo>
                    <a:pt x="335" y="6350"/>
                    <a:pt x="304" y="6594"/>
                    <a:pt x="304" y="6837"/>
                  </a:cubicBezTo>
                  <a:cubicBezTo>
                    <a:pt x="274" y="7080"/>
                    <a:pt x="274" y="7292"/>
                    <a:pt x="244" y="7505"/>
                  </a:cubicBezTo>
                  <a:cubicBezTo>
                    <a:pt x="244" y="7718"/>
                    <a:pt x="213" y="7991"/>
                    <a:pt x="213" y="8265"/>
                  </a:cubicBezTo>
                  <a:lnTo>
                    <a:pt x="213" y="8538"/>
                  </a:lnTo>
                  <a:lnTo>
                    <a:pt x="213" y="8963"/>
                  </a:lnTo>
                  <a:lnTo>
                    <a:pt x="213" y="9146"/>
                  </a:lnTo>
                  <a:cubicBezTo>
                    <a:pt x="183" y="9541"/>
                    <a:pt x="152" y="9966"/>
                    <a:pt x="122" y="10391"/>
                  </a:cubicBezTo>
                  <a:cubicBezTo>
                    <a:pt x="61" y="10878"/>
                    <a:pt x="61" y="11364"/>
                    <a:pt x="31" y="11850"/>
                  </a:cubicBezTo>
                  <a:lnTo>
                    <a:pt x="31" y="14007"/>
                  </a:lnTo>
                  <a:lnTo>
                    <a:pt x="31" y="15101"/>
                  </a:lnTo>
                  <a:lnTo>
                    <a:pt x="31" y="16195"/>
                  </a:lnTo>
                  <a:cubicBezTo>
                    <a:pt x="31" y="16650"/>
                    <a:pt x="0" y="17136"/>
                    <a:pt x="0" y="17623"/>
                  </a:cubicBezTo>
                  <a:lnTo>
                    <a:pt x="0" y="19719"/>
                  </a:lnTo>
                  <a:lnTo>
                    <a:pt x="0" y="20448"/>
                  </a:lnTo>
                  <a:lnTo>
                    <a:pt x="0" y="20873"/>
                  </a:lnTo>
                  <a:lnTo>
                    <a:pt x="0" y="21876"/>
                  </a:lnTo>
                  <a:cubicBezTo>
                    <a:pt x="0" y="22028"/>
                    <a:pt x="0" y="22150"/>
                    <a:pt x="31" y="22271"/>
                  </a:cubicBezTo>
                  <a:lnTo>
                    <a:pt x="31" y="22575"/>
                  </a:lnTo>
                  <a:lnTo>
                    <a:pt x="31" y="22848"/>
                  </a:lnTo>
                  <a:lnTo>
                    <a:pt x="31" y="23274"/>
                  </a:lnTo>
                  <a:cubicBezTo>
                    <a:pt x="31" y="23669"/>
                    <a:pt x="61" y="24155"/>
                    <a:pt x="61" y="24671"/>
                  </a:cubicBezTo>
                  <a:cubicBezTo>
                    <a:pt x="61" y="24884"/>
                    <a:pt x="61" y="25097"/>
                    <a:pt x="92" y="25279"/>
                  </a:cubicBezTo>
                  <a:lnTo>
                    <a:pt x="92" y="25340"/>
                  </a:lnTo>
                  <a:lnTo>
                    <a:pt x="92" y="25583"/>
                  </a:lnTo>
                  <a:cubicBezTo>
                    <a:pt x="92" y="25704"/>
                    <a:pt x="92" y="25856"/>
                    <a:pt x="122" y="26008"/>
                  </a:cubicBezTo>
                  <a:lnTo>
                    <a:pt x="152" y="26312"/>
                  </a:lnTo>
                  <a:cubicBezTo>
                    <a:pt x="183" y="26646"/>
                    <a:pt x="213" y="26980"/>
                    <a:pt x="244" y="27315"/>
                  </a:cubicBezTo>
                  <a:lnTo>
                    <a:pt x="244" y="27345"/>
                  </a:lnTo>
                  <a:cubicBezTo>
                    <a:pt x="274" y="27831"/>
                    <a:pt x="365" y="28287"/>
                    <a:pt x="487" y="28743"/>
                  </a:cubicBezTo>
                  <a:cubicBezTo>
                    <a:pt x="517" y="28834"/>
                    <a:pt x="547" y="28925"/>
                    <a:pt x="578" y="29016"/>
                  </a:cubicBezTo>
                  <a:cubicBezTo>
                    <a:pt x="608" y="29077"/>
                    <a:pt x="638" y="29168"/>
                    <a:pt x="669" y="29259"/>
                  </a:cubicBezTo>
                  <a:cubicBezTo>
                    <a:pt x="730" y="29320"/>
                    <a:pt x="760" y="29381"/>
                    <a:pt x="821" y="29441"/>
                  </a:cubicBezTo>
                  <a:lnTo>
                    <a:pt x="851" y="29472"/>
                  </a:lnTo>
                  <a:cubicBezTo>
                    <a:pt x="1033" y="29684"/>
                    <a:pt x="1277" y="29806"/>
                    <a:pt x="1520" y="29897"/>
                  </a:cubicBezTo>
                  <a:cubicBezTo>
                    <a:pt x="1641" y="29928"/>
                    <a:pt x="1732" y="29958"/>
                    <a:pt x="1854" y="29958"/>
                  </a:cubicBezTo>
                  <a:lnTo>
                    <a:pt x="1915" y="29958"/>
                  </a:lnTo>
                  <a:cubicBezTo>
                    <a:pt x="2036" y="29958"/>
                    <a:pt x="2127" y="29988"/>
                    <a:pt x="2249" y="29988"/>
                  </a:cubicBezTo>
                  <a:cubicBezTo>
                    <a:pt x="2522" y="29958"/>
                    <a:pt x="2765" y="29897"/>
                    <a:pt x="3008" y="29745"/>
                  </a:cubicBezTo>
                  <a:lnTo>
                    <a:pt x="3221" y="29654"/>
                  </a:lnTo>
                  <a:lnTo>
                    <a:pt x="3251" y="29624"/>
                  </a:lnTo>
                  <a:cubicBezTo>
                    <a:pt x="3403" y="29563"/>
                    <a:pt x="3586" y="29502"/>
                    <a:pt x="3707" y="29411"/>
                  </a:cubicBezTo>
                  <a:cubicBezTo>
                    <a:pt x="3829" y="29350"/>
                    <a:pt x="3950" y="29259"/>
                    <a:pt x="4072" y="29168"/>
                  </a:cubicBezTo>
                  <a:cubicBezTo>
                    <a:pt x="4193" y="29046"/>
                    <a:pt x="4315" y="28955"/>
                    <a:pt x="4406" y="28834"/>
                  </a:cubicBezTo>
                  <a:cubicBezTo>
                    <a:pt x="4497" y="28743"/>
                    <a:pt x="4588" y="28621"/>
                    <a:pt x="4649" y="28500"/>
                  </a:cubicBezTo>
                  <a:cubicBezTo>
                    <a:pt x="4710" y="28348"/>
                    <a:pt x="4740" y="28196"/>
                    <a:pt x="4771" y="28074"/>
                  </a:cubicBezTo>
                  <a:cubicBezTo>
                    <a:pt x="4831" y="27649"/>
                    <a:pt x="4862" y="27223"/>
                    <a:pt x="4862" y="26828"/>
                  </a:cubicBezTo>
                  <a:lnTo>
                    <a:pt x="4862" y="26616"/>
                  </a:lnTo>
                  <a:lnTo>
                    <a:pt x="4862" y="25279"/>
                  </a:lnTo>
                  <a:lnTo>
                    <a:pt x="4862" y="24823"/>
                  </a:lnTo>
                  <a:lnTo>
                    <a:pt x="4862" y="24580"/>
                  </a:lnTo>
                  <a:cubicBezTo>
                    <a:pt x="4862" y="24307"/>
                    <a:pt x="4862" y="24064"/>
                    <a:pt x="4831" y="23881"/>
                  </a:cubicBezTo>
                  <a:lnTo>
                    <a:pt x="4831" y="21755"/>
                  </a:lnTo>
                  <a:lnTo>
                    <a:pt x="4831" y="21086"/>
                  </a:lnTo>
                  <a:lnTo>
                    <a:pt x="4831" y="20965"/>
                  </a:lnTo>
                  <a:lnTo>
                    <a:pt x="4831" y="20357"/>
                  </a:lnTo>
                  <a:lnTo>
                    <a:pt x="4831" y="19901"/>
                  </a:lnTo>
                  <a:lnTo>
                    <a:pt x="4831" y="19689"/>
                  </a:lnTo>
                  <a:cubicBezTo>
                    <a:pt x="4831" y="19263"/>
                    <a:pt x="4892" y="18838"/>
                    <a:pt x="4953" y="18443"/>
                  </a:cubicBezTo>
                  <a:lnTo>
                    <a:pt x="4953" y="18230"/>
                  </a:lnTo>
                  <a:cubicBezTo>
                    <a:pt x="4983" y="17805"/>
                    <a:pt x="5014" y="17319"/>
                    <a:pt x="5044" y="16833"/>
                  </a:cubicBezTo>
                  <a:cubicBezTo>
                    <a:pt x="5044" y="16468"/>
                    <a:pt x="5074" y="16073"/>
                    <a:pt x="5074" y="15708"/>
                  </a:cubicBezTo>
                  <a:lnTo>
                    <a:pt x="5074" y="15405"/>
                  </a:lnTo>
                  <a:cubicBezTo>
                    <a:pt x="5074" y="14979"/>
                    <a:pt x="5105" y="14554"/>
                    <a:pt x="5135" y="14128"/>
                  </a:cubicBezTo>
                  <a:lnTo>
                    <a:pt x="5135" y="13946"/>
                  </a:lnTo>
                  <a:cubicBezTo>
                    <a:pt x="5135" y="13703"/>
                    <a:pt x="5135" y="13460"/>
                    <a:pt x="5166" y="13187"/>
                  </a:cubicBezTo>
                  <a:cubicBezTo>
                    <a:pt x="5166" y="12913"/>
                    <a:pt x="5166" y="12731"/>
                    <a:pt x="5196" y="12518"/>
                  </a:cubicBezTo>
                  <a:cubicBezTo>
                    <a:pt x="5196" y="12093"/>
                    <a:pt x="5257" y="11667"/>
                    <a:pt x="5287" y="11242"/>
                  </a:cubicBezTo>
                  <a:cubicBezTo>
                    <a:pt x="5287" y="11060"/>
                    <a:pt x="5317" y="10878"/>
                    <a:pt x="5348" y="10695"/>
                  </a:cubicBezTo>
                  <a:cubicBezTo>
                    <a:pt x="5409" y="10088"/>
                    <a:pt x="5469" y="9510"/>
                    <a:pt x="5530" y="8933"/>
                  </a:cubicBezTo>
                  <a:cubicBezTo>
                    <a:pt x="5561" y="8720"/>
                    <a:pt x="5591" y="8508"/>
                    <a:pt x="5621" y="8295"/>
                  </a:cubicBezTo>
                  <a:cubicBezTo>
                    <a:pt x="5712" y="7839"/>
                    <a:pt x="5773" y="7384"/>
                    <a:pt x="5834" y="6897"/>
                  </a:cubicBezTo>
                  <a:lnTo>
                    <a:pt x="5834" y="6745"/>
                  </a:lnTo>
                  <a:cubicBezTo>
                    <a:pt x="5895" y="6381"/>
                    <a:pt x="5955" y="5925"/>
                    <a:pt x="5986" y="5469"/>
                  </a:cubicBezTo>
                  <a:cubicBezTo>
                    <a:pt x="6016" y="5014"/>
                    <a:pt x="6016" y="4558"/>
                    <a:pt x="6016" y="4133"/>
                  </a:cubicBezTo>
                  <a:lnTo>
                    <a:pt x="6016" y="3130"/>
                  </a:lnTo>
                  <a:lnTo>
                    <a:pt x="6016" y="2826"/>
                  </a:lnTo>
                  <a:cubicBezTo>
                    <a:pt x="6047" y="2583"/>
                    <a:pt x="6047" y="2310"/>
                    <a:pt x="6016" y="2067"/>
                  </a:cubicBezTo>
                  <a:cubicBezTo>
                    <a:pt x="5986" y="1915"/>
                    <a:pt x="5925" y="1793"/>
                    <a:pt x="5864" y="1672"/>
                  </a:cubicBezTo>
                  <a:cubicBezTo>
                    <a:pt x="5834" y="1641"/>
                    <a:pt x="5834" y="1580"/>
                    <a:pt x="5804" y="1520"/>
                  </a:cubicBezTo>
                  <a:cubicBezTo>
                    <a:pt x="5712" y="1398"/>
                    <a:pt x="5591" y="1277"/>
                    <a:pt x="5439" y="1216"/>
                  </a:cubicBezTo>
                  <a:cubicBezTo>
                    <a:pt x="5409" y="1125"/>
                    <a:pt x="5348" y="1034"/>
                    <a:pt x="5317" y="912"/>
                  </a:cubicBezTo>
                  <a:cubicBezTo>
                    <a:pt x="5287" y="851"/>
                    <a:pt x="5257" y="790"/>
                    <a:pt x="5196" y="730"/>
                  </a:cubicBezTo>
                  <a:cubicBezTo>
                    <a:pt x="5074" y="547"/>
                    <a:pt x="4922" y="365"/>
                    <a:pt x="4740" y="244"/>
                  </a:cubicBezTo>
                  <a:cubicBezTo>
                    <a:pt x="4497" y="92"/>
                    <a:pt x="4224" y="0"/>
                    <a:pt x="3920"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2013" name="Shape 2013"/>
        <p:cNvGrpSpPr/>
        <p:nvPr/>
      </p:nvGrpSpPr>
      <p:grpSpPr>
        <a:xfrm>
          <a:off x="0" y="0"/>
          <a:ext cx="0" cy="0"/>
          <a:chOff x="0" y="0"/>
          <a:chExt cx="0" cy="0"/>
        </a:xfrm>
      </p:grpSpPr>
      <p:sp>
        <p:nvSpPr>
          <p:cNvPr id="2014" name="Google Shape;2014;p95"/>
          <p:cNvSpPr/>
          <p:nvPr/>
        </p:nvSpPr>
        <p:spPr>
          <a:xfrm rot="-7290801">
            <a:off x="-200917" y="4300677"/>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95"/>
          <p:cNvSpPr/>
          <p:nvPr/>
        </p:nvSpPr>
        <p:spPr>
          <a:xfrm rot="-7770583">
            <a:off x="7986874" y="-419089"/>
            <a:ext cx="1444211" cy="1473694"/>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 name="Google Shape;2016;p95"/>
          <p:cNvSpPr/>
          <p:nvPr/>
        </p:nvSpPr>
        <p:spPr>
          <a:xfrm flipH="1" rot="-6865797">
            <a:off x="8471474" y="424454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 name="Google Shape;2017;p95"/>
          <p:cNvSpPr/>
          <p:nvPr/>
        </p:nvSpPr>
        <p:spPr>
          <a:xfrm rot="-1820385">
            <a:off x="-174032" y="17215"/>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95"/>
          <p:cNvSpPr/>
          <p:nvPr/>
        </p:nvSpPr>
        <p:spPr>
          <a:xfrm rot="849156">
            <a:off x="883384" y="106690"/>
            <a:ext cx="295309" cy="52845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95"/>
          <p:cNvSpPr/>
          <p:nvPr/>
        </p:nvSpPr>
        <p:spPr>
          <a:xfrm>
            <a:off x="8571100" y="4285281"/>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20" name="Google Shape;2020;p95"/>
          <p:cNvGrpSpPr/>
          <p:nvPr/>
        </p:nvGrpSpPr>
        <p:grpSpPr>
          <a:xfrm rot="3550083">
            <a:off x="-24855" y="4250112"/>
            <a:ext cx="593155" cy="707094"/>
            <a:chOff x="8446375" y="3346247"/>
            <a:chExt cx="572406" cy="682360"/>
          </a:xfrm>
        </p:grpSpPr>
        <p:sp>
          <p:nvSpPr>
            <p:cNvPr id="2021" name="Google Shape;2021;p95"/>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p95"/>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95"/>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95"/>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95"/>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26" name="Google Shape;2026;p95"/>
          <p:cNvGrpSpPr/>
          <p:nvPr/>
        </p:nvGrpSpPr>
        <p:grpSpPr>
          <a:xfrm>
            <a:off x="8416710" y="772718"/>
            <a:ext cx="483087" cy="429802"/>
            <a:chOff x="1101247" y="2686593"/>
            <a:chExt cx="483087" cy="429802"/>
          </a:xfrm>
        </p:grpSpPr>
        <p:sp>
          <p:nvSpPr>
            <p:cNvPr id="2027" name="Google Shape;2027;p95"/>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95"/>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29" name="Google Shape;2029;p95"/>
          <p:cNvSpPr txBox="1"/>
          <p:nvPr>
            <p:ph type="title"/>
          </p:nvPr>
        </p:nvSpPr>
        <p:spPr>
          <a:xfrm>
            <a:off x="879575" y="1803263"/>
            <a:ext cx="21294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2030" name="Google Shape;2030;p95"/>
          <p:cNvSpPr txBox="1"/>
          <p:nvPr>
            <p:ph idx="1" type="subTitle"/>
          </p:nvPr>
        </p:nvSpPr>
        <p:spPr>
          <a:xfrm>
            <a:off x="879575" y="2214588"/>
            <a:ext cx="2129400" cy="672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31" name="Google Shape;2031;p95"/>
          <p:cNvSpPr txBox="1"/>
          <p:nvPr>
            <p:ph idx="2" type="title"/>
          </p:nvPr>
        </p:nvSpPr>
        <p:spPr>
          <a:xfrm>
            <a:off x="6134675" y="1803263"/>
            <a:ext cx="21294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r">
              <a:lnSpc>
                <a:spcPct val="100000"/>
              </a:lnSpc>
              <a:spcBef>
                <a:spcPts val="0"/>
              </a:spcBef>
              <a:spcAft>
                <a:spcPts val="0"/>
              </a:spcAft>
              <a:buSzPts val="2000"/>
              <a:buNone/>
              <a:defRPr sz="2000"/>
            </a:lvl2pPr>
            <a:lvl3pPr lvl="2" algn="r">
              <a:lnSpc>
                <a:spcPct val="100000"/>
              </a:lnSpc>
              <a:spcBef>
                <a:spcPts val="0"/>
              </a:spcBef>
              <a:spcAft>
                <a:spcPts val="0"/>
              </a:spcAft>
              <a:buSzPts val="2000"/>
              <a:buNone/>
              <a:defRPr sz="2000"/>
            </a:lvl3pPr>
            <a:lvl4pPr lvl="3" algn="r">
              <a:lnSpc>
                <a:spcPct val="100000"/>
              </a:lnSpc>
              <a:spcBef>
                <a:spcPts val="0"/>
              </a:spcBef>
              <a:spcAft>
                <a:spcPts val="0"/>
              </a:spcAft>
              <a:buSzPts val="2000"/>
              <a:buNone/>
              <a:defRPr sz="2000"/>
            </a:lvl4pPr>
            <a:lvl5pPr lvl="4" algn="r">
              <a:lnSpc>
                <a:spcPct val="100000"/>
              </a:lnSpc>
              <a:spcBef>
                <a:spcPts val="0"/>
              </a:spcBef>
              <a:spcAft>
                <a:spcPts val="0"/>
              </a:spcAft>
              <a:buSzPts val="2000"/>
              <a:buNone/>
              <a:defRPr sz="2000"/>
            </a:lvl5pPr>
            <a:lvl6pPr lvl="5" algn="r">
              <a:lnSpc>
                <a:spcPct val="100000"/>
              </a:lnSpc>
              <a:spcBef>
                <a:spcPts val="0"/>
              </a:spcBef>
              <a:spcAft>
                <a:spcPts val="0"/>
              </a:spcAft>
              <a:buSzPts val="2000"/>
              <a:buNone/>
              <a:defRPr sz="2000"/>
            </a:lvl6pPr>
            <a:lvl7pPr lvl="6" algn="r">
              <a:lnSpc>
                <a:spcPct val="100000"/>
              </a:lnSpc>
              <a:spcBef>
                <a:spcPts val="0"/>
              </a:spcBef>
              <a:spcAft>
                <a:spcPts val="0"/>
              </a:spcAft>
              <a:buSzPts val="2000"/>
              <a:buNone/>
              <a:defRPr sz="2000"/>
            </a:lvl7pPr>
            <a:lvl8pPr lvl="7" algn="r">
              <a:lnSpc>
                <a:spcPct val="100000"/>
              </a:lnSpc>
              <a:spcBef>
                <a:spcPts val="0"/>
              </a:spcBef>
              <a:spcAft>
                <a:spcPts val="0"/>
              </a:spcAft>
              <a:buSzPts val="2000"/>
              <a:buNone/>
              <a:defRPr sz="2000"/>
            </a:lvl8pPr>
            <a:lvl9pPr lvl="8" algn="r">
              <a:lnSpc>
                <a:spcPct val="100000"/>
              </a:lnSpc>
              <a:spcBef>
                <a:spcPts val="0"/>
              </a:spcBef>
              <a:spcAft>
                <a:spcPts val="0"/>
              </a:spcAft>
              <a:buSzPts val="2000"/>
              <a:buNone/>
              <a:defRPr sz="2000"/>
            </a:lvl9pPr>
          </a:lstStyle>
          <a:p/>
        </p:txBody>
      </p:sp>
      <p:sp>
        <p:nvSpPr>
          <p:cNvPr id="2032" name="Google Shape;2032;p95"/>
          <p:cNvSpPr txBox="1"/>
          <p:nvPr>
            <p:ph idx="3" type="subTitle"/>
          </p:nvPr>
        </p:nvSpPr>
        <p:spPr>
          <a:xfrm>
            <a:off x="6134900" y="2214588"/>
            <a:ext cx="2129400" cy="672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033" name="Google Shape;2033;p95"/>
          <p:cNvSpPr txBox="1"/>
          <p:nvPr>
            <p:ph idx="4" type="title"/>
          </p:nvPr>
        </p:nvSpPr>
        <p:spPr>
          <a:xfrm>
            <a:off x="879575" y="3236663"/>
            <a:ext cx="21294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2034" name="Google Shape;2034;p95"/>
          <p:cNvSpPr txBox="1"/>
          <p:nvPr>
            <p:ph idx="5" type="subTitle"/>
          </p:nvPr>
        </p:nvSpPr>
        <p:spPr>
          <a:xfrm>
            <a:off x="879575" y="3647988"/>
            <a:ext cx="2129400" cy="7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35" name="Google Shape;2035;p95"/>
          <p:cNvSpPr txBox="1"/>
          <p:nvPr>
            <p:ph idx="6" type="title"/>
          </p:nvPr>
        </p:nvSpPr>
        <p:spPr>
          <a:xfrm>
            <a:off x="6134675" y="3236663"/>
            <a:ext cx="21294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r">
              <a:lnSpc>
                <a:spcPct val="100000"/>
              </a:lnSpc>
              <a:spcBef>
                <a:spcPts val="0"/>
              </a:spcBef>
              <a:spcAft>
                <a:spcPts val="0"/>
              </a:spcAft>
              <a:buSzPts val="2000"/>
              <a:buNone/>
              <a:defRPr sz="2000"/>
            </a:lvl2pPr>
            <a:lvl3pPr lvl="2" algn="r">
              <a:lnSpc>
                <a:spcPct val="100000"/>
              </a:lnSpc>
              <a:spcBef>
                <a:spcPts val="0"/>
              </a:spcBef>
              <a:spcAft>
                <a:spcPts val="0"/>
              </a:spcAft>
              <a:buSzPts val="2000"/>
              <a:buNone/>
              <a:defRPr sz="2000"/>
            </a:lvl3pPr>
            <a:lvl4pPr lvl="3" algn="r">
              <a:lnSpc>
                <a:spcPct val="100000"/>
              </a:lnSpc>
              <a:spcBef>
                <a:spcPts val="0"/>
              </a:spcBef>
              <a:spcAft>
                <a:spcPts val="0"/>
              </a:spcAft>
              <a:buSzPts val="2000"/>
              <a:buNone/>
              <a:defRPr sz="2000"/>
            </a:lvl4pPr>
            <a:lvl5pPr lvl="4" algn="r">
              <a:lnSpc>
                <a:spcPct val="100000"/>
              </a:lnSpc>
              <a:spcBef>
                <a:spcPts val="0"/>
              </a:spcBef>
              <a:spcAft>
                <a:spcPts val="0"/>
              </a:spcAft>
              <a:buSzPts val="2000"/>
              <a:buNone/>
              <a:defRPr sz="2000"/>
            </a:lvl5pPr>
            <a:lvl6pPr lvl="5" algn="r">
              <a:lnSpc>
                <a:spcPct val="100000"/>
              </a:lnSpc>
              <a:spcBef>
                <a:spcPts val="0"/>
              </a:spcBef>
              <a:spcAft>
                <a:spcPts val="0"/>
              </a:spcAft>
              <a:buSzPts val="2000"/>
              <a:buNone/>
              <a:defRPr sz="2000"/>
            </a:lvl6pPr>
            <a:lvl7pPr lvl="6" algn="r">
              <a:lnSpc>
                <a:spcPct val="100000"/>
              </a:lnSpc>
              <a:spcBef>
                <a:spcPts val="0"/>
              </a:spcBef>
              <a:spcAft>
                <a:spcPts val="0"/>
              </a:spcAft>
              <a:buSzPts val="2000"/>
              <a:buNone/>
              <a:defRPr sz="2000"/>
            </a:lvl7pPr>
            <a:lvl8pPr lvl="7" algn="r">
              <a:lnSpc>
                <a:spcPct val="100000"/>
              </a:lnSpc>
              <a:spcBef>
                <a:spcPts val="0"/>
              </a:spcBef>
              <a:spcAft>
                <a:spcPts val="0"/>
              </a:spcAft>
              <a:buSzPts val="2000"/>
              <a:buNone/>
              <a:defRPr sz="2000"/>
            </a:lvl8pPr>
            <a:lvl9pPr lvl="8" algn="r">
              <a:lnSpc>
                <a:spcPct val="100000"/>
              </a:lnSpc>
              <a:spcBef>
                <a:spcPts val="0"/>
              </a:spcBef>
              <a:spcAft>
                <a:spcPts val="0"/>
              </a:spcAft>
              <a:buSzPts val="2000"/>
              <a:buNone/>
              <a:defRPr sz="2000"/>
            </a:lvl9pPr>
          </a:lstStyle>
          <a:p/>
        </p:txBody>
      </p:sp>
      <p:sp>
        <p:nvSpPr>
          <p:cNvPr id="2036" name="Google Shape;2036;p95"/>
          <p:cNvSpPr txBox="1"/>
          <p:nvPr>
            <p:ph idx="7" type="subTitle"/>
          </p:nvPr>
        </p:nvSpPr>
        <p:spPr>
          <a:xfrm>
            <a:off x="6134900" y="3647988"/>
            <a:ext cx="2129400" cy="7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037" name="Google Shape;2037;p95"/>
          <p:cNvSpPr txBox="1"/>
          <p:nvPr>
            <p:ph idx="8" type="title"/>
          </p:nvPr>
        </p:nvSpPr>
        <p:spPr>
          <a:xfrm>
            <a:off x="1075350" y="539850"/>
            <a:ext cx="6993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3">
    <p:spTree>
      <p:nvGrpSpPr>
        <p:cNvPr id="2038" name="Shape 2038"/>
        <p:cNvGrpSpPr/>
        <p:nvPr/>
      </p:nvGrpSpPr>
      <p:grpSpPr>
        <a:xfrm>
          <a:off x="0" y="0"/>
          <a:ext cx="0" cy="0"/>
          <a:chOff x="0" y="0"/>
          <a:chExt cx="0" cy="0"/>
        </a:xfrm>
      </p:grpSpPr>
      <p:sp>
        <p:nvSpPr>
          <p:cNvPr id="2039" name="Google Shape;2039;p96"/>
          <p:cNvSpPr/>
          <p:nvPr/>
        </p:nvSpPr>
        <p:spPr>
          <a:xfrm rot="-7290801">
            <a:off x="-200917" y="4300677"/>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 name="Google Shape;2040;p96"/>
          <p:cNvSpPr/>
          <p:nvPr/>
        </p:nvSpPr>
        <p:spPr>
          <a:xfrm rot="-7770583">
            <a:off x="7986874" y="-419089"/>
            <a:ext cx="1444211" cy="1473694"/>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96"/>
          <p:cNvSpPr/>
          <p:nvPr/>
        </p:nvSpPr>
        <p:spPr>
          <a:xfrm flipH="1" rot="-6865797">
            <a:off x="8471474" y="424454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96"/>
          <p:cNvSpPr/>
          <p:nvPr/>
        </p:nvSpPr>
        <p:spPr>
          <a:xfrm rot="-1820385">
            <a:off x="-174032" y="17215"/>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p96"/>
          <p:cNvSpPr/>
          <p:nvPr/>
        </p:nvSpPr>
        <p:spPr>
          <a:xfrm rot="849156">
            <a:off x="883384" y="106690"/>
            <a:ext cx="295309" cy="52845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p96"/>
          <p:cNvSpPr/>
          <p:nvPr/>
        </p:nvSpPr>
        <p:spPr>
          <a:xfrm>
            <a:off x="8571100" y="4285281"/>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45" name="Google Shape;2045;p96"/>
          <p:cNvGrpSpPr/>
          <p:nvPr/>
        </p:nvGrpSpPr>
        <p:grpSpPr>
          <a:xfrm rot="3550083">
            <a:off x="-24855" y="4250112"/>
            <a:ext cx="593155" cy="707094"/>
            <a:chOff x="8446375" y="3346247"/>
            <a:chExt cx="572406" cy="682360"/>
          </a:xfrm>
        </p:grpSpPr>
        <p:sp>
          <p:nvSpPr>
            <p:cNvPr id="2046" name="Google Shape;2046;p96"/>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96"/>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 name="Google Shape;2048;p96"/>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 name="Google Shape;2049;p96"/>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p96"/>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1" name="Google Shape;2051;p96"/>
          <p:cNvGrpSpPr/>
          <p:nvPr/>
        </p:nvGrpSpPr>
        <p:grpSpPr>
          <a:xfrm>
            <a:off x="8416710" y="772718"/>
            <a:ext cx="483087" cy="429802"/>
            <a:chOff x="1101247" y="2686593"/>
            <a:chExt cx="483087" cy="429802"/>
          </a:xfrm>
        </p:grpSpPr>
        <p:sp>
          <p:nvSpPr>
            <p:cNvPr id="2052" name="Google Shape;2052;p96"/>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 name="Google Shape;2053;p96"/>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54" name="Google Shape;2054;p96"/>
          <p:cNvSpPr txBox="1"/>
          <p:nvPr>
            <p:ph type="title"/>
          </p:nvPr>
        </p:nvSpPr>
        <p:spPr>
          <a:xfrm>
            <a:off x="713263" y="3161309"/>
            <a:ext cx="19293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2055" name="Google Shape;2055;p96"/>
          <p:cNvSpPr txBox="1"/>
          <p:nvPr>
            <p:ph idx="1" type="subTitle"/>
          </p:nvPr>
        </p:nvSpPr>
        <p:spPr>
          <a:xfrm>
            <a:off x="713263" y="3527009"/>
            <a:ext cx="19293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56" name="Google Shape;2056;p96"/>
          <p:cNvSpPr txBox="1"/>
          <p:nvPr>
            <p:ph idx="2" type="title"/>
          </p:nvPr>
        </p:nvSpPr>
        <p:spPr>
          <a:xfrm>
            <a:off x="4572071" y="3161309"/>
            <a:ext cx="19293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r">
              <a:lnSpc>
                <a:spcPct val="100000"/>
              </a:lnSpc>
              <a:spcBef>
                <a:spcPts val="0"/>
              </a:spcBef>
              <a:spcAft>
                <a:spcPts val="0"/>
              </a:spcAft>
              <a:buSzPts val="2000"/>
              <a:buNone/>
              <a:defRPr sz="2000"/>
            </a:lvl2pPr>
            <a:lvl3pPr lvl="2" algn="r">
              <a:lnSpc>
                <a:spcPct val="100000"/>
              </a:lnSpc>
              <a:spcBef>
                <a:spcPts val="0"/>
              </a:spcBef>
              <a:spcAft>
                <a:spcPts val="0"/>
              </a:spcAft>
              <a:buSzPts val="2000"/>
              <a:buNone/>
              <a:defRPr sz="2000"/>
            </a:lvl3pPr>
            <a:lvl4pPr lvl="3" algn="r">
              <a:lnSpc>
                <a:spcPct val="100000"/>
              </a:lnSpc>
              <a:spcBef>
                <a:spcPts val="0"/>
              </a:spcBef>
              <a:spcAft>
                <a:spcPts val="0"/>
              </a:spcAft>
              <a:buSzPts val="2000"/>
              <a:buNone/>
              <a:defRPr sz="2000"/>
            </a:lvl4pPr>
            <a:lvl5pPr lvl="4" algn="r">
              <a:lnSpc>
                <a:spcPct val="100000"/>
              </a:lnSpc>
              <a:spcBef>
                <a:spcPts val="0"/>
              </a:spcBef>
              <a:spcAft>
                <a:spcPts val="0"/>
              </a:spcAft>
              <a:buSzPts val="2000"/>
              <a:buNone/>
              <a:defRPr sz="2000"/>
            </a:lvl5pPr>
            <a:lvl6pPr lvl="5" algn="r">
              <a:lnSpc>
                <a:spcPct val="100000"/>
              </a:lnSpc>
              <a:spcBef>
                <a:spcPts val="0"/>
              </a:spcBef>
              <a:spcAft>
                <a:spcPts val="0"/>
              </a:spcAft>
              <a:buSzPts val="2000"/>
              <a:buNone/>
              <a:defRPr sz="2000"/>
            </a:lvl6pPr>
            <a:lvl7pPr lvl="6" algn="r">
              <a:lnSpc>
                <a:spcPct val="100000"/>
              </a:lnSpc>
              <a:spcBef>
                <a:spcPts val="0"/>
              </a:spcBef>
              <a:spcAft>
                <a:spcPts val="0"/>
              </a:spcAft>
              <a:buSzPts val="2000"/>
              <a:buNone/>
              <a:defRPr sz="2000"/>
            </a:lvl7pPr>
            <a:lvl8pPr lvl="7" algn="r">
              <a:lnSpc>
                <a:spcPct val="100000"/>
              </a:lnSpc>
              <a:spcBef>
                <a:spcPts val="0"/>
              </a:spcBef>
              <a:spcAft>
                <a:spcPts val="0"/>
              </a:spcAft>
              <a:buSzPts val="2000"/>
              <a:buNone/>
              <a:defRPr sz="2000"/>
            </a:lvl8pPr>
            <a:lvl9pPr lvl="8" algn="r">
              <a:lnSpc>
                <a:spcPct val="100000"/>
              </a:lnSpc>
              <a:spcBef>
                <a:spcPts val="0"/>
              </a:spcBef>
              <a:spcAft>
                <a:spcPts val="0"/>
              </a:spcAft>
              <a:buSzPts val="2000"/>
              <a:buNone/>
              <a:defRPr sz="2000"/>
            </a:lvl9pPr>
          </a:lstStyle>
          <a:p/>
        </p:txBody>
      </p:sp>
      <p:sp>
        <p:nvSpPr>
          <p:cNvPr id="2057" name="Google Shape;2057;p96"/>
          <p:cNvSpPr txBox="1"/>
          <p:nvPr>
            <p:ph idx="3" type="subTitle"/>
          </p:nvPr>
        </p:nvSpPr>
        <p:spPr>
          <a:xfrm>
            <a:off x="4571834" y="3527009"/>
            <a:ext cx="19293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058" name="Google Shape;2058;p96"/>
          <p:cNvSpPr txBox="1"/>
          <p:nvPr>
            <p:ph idx="4" type="title"/>
          </p:nvPr>
        </p:nvSpPr>
        <p:spPr>
          <a:xfrm>
            <a:off x="2642667" y="3161309"/>
            <a:ext cx="19293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2059" name="Google Shape;2059;p96"/>
          <p:cNvSpPr txBox="1"/>
          <p:nvPr>
            <p:ph idx="5" type="subTitle"/>
          </p:nvPr>
        </p:nvSpPr>
        <p:spPr>
          <a:xfrm>
            <a:off x="2642497" y="3527009"/>
            <a:ext cx="19293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60" name="Google Shape;2060;p96"/>
          <p:cNvSpPr txBox="1"/>
          <p:nvPr>
            <p:ph idx="6" type="title"/>
          </p:nvPr>
        </p:nvSpPr>
        <p:spPr>
          <a:xfrm>
            <a:off x="6501476" y="3161309"/>
            <a:ext cx="19293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r">
              <a:lnSpc>
                <a:spcPct val="100000"/>
              </a:lnSpc>
              <a:spcBef>
                <a:spcPts val="0"/>
              </a:spcBef>
              <a:spcAft>
                <a:spcPts val="0"/>
              </a:spcAft>
              <a:buSzPts val="2000"/>
              <a:buNone/>
              <a:defRPr sz="2000"/>
            </a:lvl2pPr>
            <a:lvl3pPr lvl="2" algn="r">
              <a:lnSpc>
                <a:spcPct val="100000"/>
              </a:lnSpc>
              <a:spcBef>
                <a:spcPts val="0"/>
              </a:spcBef>
              <a:spcAft>
                <a:spcPts val="0"/>
              </a:spcAft>
              <a:buSzPts val="2000"/>
              <a:buNone/>
              <a:defRPr sz="2000"/>
            </a:lvl3pPr>
            <a:lvl4pPr lvl="3" algn="r">
              <a:lnSpc>
                <a:spcPct val="100000"/>
              </a:lnSpc>
              <a:spcBef>
                <a:spcPts val="0"/>
              </a:spcBef>
              <a:spcAft>
                <a:spcPts val="0"/>
              </a:spcAft>
              <a:buSzPts val="2000"/>
              <a:buNone/>
              <a:defRPr sz="2000"/>
            </a:lvl4pPr>
            <a:lvl5pPr lvl="4" algn="r">
              <a:lnSpc>
                <a:spcPct val="100000"/>
              </a:lnSpc>
              <a:spcBef>
                <a:spcPts val="0"/>
              </a:spcBef>
              <a:spcAft>
                <a:spcPts val="0"/>
              </a:spcAft>
              <a:buSzPts val="2000"/>
              <a:buNone/>
              <a:defRPr sz="2000"/>
            </a:lvl5pPr>
            <a:lvl6pPr lvl="5" algn="r">
              <a:lnSpc>
                <a:spcPct val="100000"/>
              </a:lnSpc>
              <a:spcBef>
                <a:spcPts val="0"/>
              </a:spcBef>
              <a:spcAft>
                <a:spcPts val="0"/>
              </a:spcAft>
              <a:buSzPts val="2000"/>
              <a:buNone/>
              <a:defRPr sz="2000"/>
            </a:lvl6pPr>
            <a:lvl7pPr lvl="6" algn="r">
              <a:lnSpc>
                <a:spcPct val="100000"/>
              </a:lnSpc>
              <a:spcBef>
                <a:spcPts val="0"/>
              </a:spcBef>
              <a:spcAft>
                <a:spcPts val="0"/>
              </a:spcAft>
              <a:buSzPts val="2000"/>
              <a:buNone/>
              <a:defRPr sz="2000"/>
            </a:lvl7pPr>
            <a:lvl8pPr lvl="7" algn="r">
              <a:lnSpc>
                <a:spcPct val="100000"/>
              </a:lnSpc>
              <a:spcBef>
                <a:spcPts val="0"/>
              </a:spcBef>
              <a:spcAft>
                <a:spcPts val="0"/>
              </a:spcAft>
              <a:buSzPts val="2000"/>
              <a:buNone/>
              <a:defRPr sz="2000"/>
            </a:lvl8pPr>
            <a:lvl9pPr lvl="8" algn="r">
              <a:lnSpc>
                <a:spcPct val="100000"/>
              </a:lnSpc>
              <a:spcBef>
                <a:spcPts val="0"/>
              </a:spcBef>
              <a:spcAft>
                <a:spcPts val="0"/>
              </a:spcAft>
              <a:buSzPts val="2000"/>
              <a:buNone/>
              <a:defRPr sz="2000"/>
            </a:lvl9pPr>
          </a:lstStyle>
          <a:p/>
        </p:txBody>
      </p:sp>
      <p:sp>
        <p:nvSpPr>
          <p:cNvPr id="2061" name="Google Shape;2061;p96"/>
          <p:cNvSpPr txBox="1"/>
          <p:nvPr>
            <p:ph idx="7" type="subTitle"/>
          </p:nvPr>
        </p:nvSpPr>
        <p:spPr>
          <a:xfrm>
            <a:off x="6501476" y="3527009"/>
            <a:ext cx="19293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062" name="Google Shape;2062;p96"/>
          <p:cNvSpPr txBox="1"/>
          <p:nvPr>
            <p:ph idx="8" type="title"/>
          </p:nvPr>
        </p:nvSpPr>
        <p:spPr>
          <a:xfrm>
            <a:off x="1075350" y="539850"/>
            <a:ext cx="6993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2">
    <p:spTree>
      <p:nvGrpSpPr>
        <p:cNvPr id="2063" name="Shape 2063"/>
        <p:cNvGrpSpPr/>
        <p:nvPr/>
      </p:nvGrpSpPr>
      <p:grpSpPr>
        <a:xfrm>
          <a:off x="0" y="0"/>
          <a:ext cx="0" cy="0"/>
          <a:chOff x="0" y="0"/>
          <a:chExt cx="0" cy="0"/>
        </a:xfrm>
      </p:grpSpPr>
      <p:sp>
        <p:nvSpPr>
          <p:cNvPr id="2064" name="Google Shape;2064;p97"/>
          <p:cNvSpPr/>
          <p:nvPr/>
        </p:nvSpPr>
        <p:spPr>
          <a:xfrm rot="-7290801">
            <a:off x="-200917" y="4300677"/>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 name="Google Shape;2065;p97"/>
          <p:cNvSpPr/>
          <p:nvPr/>
        </p:nvSpPr>
        <p:spPr>
          <a:xfrm rot="-7770583">
            <a:off x="7986874" y="-419089"/>
            <a:ext cx="1444211" cy="1473694"/>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 name="Google Shape;2066;p97"/>
          <p:cNvSpPr/>
          <p:nvPr/>
        </p:nvSpPr>
        <p:spPr>
          <a:xfrm flipH="1" rot="-6865797">
            <a:off x="8471474" y="424454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 name="Google Shape;2067;p97"/>
          <p:cNvSpPr/>
          <p:nvPr/>
        </p:nvSpPr>
        <p:spPr>
          <a:xfrm rot="-1820385">
            <a:off x="-174032" y="17215"/>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p97"/>
          <p:cNvSpPr/>
          <p:nvPr/>
        </p:nvSpPr>
        <p:spPr>
          <a:xfrm rot="849156">
            <a:off x="883384" y="106690"/>
            <a:ext cx="295309" cy="52845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 name="Google Shape;2069;p97"/>
          <p:cNvSpPr/>
          <p:nvPr/>
        </p:nvSpPr>
        <p:spPr>
          <a:xfrm>
            <a:off x="8571100" y="4285281"/>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70" name="Google Shape;2070;p97"/>
          <p:cNvGrpSpPr/>
          <p:nvPr/>
        </p:nvGrpSpPr>
        <p:grpSpPr>
          <a:xfrm rot="3550083">
            <a:off x="-24855" y="4250112"/>
            <a:ext cx="593155" cy="707094"/>
            <a:chOff x="8446375" y="3346247"/>
            <a:chExt cx="572406" cy="682360"/>
          </a:xfrm>
        </p:grpSpPr>
        <p:sp>
          <p:nvSpPr>
            <p:cNvPr id="2071" name="Google Shape;2071;p97"/>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 name="Google Shape;2072;p97"/>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 name="Google Shape;2073;p97"/>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p97"/>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 name="Google Shape;2075;p97"/>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76" name="Google Shape;2076;p97"/>
          <p:cNvGrpSpPr/>
          <p:nvPr/>
        </p:nvGrpSpPr>
        <p:grpSpPr>
          <a:xfrm>
            <a:off x="8416710" y="772718"/>
            <a:ext cx="483087" cy="429802"/>
            <a:chOff x="1101247" y="2686593"/>
            <a:chExt cx="483087" cy="429802"/>
          </a:xfrm>
        </p:grpSpPr>
        <p:sp>
          <p:nvSpPr>
            <p:cNvPr id="2077" name="Google Shape;2077;p97"/>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 name="Google Shape;2078;p97"/>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79" name="Google Shape;2079;p97"/>
          <p:cNvSpPr txBox="1"/>
          <p:nvPr>
            <p:ph type="title"/>
          </p:nvPr>
        </p:nvSpPr>
        <p:spPr>
          <a:xfrm>
            <a:off x="715616" y="1803263"/>
            <a:ext cx="21294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2080" name="Google Shape;2080;p97"/>
          <p:cNvSpPr txBox="1"/>
          <p:nvPr>
            <p:ph idx="1" type="subTitle"/>
          </p:nvPr>
        </p:nvSpPr>
        <p:spPr>
          <a:xfrm>
            <a:off x="715616" y="2168963"/>
            <a:ext cx="21294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81" name="Google Shape;2081;p97"/>
          <p:cNvSpPr txBox="1"/>
          <p:nvPr>
            <p:ph idx="2" type="title"/>
          </p:nvPr>
        </p:nvSpPr>
        <p:spPr>
          <a:xfrm>
            <a:off x="6298984" y="1803263"/>
            <a:ext cx="21294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r">
              <a:lnSpc>
                <a:spcPct val="100000"/>
              </a:lnSpc>
              <a:spcBef>
                <a:spcPts val="0"/>
              </a:spcBef>
              <a:spcAft>
                <a:spcPts val="0"/>
              </a:spcAft>
              <a:buSzPts val="2000"/>
              <a:buNone/>
              <a:defRPr sz="2000"/>
            </a:lvl2pPr>
            <a:lvl3pPr lvl="2" algn="r">
              <a:lnSpc>
                <a:spcPct val="100000"/>
              </a:lnSpc>
              <a:spcBef>
                <a:spcPts val="0"/>
              </a:spcBef>
              <a:spcAft>
                <a:spcPts val="0"/>
              </a:spcAft>
              <a:buSzPts val="2000"/>
              <a:buNone/>
              <a:defRPr sz="2000"/>
            </a:lvl3pPr>
            <a:lvl4pPr lvl="3" algn="r">
              <a:lnSpc>
                <a:spcPct val="100000"/>
              </a:lnSpc>
              <a:spcBef>
                <a:spcPts val="0"/>
              </a:spcBef>
              <a:spcAft>
                <a:spcPts val="0"/>
              </a:spcAft>
              <a:buSzPts val="2000"/>
              <a:buNone/>
              <a:defRPr sz="2000"/>
            </a:lvl4pPr>
            <a:lvl5pPr lvl="4" algn="r">
              <a:lnSpc>
                <a:spcPct val="100000"/>
              </a:lnSpc>
              <a:spcBef>
                <a:spcPts val="0"/>
              </a:spcBef>
              <a:spcAft>
                <a:spcPts val="0"/>
              </a:spcAft>
              <a:buSzPts val="2000"/>
              <a:buNone/>
              <a:defRPr sz="2000"/>
            </a:lvl5pPr>
            <a:lvl6pPr lvl="5" algn="r">
              <a:lnSpc>
                <a:spcPct val="100000"/>
              </a:lnSpc>
              <a:spcBef>
                <a:spcPts val="0"/>
              </a:spcBef>
              <a:spcAft>
                <a:spcPts val="0"/>
              </a:spcAft>
              <a:buSzPts val="2000"/>
              <a:buNone/>
              <a:defRPr sz="2000"/>
            </a:lvl6pPr>
            <a:lvl7pPr lvl="6" algn="r">
              <a:lnSpc>
                <a:spcPct val="100000"/>
              </a:lnSpc>
              <a:spcBef>
                <a:spcPts val="0"/>
              </a:spcBef>
              <a:spcAft>
                <a:spcPts val="0"/>
              </a:spcAft>
              <a:buSzPts val="2000"/>
              <a:buNone/>
              <a:defRPr sz="2000"/>
            </a:lvl7pPr>
            <a:lvl8pPr lvl="7" algn="r">
              <a:lnSpc>
                <a:spcPct val="100000"/>
              </a:lnSpc>
              <a:spcBef>
                <a:spcPts val="0"/>
              </a:spcBef>
              <a:spcAft>
                <a:spcPts val="0"/>
              </a:spcAft>
              <a:buSzPts val="2000"/>
              <a:buNone/>
              <a:defRPr sz="2000"/>
            </a:lvl8pPr>
            <a:lvl9pPr lvl="8" algn="r">
              <a:lnSpc>
                <a:spcPct val="100000"/>
              </a:lnSpc>
              <a:spcBef>
                <a:spcPts val="0"/>
              </a:spcBef>
              <a:spcAft>
                <a:spcPts val="0"/>
              </a:spcAft>
              <a:buSzPts val="2000"/>
              <a:buNone/>
              <a:defRPr sz="2000"/>
            </a:lvl9pPr>
          </a:lstStyle>
          <a:p/>
        </p:txBody>
      </p:sp>
      <p:sp>
        <p:nvSpPr>
          <p:cNvPr id="2082" name="Google Shape;2082;p97"/>
          <p:cNvSpPr txBox="1"/>
          <p:nvPr>
            <p:ph idx="3" type="subTitle"/>
          </p:nvPr>
        </p:nvSpPr>
        <p:spPr>
          <a:xfrm>
            <a:off x="6298984" y="2168963"/>
            <a:ext cx="21294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083" name="Google Shape;2083;p97"/>
          <p:cNvSpPr txBox="1"/>
          <p:nvPr>
            <p:ph idx="4" type="title"/>
          </p:nvPr>
        </p:nvSpPr>
        <p:spPr>
          <a:xfrm>
            <a:off x="3507300" y="1803263"/>
            <a:ext cx="21294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l">
              <a:lnSpc>
                <a:spcPct val="100000"/>
              </a:lnSpc>
              <a:spcBef>
                <a:spcPts val="0"/>
              </a:spcBef>
              <a:spcAft>
                <a:spcPts val="0"/>
              </a:spcAft>
              <a:buSzPts val="2000"/>
              <a:buNone/>
              <a:defRPr sz="2000"/>
            </a:lvl2pPr>
            <a:lvl3pPr lvl="2" algn="l">
              <a:lnSpc>
                <a:spcPct val="100000"/>
              </a:lnSpc>
              <a:spcBef>
                <a:spcPts val="0"/>
              </a:spcBef>
              <a:spcAft>
                <a:spcPts val="0"/>
              </a:spcAft>
              <a:buSzPts val="2000"/>
              <a:buNone/>
              <a:defRPr sz="2000"/>
            </a:lvl3pPr>
            <a:lvl4pPr lvl="3" algn="l">
              <a:lnSpc>
                <a:spcPct val="100000"/>
              </a:lnSpc>
              <a:spcBef>
                <a:spcPts val="0"/>
              </a:spcBef>
              <a:spcAft>
                <a:spcPts val="0"/>
              </a:spcAft>
              <a:buSzPts val="2000"/>
              <a:buNone/>
              <a:defRPr sz="2000"/>
            </a:lvl4pPr>
            <a:lvl5pPr lvl="4" algn="l">
              <a:lnSpc>
                <a:spcPct val="100000"/>
              </a:lnSpc>
              <a:spcBef>
                <a:spcPts val="0"/>
              </a:spcBef>
              <a:spcAft>
                <a:spcPts val="0"/>
              </a:spcAft>
              <a:buSzPts val="2000"/>
              <a:buNone/>
              <a:defRPr sz="2000"/>
            </a:lvl5pPr>
            <a:lvl6pPr lvl="5" algn="l">
              <a:lnSpc>
                <a:spcPct val="100000"/>
              </a:lnSpc>
              <a:spcBef>
                <a:spcPts val="0"/>
              </a:spcBef>
              <a:spcAft>
                <a:spcPts val="0"/>
              </a:spcAft>
              <a:buSzPts val="2000"/>
              <a:buNone/>
              <a:defRPr sz="2000"/>
            </a:lvl6pPr>
            <a:lvl7pPr lvl="6" algn="l">
              <a:lnSpc>
                <a:spcPct val="100000"/>
              </a:lnSpc>
              <a:spcBef>
                <a:spcPts val="0"/>
              </a:spcBef>
              <a:spcAft>
                <a:spcPts val="0"/>
              </a:spcAft>
              <a:buSzPts val="2000"/>
              <a:buNone/>
              <a:defRPr sz="2000"/>
            </a:lvl7pPr>
            <a:lvl8pPr lvl="7" algn="l">
              <a:lnSpc>
                <a:spcPct val="100000"/>
              </a:lnSpc>
              <a:spcBef>
                <a:spcPts val="0"/>
              </a:spcBef>
              <a:spcAft>
                <a:spcPts val="0"/>
              </a:spcAft>
              <a:buSzPts val="2000"/>
              <a:buNone/>
              <a:defRPr sz="2000"/>
            </a:lvl8pPr>
            <a:lvl9pPr lvl="8" algn="l">
              <a:lnSpc>
                <a:spcPct val="100000"/>
              </a:lnSpc>
              <a:spcBef>
                <a:spcPts val="0"/>
              </a:spcBef>
              <a:spcAft>
                <a:spcPts val="0"/>
              </a:spcAft>
              <a:buSzPts val="2000"/>
              <a:buNone/>
              <a:defRPr sz="2000"/>
            </a:lvl9pPr>
          </a:lstStyle>
          <a:p/>
        </p:txBody>
      </p:sp>
      <p:sp>
        <p:nvSpPr>
          <p:cNvPr id="2084" name="Google Shape;2084;p97"/>
          <p:cNvSpPr txBox="1"/>
          <p:nvPr>
            <p:ph idx="5" type="subTitle"/>
          </p:nvPr>
        </p:nvSpPr>
        <p:spPr>
          <a:xfrm>
            <a:off x="3507475" y="2168963"/>
            <a:ext cx="21294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85" name="Google Shape;2085;p97"/>
          <p:cNvSpPr txBox="1"/>
          <p:nvPr>
            <p:ph idx="6" type="title"/>
          </p:nvPr>
        </p:nvSpPr>
        <p:spPr>
          <a:xfrm>
            <a:off x="2112532" y="3652388"/>
            <a:ext cx="21294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r">
              <a:lnSpc>
                <a:spcPct val="100000"/>
              </a:lnSpc>
              <a:spcBef>
                <a:spcPts val="0"/>
              </a:spcBef>
              <a:spcAft>
                <a:spcPts val="0"/>
              </a:spcAft>
              <a:buSzPts val="2000"/>
              <a:buNone/>
              <a:defRPr sz="2000"/>
            </a:lvl2pPr>
            <a:lvl3pPr lvl="2" algn="r">
              <a:lnSpc>
                <a:spcPct val="100000"/>
              </a:lnSpc>
              <a:spcBef>
                <a:spcPts val="0"/>
              </a:spcBef>
              <a:spcAft>
                <a:spcPts val="0"/>
              </a:spcAft>
              <a:buSzPts val="2000"/>
              <a:buNone/>
              <a:defRPr sz="2000"/>
            </a:lvl3pPr>
            <a:lvl4pPr lvl="3" algn="r">
              <a:lnSpc>
                <a:spcPct val="100000"/>
              </a:lnSpc>
              <a:spcBef>
                <a:spcPts val="0"/>
              </a:spcBef>
              <a:spcAft>
                <a:spcPts val="0"/>
              </a:spcAft>
              <a:buSzPts val="2000"/>
              <a:buNone/>
              <a:defRPr sz="2000"/>
            </a:lvl4pPr>
            <a:lvl5pPr lvl="4" algn="r">
              <a:lnSpc>
                <a:spcPct val="100000"/>
              </a:lnSpc>
              <a:spcBef>
                <a:spcPts val="0"/>
              </a:spcBef>
              <a:spcAft>
                <a:spcPts val="0"/>
              </a:spcAft>
              <a:buSzPts val="2000"/>
              <a:buNone/>
              <a:defRPr sz="2000"/>
            </a:lvl5pPr>
            <a:lvl6pPr lvl="5" algn="r">
              <a:lnSpc>
                <a:spcPct val="100000"/>
              </a:lnSpc>
              <a:spcBef>
                <a:spcPts val="0"/>
              </a:spcBef>
              <a:spcAft>
                <a:spcPts val="0"/>
              </a:spcAft>
              <a:buSzPts val="2000"/>
              <a:buNone/>
              <a:defRPr sz="2000"/>
            </a:lvl6pPr>
            <a:lvl7pPr lvl="6" algn="r">
              <a:lnSpc>
                <a:spcPct val="100000"/>
              </a:lnSpc>
              <a:spcBef>
                <a:spcPts val="0"/>
              </a:spcBef>
              <a:spcAft>
                <a:spcPts val="0"/>
              </a:spcAft>
              <a:buSzPts val="2000"/>
              <a:buNone/>
              <a:defRPr sz="2000"/>
            </a:lvl7pPr>
            <a:lvl8pPr lvl="7" algn="r">
              <a:lnSpc>
                <a:spcPct val="100000"/>
              </a:lnSpc>
              <a:spcBef>
                <a:spcPts val="0"/>
              </a:spcBef>
              <a:spcAft>
                <a:spcPts val="0"/>
              </a:spcAft>
              <a:buSzPts val="2000"/>
              <a:buNone/>
              <a:defRPr sz="2000"/>
            </a:lvl8pPr>
            <a:lvl9pPr lvl="8" algn="r">
              <a:lnSpc>
                <a:spcPct val="100000"/>
              </a:lnSpc>
              <a:spcBef>
                <a:spcPts val="0"/>
              </a:spcBef>
              <a:spcAft>
                <a:spcPts val="0"/>
              </a:spcAft>
              <a:buSzPts val="2000"/>
              <a:buNone/>
              <a:defRPr sz="2000"/>
            </a:lvl9pPr>
          </a:lstStyle>
          <a:p/>
        </p:txBody>
      </p:sp>
      <p:sp>
        <p:nvSpPr>
          <p:cNvPr id="2086" name="Google Shape;2086;p97"/>
          <p:cNvSpPr txBox="1"/>
          <p:nvPr>
            <p:ph idx="7" type="subTitle"/>
          </p:nvPr>
        </p:nvSpPr>
        <p:spPr>
          <a:xfrm>
            <a:off x="2112820" y="4018088"/>
            <a:ext cx="21294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2087" name="Google Shape;2087;p97"/>
          <p:cNvSpPr txBox="1"/>
          <p:nvPr>
            <p:ph idx="8" type="title"/>
          </p:nvPr>
        </p:nvSpPr>
        <p:spPr>
          <a:xfrm>
            <a:off x="1075350" y="539850"/>
            <a:ext cx="6993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2088" name="Google Shape;2088;p97"/>
          <p:cNvSpPr txBox="1"/>
          <p:nvPr>
            <p:ph idx="9" type="title"/>
          </p:nvPr>
        </p:nvSpPr>
        <p:spPr>
          <a:xfrm>
            <a:off x="4902068" y="3652388"/>
            <a:ext cx="2129400" cy="36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r">
              <a:lnSpc>
                <a:spcPct val="100000"/>
              </a:lnSpc>
              <a:spcBef>
                <a:spcPts val="0"/>
              </a:spcBef>
              <a:spcAft>
                <a:spcPts val="0"/>
              </a:spcAft>
              <a:buSzPts val="2000"/>
              <a:buNone/>
              <a:defRPr sz="2000"/>
            </a:lvl2pPr>
            <a:lvl3pPr lvl="2" algn="r">
              <a:lnSpc>
                <a:spcPct val="100000"/>
              </a:lnSpc>
              <a:spcBef>
                <a:spcPts val="0"/>
              </a:spcBef>
              <a:spcAft>
                <a:spcPts val="0"/>
              </a:spcAft>
              <a:buSzPts val="2000"/>
              <a:buNone/>
              <a:defRPr sz="2000"/>
            </a:lvl3pPr>
            <a:lvl4pPr lvl="3" algn="r">
              <a:lnSpc>
                <a:spcPct val="100000"/>
              </a:lnSpc>
              <a:spcBef>
                <a:spcPts val="0"/>
              </a:spcBef>
              <a:spcAft>
                <a:spcPts val="0"/>
              </a:spcAft>
              <a:buSzPts val="2000"/>
              <a:buNone/>
              <a:defRPr sz="2000"/>
            </a:lvl4pPr>
            <a:lvl5pPr lvl="4" algn="r">
              <a:lnSpc>
                <a:spcPct val="100000"/>
              </a:lnSpc>
              <a:spcBef>
                <a:spcPts val="0"/>
              </a:spcBef>
              <a:spcAft>
                <a:spcPts val="0"/>
              </a:spcAft>
              <a:buSzPts val="2000"/>
              <a:buNone/>
              <a:defRPr sz="2000"/>
            </a:lvl5pPr>
            <a:lvl6pPr lvl="5" algn="r">
              <a:lnSpc>
                <a:spcPct val="100000"/>
              </a:lnSpc>
              <a:spcBef>
                <a:spcPts val="0"/>
              </a:spcBef>
              <a:spcAft>
                <a:spcPts val="0"/>
              </a:spcAft>
              <a:buSzPts val="2000"/>
              <a:buNone/>
              <a:defRPr sz="2000"/>
            </a:lvl6pPr>
            <a:lvl7pPr lvl="6" algn="r">
              <a:lnSpc>
                <a:spcPct val="100000"/>
              </a:lnSpc>
              <a:spcBef>
                <a:spcPts val="0"/>
              </a:spcBef>
              <a:spcAft>
                <a:spcPts val="0"/>
              </a:spcAft>
              <a:buSzPts val="2000"/>
              <a:buNone/>
              <a:defRPr sz="2000"/>
            </a:lvl7pPr>
            <a:lvl8pPr lvl="7" algn="r">
              <a:lnSpc>
                <a:spcPct val="100000"/>
              </a:lnSpc>
              <a:spcBef>
                <a:spcPts val="0"/>
              </a:spcBef>
              <a:spcAft>
                <a:spcPts val="0"/>
              </a:spcAft>
              <a:buSzPts val="2000"/>
              <a:buNone/>
              <a:defRPr sz="2000"/>
            </a:lvl8pPr>
            <a:lvl9pPr lvl="8" algn="r">
              <a:lnSpc>
                <a:spcPct val="100000"/>
              </a:lnSpc>
              <a:spcBef>
                <a:spcPts val="0"/>
              </a:spcBef>
              <a:spcAft>
                <a:spcPts val="0"/>
              </a:spcAft>
              <a:buSzPts val="2000"/>
              <a:buNone/>
              <a:defRPr sz="2000"/>
            </a:lvl9pPr>
          </a:lstStyle>
          <a:p/>
        </p:txBody>
      </p:sp>
      <p:sp>
        <p:nvSpPr>
          <p:cNvPr id="2089" name="Google Shape;2089;p97"/>
          <p:cNvSpPr txBox="1"/>
          <p:nvPr>
            <p:ph idx="13" type="subTitle"/>
          </p:nvPr>
        </p:nvSpPr>
        <p:spPr>
          <a:xfrm>
            <a:off x="4902068" y="4018088"/>
            <a:ext cx="21294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090" name="Shape 2090"/>
        <p:cNvGrpSpPr/>
        <p:nvPr/>
      </p:nvGrpSpPr>
      <p:grpSpPr>
        <a:xfrm>
          <a:off x="0" y="0"/>
          <a:ext cx="0" cy="0"/>
          <a:chOff x="0" y="0"/>
          <a:chExt cx="0" cy="0"/>
        </a:xfrm>
      </p:grpSpPr>
      <p:grpSp>
        <p:nvGrpSpPr>
          <p:cNvPr id="2091" name="Google Shape;2091;p98"/>
          <p:cNvGrpSpPr/>
          <p:nvPr/>
        </p:nvGrpSpPr>
        <p:grpSpPr>
          <a:xfrm rot="-625890">
            <a:off x="341" y="-260894"/>
            <a:ext cx="1120539" cy="1136985"/>
            <a:chOff x="727287" y="3991176"/>
            <a:chExt cx="1219992" cy="1237898"/>
          </a:xfrm>
        </p:grpSpPr>
        <p:sp>
          <p:nvSpPr>
            <p:cNvPr id="2092" name="Google Shape;2092;p98"/>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p98"/>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 name="Google Shape;2094;p98"/>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 name="Google Shape;2095;p98"/>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96" name="Google Shape;2096;p98"/>
          <p:cNvSpPr/>
          <p:nvPr/>
        </p:nvSpPr>
        <p:spPr>
          <a:xfrm>
            <a:off x="1106675" y="-241825"/>
            <a:ext cx="561557" cy="59488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97" name="Google Shape;2097;p98"/>
          <p:cNvGrpSpPr/>
          <p:nvPr/>
        </p:nvGrpSpPr>
        <p:grpSpPr>
          <a:xfrm rot="-742780">
            <a:off x="8273258" y="4497771"/>
            <a:ext cx="1035629" cy="687651"/>
            <a:chOff x="6571588" y="4504700"/>
            <a:chExt cx="1035575" cy="687615"/>
          </a:xfrm>
        </p:grpSpPr>
        <p:sp>
          <p:nvSpPr>
            <p:cNvPr id="2098" name="Google Shape;2098;p98"/>
            <p:cNvSpPr/>
            <p:nvPr/>
          </p:nvSpPr>
          <p:spPr>
            <a:xfrm>
              <a:off x="6896838" y="4807241"/>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98"/>
            <p:cNvSpPr/>
            <p:nvPr/>
          </p:nvSpPr>
          <p:spPr>
            <a:xfrm>
              <a:off x="6571588" y="4504700"/>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00" name="Google Shape;2100;p98"/>
          <p:cNvSpPr/>
          <p:nvPr/>
        </p:nvSpPr>
        <p:spPr>
          <a:xfrm>
            <a:off x="7967500" y="-68450"/>
            <a:ext cx="1264725" cy="929600"/>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01" name="Google Shape;2101;p98"/>
          <p:cNvGrpSpPr/>
          <p:nvPr/>
        </p:nvGrpSpPr>
        <p:grpSpPr>
          <a:xfrm>
            <a:off x="8664950" y="614425"/>
            <a:ext cx="252200" cy="279550"/>
            <a:chOff x="601188" y="4660625"/>
            <a:chExt cx="252200" cy="279550"/>
          </a:xfrm>
        </p:grpSpPr>
        <p:sp>
          <p:nvSpPr>
            <p:cNvPr id="2102" name="Google Shape;2102;p98"/>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p98"/>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98"/>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p98"/>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06" name="Google Shape;2106;p98"/>
          <p:cNvSpPr/>
          <p:nvPr/>
        </p:nvSpPr>
        <p:spPr>
          <a:xfrm rot="2513794">
            <a:off x="-147307" y="4447477"/>
            <a:ext cx="1118575" cy="312344"/>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98"/>
          <p:cNvSpPr/>
          <p:nvPr/>
        </p:nvSpPr>
        <p:spPr>
          <a:xfrm rot="1885555">
            <a:off x="26415" y="4853380"/>
            <a:ext cx="1118566"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98"/>
          <p:cNvSpPr txBox="1"/>
          <p:nvPr>
            <p:ph type="title"/>
          </p:nvPr>
        </p:nvSpPr>
        <p:spPr>
          <a:xfrm>
            <a:off x="774813" y="1842971"/>
            <a:ext cx="21957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109" name="Google Shape;2109;p98"/>
          <p:cNvSpPr txBox="1"/>
          <p:nvPr>
            <p:ph idx="1" type="subTitle"/>
          </p:nvPr>
        </p:nvSpPr>
        <p:spPr>
          <a:xfrm>
            <a:off x="774813" y="2330496"/>
            <a:ext cx="2195700" cy="594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10" name="Google Shape;2110;p98"/>
          <p:cNvSpPr txBox="1"/>
          <p:nvPr>
            <p:ph idx="2" type="title"/>
          </p:nvPr>
        </p:nvSpPr>
        <p:spPr>
          <a:xfrm>
            <a:off x="3474213" y="1842971"/>
            <a:ext cx="21957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111" name="Google Shape;2111;p98"/>
          <p:cNvSpPr txBox="1"/>
          <p:nvPr>
            <p:ph idx="3" type="subTitle"/>
          </p:nvPr>
        </p:nvSpPr>
        <p:spPr>
          <a:xfrm>
            <a:off x="3474216" y="2330496"/>
            <a:ext cx="2195700" cy="594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12" name="Google Shape;2112;p98"/>
          <p:cNvSpPr txBox="1"/>
          <p:nvPr>
            <p:ph idx="4" type="title"/>
          </p:nvPr>
        </p:nvSpPr>
        <p:spPr>
          <a:xfrm>
            <a:off x="774813" y="3454968"/>
            <a:ext cx="21957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113" name="Google Shape;2113;p98"/>
          <p:cNvSpPr txBox="1"/>
          <p:nvPr>
            <p:ph idx="5" type="subTitle"/>
          </p:nvPr>
        </p:nvSpPr>
        <p:spPr>
          <a:xfrm>
            <a:off x="774813" y="3942493"/>
            <a:ext cx="2195700" cy="594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14" name="Google Shape;2114;p98"/>
          <p:cNvSpPr txBox="1"/>
          <p:nvPr>
            <p:ph idx="6" type="title"/>
          </p:nvPr>
        </p:nvSpPr>
        <p:spPr>
          <a:xfrm>
            <a:off x="3474213" y="3454968"/>
            <a:ext cx="21957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115" name="Google Shape;2115;p98"/>
          <p:cNvSpPr txBox="1"/>
          <p:nvPr>
            <p:ph idx="7" type="subTitle"/>
          </p:nvPr>
        </p:nvSpPr>
        <p:spPr>
          <a:xfrm>
            <a:off x="3474213" y="3942493"/>
            <a:ext cx="2195700" cy="594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16" name="Google Shape;2116;p98"/>
          <p:cNvSpPr txBox="1"/>
          <p:nvPr>
            <p:ph idx="8" type="title"/>
          </p:nvPr>
        </p:nvSpPr>
        <p:spPr>
          <a:xfrm>
            <a:off x="6173488" y="1842971"/>
            <a:ext cx="21957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117" name="Google Shape;2117;p98"/>
          <p:cNvSpPr txBox="1"/>
          <p:nvPr>
            <p:ph idx="9" type="subTitle"/>
          </p:nvPr>
        </p:nvSpPr>
        <p:spPr>
          <a:xfrm>
            <a:off x="6173489" y="2330496"/>
            <a:ext cx="2195700" cy="594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18" name="Google Shape;2118;p98"/>
          <p:cNvSpPr txBox="1"/>
          <p:nvPr>
            <p:ph idx="13" type="title"/>
          </p:nvPr>
        </p:nvSpPr>
        <p:spPr>
          <a:xfrm>
            <a:off x="6173488" y="3454968"/>
            <a:ext cx="21957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119" name="Google Shape;2119;p98"/>
          <p:cNvSpPr txBox="1"/>
          <p:nvPr>
            <p:ph idx="14" type="subTitle"/>
          </p:nvPr>
        </p:nvSpPr>
        <p:spPr>
          <a:xfrm>
            <a:off x="6173488" y="3942493"/>
            <a:ext cx="2195700" cy="594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20" name="Google Shape;2120;p98"/>
          <p:cNvSpPr txBox="1"/>
          <p:nvPr>
            <p:ph idx="15"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ctr">
              <a:lnSpc>
                <a:spcPct val="100000"/>
              </a:lnSpc>
              <a:spcBef>
                <a:spcPts val="0"/>
              </a:spcBef>
              <a:spcAft>
                <a:spcPts val="0"/>
              </a:spcAft>
              <a:buSzPts val="2500"/>
              <a:buNone/>
              <a:defRPr/>
            </a:lvl2pPr>
            <a:lvl3pPr lvl="2" algn="ctr">
              <a:lnSpc>
                <a:spcPct val="100000"/>
              </a:lnSpc>
              <a:spcBef>
                <a:spcPts val="0"/>
              </a:spcBef>
              <a:spcAft>
                <a:spcPts val="0"/>
              </a:spcAft>
              <a:buSzPts val="2500"/>
              <a:buNone/>
              <a:defRPr/>
            </a:lvl3pPr>
            <a:lvl4pPr lvl="3" algn="ctr">
              <a:lnSpc>
                <a:spcPct val="100000"/>
              </a:lnSpc>
              <a:spcBef>
                <a:spcPts val="0"/>
              </a:spcBef>
              <a:spcAft>
                <a:spcPts val="0"/>
              </a:spcAft>
              <a:buSzPts val="2500"/>
              <a:buNone/>
              <a:defRPr/>
            </a:lvl4pPr>
            <a:lvl5pPr lvl="4" algn="ctr">
              <a:lnSpc>
                <a:spcPct val="100000"/>
              </a:lnSpc>
              <a:spcBef>
                <a:spcPts val="0"/>
              </a:spcBef>
              <a:spcAft>
                <a:spcPts val="0"/>
              </a:spcAft>
              <a:buSzPts val="2500"/>
              <a:buNone/>
              <a:defRPr/>
            </a:lvl5pPr>
            <a:lvl6pPr lvl="5" algn="ctr">
              <a:lnSpc>
                <a:spcPct val="100000"/>
              </a:lnSpc>
              <a:spcBef>
                <a:spcPts val="0"/>
              </a:spcBef>
              <a:spcAft>
                <a:spcPts val="0"/>
              </a:spcAft>
              <a:buSzPts val="2500"/>
              <a:buNone/>
              <a:defRPr/>
            </a:lvl6pPr>
            <a:lvl7pPr lvl="6" algn="ctr">
              <a:lnSpc>
                <a:spcPct val="100000"/>
              </a:lnSpc>
              <a:spcBef>
                <a:spcPts val="0"/>
              </a:spcBef>
              <a:spcAft>
                <a:spcPts val="0"/>
              </a:spcAft>
              <a:buSzPts val="2500"/>
              <a:buNone/>
              <a:defRPr/>
            </a:lvl7pPr>
            <a:lvl8pPr lvl="7" algn="ctr">
              <a:lnSpc>
                <a:spcPct val="100000"/>
              </a:lnSpc>
              <a:spcBef>
                <a:spcPts val="0"/>
              </a:spcBef>
              <a:spcAft>
                <a:spcPts val="0"/>
              </a:spcAft>
              <a:buSzPts val="2500"/>
              <a:buNone/>
              <a:defRPr/>
            </a:lvl8pPr>
            <a:lvl9pPr lvl="8" algn="ctr">
              <a:lnSpc>
                <a:spcPct val="100000"/>
              </a:lnSpc>
              <a:spcBef>
                <a:spcPts val="0"/>
              </a:spcBef>
              <a:spcAft>
                <a:spcPts val="0"/>
              </a:spcAft>
              <a:buSzPts val="2500"/>
              <a:buNone/>
              <a:defRPr/>
            </a:lvl9pPr>
          </a:lstStyle>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BLANK_1_1_1_1_1_1">
    <p:spTree>
      <p:nvGrpSpPr>
        <p:cNvPr id="2121" name="Shape 2121"/>
        <p:cNvGrpSpPr/>
        <p:nvPr/>
      </p:nvGrpSpPr>
      <p:grpSpPr>
        <a:xfrm>
          <a:off x="0" y="0"/>
          <a:ext cx="0" cy="0"/>
          <a:chOff x="0" y="0"/>
          <a:chExt cx="0" cy="0"/>
        </a:xfrm>
      </p:grpSpPr>
      <p:grpSp>
        <p:nvGrpSpPr>
          <p:cNvPr id="2122" name="Google Shape;2122;p99"/>
          <p:cNvGrpSpPr/>
          <p:nvPr/>
        </p:nvGrpSpPr>
        <p:grpSpPr>
          <a:xfrm rot="-625890">
            <a:off x="341" y="-260894"/>
            <a:ext cx="1120539" cy="1136985"/>
            <a:chOff x="727287" y="3991176"/>
            <a:chExt cx="1219992" cy="1237898"/>
          </a:xfrm>
        </p:grpSpPr>
        <p:sp>
          <p:nvSpPr>
            <p:cNvPr id="2123" name="Google Shape;2123;p99"/>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99"/>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99"/>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99"/>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27" name="Google Shape;2127;p99"/>
          <p:cNvSpPr/>
          <p:nvPr/>
        </p:nvSpPr>
        <p:spPr>
          <a:xfrm>
            <a:off x="1106675" y="-241825"/>
            <a:ext cx="561557" cy="59488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28" name="Google Shape;2128;p99"/>
          <p:cNvGrpSpPr/>
          <p:nvPr/>
        </p:nvGrpSpPr>
        <p:grpSpPr>
          <a:xfrm rot="-742780">
            <a:off x="8273258" y="4497771"/>
            <a:ext cx="1035629" cy="687651"/>
            <a:chOff x="6571588" y="4504700"/>
            <a:chExt cx="1035575" cy="687615"/>
          </a:xfrm>
        </p:grpSpPr>
        <p:sp>
          <p:nvSpPr>
            <p:cNvPr id="2129" name="Google Shape;2129;p99"/>
            <p:cNvSpPr/>
            <p:nvPr/>
          </p:nvSpPr>
          <p:spPr>
            <a:xfrm>
              <a:off x="6896838" y="4807241"/>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99"/>
            <p:cNvSpPr/>
            <p:nvPr/>
          </p:nvSpPr>
          <p:spPr>
            <a:xfrm>
              <a:off x="6571588" y="4504700"/>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31" name="Google Shape;2131;p99"/>
          <p:cNvSpPr/>
          <p:nvPr/>
        </p:nvSpPr>
        <p:spPr>
          <a:xfrm>
            <a:off x="7967500" y="-68450"/>
            <a:ext cx="1264725" cy="929600"/>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32" name="Google Shape;2132;p99"/>
          <p:cNvGrpSpPr/>
          <p:nvPr/>
        </p:nvGrpSpPr>
        <p:grpSpPr>
          <a:xfrm>
            <a:off x="8664950" y="614425"/>
            <a:ext cx="252200" cy="279550"/>
            <a:chOff x="601188" y="4660625"/>
            <a:chExt cx="252200" cy="279550"/>
          </a:xfrm>
        </p:grpSpPr>
        <p:sp>
          <p:nvSpPr>
            <p:cNvPr id="2133" name="Google Shape;2133;p99"/>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99"/>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p99"/>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p99"/>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37" name="Google Shape;2137;p99"/>
          <p:cNvSpPr/>
          <p:nvPr/>
        </p:nvSpPr>
        <p:spPr>
          <a:xfrm rot="2513794">
            <a:off x="-147307" y="4447477"/>
            <a:ext cx="1118575" cy="312344"/>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99"/>
          <p:cNvSpPr/>
          <p:nvPr/>
        </p:nvSpPr>
        <p:spPr>
          <a:xfrm rot="1885555">
            <a:off x="26415" y="4853380"/>
            <a:ext cx="1118566"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99"/>
          <p:cNvSpPr txBox="1"/>
          <p:nvPr>
            <p:ph type="title"/>
          </p:nvPr>
        </p:nvSpPr>
        <p:spPr>
          <a:xfrm>
            <a:off x="2210729" y="1113503"/>
            <a:ext cx="2195700" cy="365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140" name="Google Shape;2140;p99"/>
          <p:cNvSpPr txBox="1"/>
          <p:nvPr>
            <p:ph idx="1" type="subTitle"/>
          </p:nvPr>
        </p:nvSpPr>
        <p:spPr>
          <a:xfrm>
            <a:off x="2210729" y="1479203"/>
            <a:ext cx="21957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41" name="Google Shape;2141;p99"/>
          <p:cNvSpPr txBox="1"/>
          <p:nvPr>
            <p:ph idx="2" type="title"/>
          </p:nvPr>
        </p:nvSpPr>
        <p:spPr>
          <a:xfrm>
            <a:off x="5590090" y="1113503"/>
            <a:ext cx="2195700" cy="365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142" name="Google Shape;2142;p99"/>
          <p:cNvSpPr txBox="1"/>
          <p:nvPr>
            <p:ph idx="3" type="subTitle"/>
          </p:nvPr>
        </p:nvSpPr>
        <p:spPr>
          <a:xfrm>
            <a:off x="5590156" y="1479203"/>
            <a:ext cx="21957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43" name="Google Shape;2143;p99"/>
          <p:cNvSpPr txBox="1"/>
          <p:nvPr>
            <p:ph idx="4" type="title"/>
          </p:nvPr>
        </p:nvSpPr>
        <p:spPr>
          <a:xfrm>
            <a:off x="2210729" y="2300768"/>
            <a:ext cx="2195700" cy="365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144" name="Google Shape;2144;p99"/>
          <p:cNvSpPr txBox="1"/>
          <p:nvPr>
            <p:ph idx="5" type="subTitle"/>
          </p:nvPr>
        </p:nvSpPr>
        <p:spPr>
          <a:xfrm>
            <a:off x="2210729" y="2666465"/>
            <a:ext cx="21957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45" name="Google Shape;2145;p99"/>
          <p:cNvSpPr txBox="1"/>
          <p:nvPr>
            <p:ph idx="6" type="title"/>
          </p:nvPr>
        </p:nvSpPr>
        <p:spPr>
          <a:xfrm>
            <a:off x="5590165" y="2300766"/>
            <a:ext cx="2195700" cy="365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146" name="Google Shape;2146;p99"/>
          <p:cNvSpPr txBox="1"/>
          <p:nvPr>
            <p:ph idx="7" type="subTitle"/>
          </p:nvPr>
        </p:nvSpPr>
        <p:spPr>
          <a:xfrm>
            <a:off x="5590102" y="2666465"/>
            <a:ext cx="21957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47" name="Google Shape;2147;p99"/>
          <p:cNvSpPr txBox="1"/>
          <p:nvPr>
            <p:ph idx="8" type="title"/>
          </p:nvPr>
        </p:nvSpPr>
        <p:spPr>
          <a:xfrm>
            <a:off x="2210729" y="3488032"/>
            <a:ext cx="2195700" cy="365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148" name="Google Shape;2148;p99"/>
          <p:cNvSpPr txBox="1"/>
          <p:nvPr>
            <p:ph idx="9" type="subTitle"/>
          </p:nvPr>
        </p:nvSpPr>
        <p:spPr>
          <a:xfrm>
            <a:off x="2210729" y="3853732"/>
            <a:ext cx="21957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49" name="Google Shape;2149;p99"/>
          <p:cNvSpPr txBox="1"/>
          <p:nvPr>
            <p:ph idx="13" type="title"/>
          </p:nvPr>
        </p:nvSpPr>
        <p:spPr>
          <a:xfrm>
            <a:off x="5590078" y="3488029"/>
            <a:ext cx="2195700" cy="365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150" name="Google Shape;2150;p99"/>
          <p:cNvSpPr txBox="1"/>
          <p:nvPr>
            <p:ph idx="14" type="subTitle"/>
          </p:nvPr>
        </p:nvSpPr>
        <p:spPr>
          <a:xfrm>
            <a:off x="5590015" y="3853729"/>
            <a:ext cx="2195700" cy="54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51" name="Google Shape;2151;p99"/>
          <p:cNvSpPr txBox="1"/>
          <p:nvPr>
            <p:ph idx="15"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ctr">
              <a:lnSpc>
                <a:spcPct val="100000"/>
              </a:lnSpc>
              <a:spcBef>
                <a:spcPts val="0"/>
              </a:spcBef>
              <a:spcAft>
                <a:spcPts val="0"/>
              </a:spcAft>
              <a:buSzPts val="2500"/>
              <a:buNone/>
              <a:defRPr/>
            </a:lvl2pPr>
            <a:lvl3pPr lvl="2" algn="ctr">
              <a:lnSpc>
                <a:spcPct val="100000"/>
              </a:lnSpc>
              <a:spcBef>
                <a:spcPts val="0"/>
              </a:spcBef>
              <a:spcAft>
                <a:spcPts val="0"/>
              </a:spcAft>
              <a:buSzPts val="2500"/>
              <a:buNone/>
              <a:defRPr/>
            </a:lvl3pPr>
            <a:lvl4pPr lvl="3" algn="ctr">
              <a:lnSpc>
                <a:spcPct val="100000"/>
              </a:lnSpc>
              <a:spcBef>
                <a:spcPts val="0"/>
              </a:spcBef>
              <a:spcAft>
                <a:spcPts val="0"/>
              </a:spcAft>
              <a:buSzPts val="2500"/>
              <a:buNone/>
              <a:defRPr/>
            </a:lvl4pPr>
            <a:lvl5pPr lvl="4" algn="ctr">
              <a:lnSpc>
                <a:spcPct val="100000"/>
              </a:lnSpc>
              <a:spcBef>
                <a:spcPts val="0"/>
              </a:spcBef>
              <a:spcAft>
                <a:spcPts val="0"/>
              </a:spcAft>
              <a:buSzPts val="2500"/>
              <a:buNone/>
              <a:defRPr/>
            </a:lvl5pPr>
            <a:lvl6pPr lvl="5" algn="ctr">
              <a:lnSpc>
                <a:spcPct val="100000"/>
              </a:lnSpc>
              <a:spcBef>
                <a:spcPts val="0"/>
              </a:spcBef>
              <a:spcAft>
                <a:spcPts val="0"/>
              </a:spcAft>
              <a:buSzPts val="2500"/>
              <a:buNone/>
              <a:defRPr/>
            </a:lvl6pPr>
            <a:lvl7pPr lvl="6" algn="ctr">
              <a:lnSpc>
                <a:spcPct val="100000"/>
              </a:lnSpc>
              <a:spcBef>
                <a:spcPts val="0"/>
              </a:spcBef>
              <a:spcAft>
                <a:spcPts val="0"/>
              </a:spcAft>
              <a:buSzPts val="2500"/>
              <a:buNone/>
              <a:defRPr/>
            </a:lvl7pPr>
            <a:lvl8pPr lvl="7" algn="ctr">
              <a:lnSpc>
                <a:spcPct val="100000"/>
              </a:lnSpc>
              <a:spcBef>
                <a:spcPts val="0"/>
              </a:spcBef>
              <a:spcAft>
                <a:spcPts val="0"/>
              </a:spcAft>
              <a:buSzPts val="2500"/>
              <a:buNone/>
              <a:defRPr/>
            </a:lvl8pPr>
            <a:lvl9pPr lvl="8" algn="ctr">
              <a:lnSpc>
                <a:spcPct val="100000"/>
              </a:lnSpc>
              <a:spcBef>
                <a:spcPts val="0"/>
              </a:spcBef>
              <a:spcAft>
                <a:spcPts val="0"/>
              </a:spcAft>
              <a:buSzPts val="2500"/>
              <a:buNone/>
              <a:defRPr/>
            </a:lvl9pPr>
          </a:lstStyle>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
    <p:spTree>
      <p:nvGrpSpPr>
        <p:cNvPr id="2152" name="Shape 2152"/>
        <p:cNvGrpSpPr/>
        <p:nvPr/>
      </p:nvGrpSpPr>
      <p:grpSpPr>
        <a:xfrm>
          <a:off x="0" y="0"/>
          <a:ext cx="0" cy="0"/>
          <a:chOff x="0" y="0"/>
          <a:chExt cx="0" cy="0"/>
        </a:xfrm>
      </p:grpSpPr>
      <p:sp>
        <p:nvSpPr>
          <p:cNvPr id="2153" name="Google Shape;2153;p100"/>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2154" name="Google Shape;2154;p100"/>
          <p:cNvSpPr/>
          <p:nvPr/>
        </p:nvSpPr>
        <p:spPr>
          <a:xfrm flipH="1">
            <a:off x="-258994" y="5021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55" name="Google Shape;2155;p100"/>
          <p:cNvGrpSpPr/>
          <p:nvPr/>
        </p:nvGrpSpPr>
        <p:grpSpPr>
          <a:xfrm>
            <a:off x="98450" y="537972"/>
            <a:ext cx="572406" cy="682360"/>
            <a:chOff x="98450" y="537972"/>
            <a:chExt cx="572406" cy="682360"/>
          </a:xfrm>
        </p:grpSpPr>
        <p:sp>
          <p:nvSpPr>
            <p:cNvPr id="2156" name="Google Shape;2156;p100"/>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p100"/>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 name="Google Shape;2158;p100"/>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p100"/>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p100"/>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61" name="Google Shape;2161;p100"/>
          <p:cNvSpPr/>
          <p:nvPr/>
        </p:nvSpPr>
        <p:spPr>
          <a:xfrm flipH="1" rot="10149192">
            <a:off x="8131028" y="-109401"/>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 name="Google Shape;2162;p100"/>
          <p:cNvSpPr/>
          <p:nvPr/>
        </p:nvSpPr>
        <p:spPr>
          <a:xfrm>
            <a:off x="8688313" y="829868"/>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p100"/>
          <p:cNvSpPr/>
          <p:nvPr/>
        </p:nvSpPr>
        <p:spPr>
          <a:xfrm>
            <a:off x="2164375" y="1543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 name="Google Shape;2164;p100"/>
          <p:cNvSpPr/>
          <p:nvPr/>
        </p:nvSpPr>
        <p:spPr>
          <a:xfrm rot="410715">
            <a:off x="8636636" y="4125607"/>
            <a:ext cx="219842" cy="393425"/>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 name="Google Shape;2165;p100"/>
          <p:cNvSpPr/>
          <p:nvPr/>
        </p:nvSpPr>
        <p:spPr>
          <a:xfrm rot="-849671">
            <a:off x="7478316" y="141937"/>
            <a:ext cx="315649" cy="341642"/>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 name="Google Shape;2166;p100"/>
          <p:cNvSpPr/>
          <p:nvPr/>
        </p:nvSpPr>
        <p:spPr>
          <a:xfrm flipH="1" rot="-6330502">
            <a:off x="-561388" y="4359871"/>
            <a:ext cx="1118597" cy="312362"/>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p100"/>
          <p:cNvSpPr/>
          <p:nvPr/>
        </p:nvSpPr>
        <p:spPr>
          <a:xfrm flipH="1" rot="-5702344">
            <a:off x="-237920" y="4697200"/>
            <a:ext cx="1118615" cy="312366"/>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p100"/>
          <p:cNvSpPr/>
          <p:nvPr/>
        </p:nvSpPr>
        <p:spPr>
          <a:xfrm>
            <a:off x="3886763" y="47395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100"/>
          <p:cNvSpPr/>
          <p:nvPr/>
        </p:nvSpPr>
        <p:spPr>
          <a:xfrm>
            <a:off x="4383638" y="4694988"/>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
    <p:spTree>
      <p:nvGrpSpPr>
        <p:cNvPr id="2170" name="Shape 2170"/>
        <p:cNvGrpSpPr/>
        <p:nvPr/>
      </p:nvGrpSpPr>
      <p:grpSpPr>
        <a:xfrm>
          <a:off x="0" y="0"/>
          <a:ext cx="0" cy="0"/>
          <a:chOff x="0" y="0"/>
          <a:chExt cx="0" cy="0"/>
        </a:xfrm>
      </p:grpSpPr>
      <p:sp>
        <p:nvSpPr>
          <p:cNvPr id="2171" name="Google Shape;2171;p101"/>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2172" name="Google Shape;2172;p101"/>
          <p:cNvSpPr/>
          <p:nvPr/>
        </p:nvSpPr>
        <p:spPr>
          <a:xfrm rot="-5095815">
            <a:off x="-119530" y="4151237"/>
            <a:ext cx="1216491" cy="1121461"/>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 name="Google Shape;2173;p101"/>
          <p:cNvSpPr/>
          <p:nvPr/>
        </p:nvSpPr>
        <p:spPr>
          <a:xfrm>
            <a:off x="8088650" y="44474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p101"/>
          <p:cNvSpPr/>
          <p:nvPr/>
        </p:nvSpPr>
        <p:spPr>
          <a:xfrm flipH="1" rot="-5714785">
            <a:off x="8152725" y="-135450"/>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 name="Google Shape;2175;p101"/>
          <p:cNvSpPr/>
          <p:nvPr/>
        </p:nvSpPr>
        <p:spPr>
          <a:xfrm flipH="1" rot="-4745172">
            <a:off x="8366558" y="-273499"/>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76" name="Google Shape;2176;p101"/>
          <p:cNvGrpSpPr/>
          <p:nvPr/>
        </p:nvGrpSpPr>
        <p:grpSpPr>
          <a:xfrm>
            <a:off x="268938" y="69772"/>
            <a:ext cx="572406" cy="682360"/>
            <a:chOff x="8446375" y="3346247"/>
            <a:chExt cx="572406" cy="682360"/>
          </a:xfrm>
        </p:grpSpPr>
        <p:sp>
          <p:nvSpPr>
            <p:cNvPr id="2177" name="Google Shape;2177;p101"/>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101"/>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p101"/>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 name="Google Shape;2180;p101"/>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101"/>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2" name="Google Shape;2182;p101"/>
          <p:cNvGrpSpPr/>
          <p:nvPr/>
        </p:nvGrpSpPr>
        <p:grpSpPr>
          <a:xfrm>
            <a:off x="80888" y="3742171"/>
            <a:ext cx="595931" cy="530198"/>
            <a:chOff x="7915788" y="108771"/>
            <a:chExt cx="595931" cy="530198"/>
          </a:xfrm>
        </p:grpSpPr>
        <p:sp>
          <p:nvSpPr>
            <p:cNvPr id="2183" name="Google Shape;2183;p101"/>
            <p:cNvSpPr/>
            <p:nvPr/>
          </p:nvSpPr>
          <p:spPr>
            <a:xfrm rot="1520042">
              <a:off x="8076449" y="166765"/>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p101"/>
            <p:cNvSpPr/>
            <p:nvPr/>
          </p:nvSpPr>
          <p:spPr>
            <a:xfrm rot="1520042">
              <a:off x="7998035" y="142242"/>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85" name="Google Shape;2185;p101"/>
          <p:cNvSpPr/>
          <p:nvPr/>
        </p:nvSpPr>
        <p:spPr>
          <a:xfrm rot="-470258">
            <a:off x="8533600" y="4575658"/>
            <a:ext cx="426238" cy="349877"/>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
    <p:spTree>
      <p:nvGrpSpPr>
        <p:cNvPr id="2186" name="Shape 2186"/>
        <p:cNvGrpSpPr/>
        <p:nvPr/>
      </p:nvGrpSpPr>
      <p:grpSpPr>
        <a:xfrm>
          <a:off x="0" y="0"/>
          <a:ext cx="0" cy="0"/>
          <a:chOff x="0" y="0"/>
          <a:chExt cx="0" cy="0"/>
        </a:xfrm>
      </p:grpSpPr>
      <p:sp>
        <p:nvSpPr>
          <p:cNvPr id="2187" name="Google Shape;2187;p102"/>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
        <p:nvSpPr>
          <p:cNvPr id="2188" name="Google Shape;2188;p102"/>
          <p:cNvSpPr/>
          <p:nvPr/>
        </p:nvSpPr>
        <p:spPr>
          <a:xfrm rot="889759">
            <a:off x="7648293" y="-795808"/>
            <a:ext cx="1866274" cy="1551373"/>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p102"/>
          <p:cNvSpPr/>
          <p:nvPr/>
        </p:nvSpPr>
        <p:spPr>
          <a:xfrm>
            <a:off x="8139895" y="4192640"/>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 name="Google Shape;2190;p102"/>
          <p:cNvSpPr/>
          <p:nvPr/>
        </p:nvSpPr>
        <p:spPr>
          <a:xfrm rot="1579595">
            <a:off x="216948" y="14355"/>
            <a:ext cx="310695" cy="105098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91" name="Google Shape;2191;p102"/>
          <p:cNvGrpSpPr/>
          <p:nvPr/>
        </p:nvGrpSpPr>
        <p:grpSpPr>
          <a:xfrm>
            <a:off x="8178450" y="89522"/>
            <a:ext cx="572406" cy="682360"/>
            <a:chOff x="8178450" y="89522"/>
            <a:chExt cx="572406" cy="682360"/>
          </a:xfrm>
        </p:grpSpPr>
        <p:sp>
          <p:nvSpPr>
            <p:cNvPr id="2192" name="Google Shape;2192;p102"/>
            <p:cNvSpPr/>
            <p:nvPr/>
          </p:nvSpPr>
          <p:spPr>
            <a:xfrm>
              <a:off x="8324625" y="5808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 name="Google Shape;2193;p102"/>
            <p:cNvSpPr/>
            <p:nvPr/>
          </p:nvSpPr>
          <p:spPr>
            <a:xfrm>
              <a:off x="8501702" y="4694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102"/>
            <p:cNvSpPr/>
            <p:nvPr/>
          </p:nvSpPr>
          <p:spPr>
            <a:xfrm>
              <a:off x="8357560" y="2738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102"/>
            <p:cNvSpPr/>
            <p:nvPr/>
          </p:nvSpPr>
          <p:spPr>
            <a:xfrm>
              <a:off x="8178450" y="3911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p102"/>
            <p:cNvSpPr/>
            <p:nvPr/>
          </p:nvSpPr>
          <p:spPr>
            <a:xfrm>
              <a:off x="8584040" y="895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97" name="Google Shape;2197;p102"/>
          <p:cNvSpPr/>
          <p:nvPr/>
        </p:nvSpPr>
        <p:spPr>
          <a:xfrm rot="535568">
            <a:off x="8389291" y="4100132"/>
            <a:ext cx="251651" cy="428694"/>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 name="Google Shape;2198;p102"/>
          <p:cNvSpPr/>
          <p:nvPr/>
        </p:nvSpPr>
        <p:spPr>
          <a:xfrm rot="1204829">
            <a:off x="-52255" y="-473928"/>
            <a:ext cx="417921" cy="1413700"/>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 name="Google Shape;2199;p102"/>
          <p:cNvSpPr/>
          <p:nvPr/>
        </p:nvSpPr>
        <p:spPr>
          <a:xfrm>
            <a:off x="1061450" y="4532265"/>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00" name="Google Shape;2200;p102"/>
          <p:cNvGrpSpPr/>
          <p:nvPr/>
        </p:nvGrpSpPr>
        <p:grpSpPr>
          <a:xfrm>
            <a:off x="1985745" y="46068"/>
            <a:ext cx="420044" cy="373713"/>
            <a:chOff x="295547" y="4265443"/>
            <a:chExt cx="483087" cy="429802"/>
          </a:xfrm>
        </p:grpSpPr>
        <p:sp>
          <p:nvSpPr>
            <p:cNvPr id="2201" name="Google Shape;2201;p102"/>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102"/>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03" name="Google Shape;2203;p102"/>
          <p:cNvSpPr/>
          <p:nvPr/>
        </p:nvSpPr>
        <p:spPr>
          <a:xfrm flipH="1" rot="-31007">
            <a:off x="250301" y="4816747"/>
            <a:ext cx="376745" cy="382689"/>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 name="Google Shape;2204;p102"/>
          <p:cNvSpPr/>
          <p:nvPr/>
        </p:nvSpPr>
        <p:spPr>
          <a:xfrm flipH="1" rot="-31007">
            <a:off x="-84679" y="4514243"/>
            <a:ext cx="1035617" cy="687643"/>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5">
    <p:spTree>
      <p:nvGrpSpPr>
        <p:cNvPr id="2205" name="Shape 2205"/>
        <p:cNvGrpSpPr/>
        <p:nvPr/>
      </p:nvGrpSpPr>
      <p:grpSpPr>
        <a:xfrm>
          <a:off x="0" y="0"/>
          <a:ext cx="0" cy="0"/>
          <a:chOff x="0" y="0"/>
          <a:chExt cx="0" cy="0"/>
        </a:xfrm>
      </p:grpSpPr>
      <p:grpSp>
        <p:nvGrpSpPr>
          <p:cNvPr id="2206" name="Google Shape;2206;p103"/>
          <p:cNvGrpSpPr/>
          <p:nvPr/>
        </p:nvGrpSpPr>
        <p:grpSpPr>
          <a:xfrm>
            <a:off x="993533" y="60549"/>
            <a:ext cx="538722" cy="479299"/>
            <a:chOff x="5927388" y="663096"/>
            <a:chExt cx="595931" cy="530198"/>
          </a:xfrm>
        </p:grpSpPr>
        <p:sp>
          <p:nvSpPr>
            <p:cNvPr id="2207" name="Google Shape;2207;p103"/>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p103"/>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09" name="Google Shape;2209;p103"/>
          <p:cNvSpPr/>
          <p:nvPr/>
        </p:nvSpPr>
        <p:spPr>
          <a:xfrm rot="8586889">
            <a:off x="33663" y="10220"/>
            <a:ext cx="608757" cy="923173"/>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103"/>
          <p:cNvSpPr/>
          <p:nvPr/>
        </p:nvSpPr>
        <p:spPr>
          <a:xfrm flipH="1" rot="-4784350">
            <a:off x="8275484" y="-199297"/>
            <a:ext cx="393115" cy="13527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103"/>
          <p:cNvSpPr/>
          <p:nvPr/>
        </p:nvSpPr>
        <p:spPr>
          <a:xfrm flipH="1" rot="-3814725">
            <a:off x="8565319" y="-283460"/>
            <a:ext cx="326969" cy="110603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12" name="Google Shape;2212;p103"/>
          <p:cNvGrpSpPr/>
          <p:nvPr/>
        </p:nvGrpSpPr>
        <p:grpSpPr>
          <a:xfrm>
            <a:off x="8037804" y="4298787"/>
            <a:ext cx="1258993" cy="1313658"/>
            <a:chOff x="8085816" y="1478000"/>
            <a:chExt cx="1383661" cy="1443739"/>
          </a:xfrm>
        </p:grpSpPr>
        <p:sp>
          <p:nvSpPr>
            <p:cNvPr id="2213" name="Google Shape;2213;p103"/>
            <p:cNvSpPr/>
            <p:nvPr/>
          </p:nvSpPr>
          <p:spPr>
            <a:xfrm rot="-964112">
              <a:off x="8231068" y="1832740"/>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p103"/>
            <p:cNvSpPr/>
            <p:nvPr/>
          </p:nvSpPr>
          <p:spPr>
            <a:xfrm rot="-964112">
              <a:off x="8496552" y="1684181"/>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103"/>
            <p:cNvSpPr/>
            <p:nvPr/>
          </p:nvSpPr>
          <p:spPr>
            <a:xfrm rot="-964112">
              <a:off x="8826503" y="1584428"/>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103"/>
            <p:cNvSpPr/>
            <p:nvPr/>
          </p:nvSpPr>
          <p:spPr>
            <a:xfrm rot="-964112">
              <a:off x="9084092" y="1490007"/>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17" name="Google Shape;2217;p103"/>
          <p:cNvSpPr/>
          <p:nvPr/>
        </p:nvSpPr>
        <p:spPr>
          <a:xfrm>
            <a:off x="1507725" y="4881250"/>
            <a:ext cx="370700" cy="391200"/>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103"/>
          <p:cNvSpPr/>
          <p:nvPr/>
        </p:nvSpPr>
        <p:spPr>
          <a:xfrm rot="728967">
            <a:off x="8690895" y="3783597"/>
            <a:ext cx="273784" cy="46642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19" name="Google Shape;2219;p103"/>
          <p:cNvGrpSpPr/>
          <p:nvPr/>
        </p:nvGrpSpPr>
        <p:grpSpPr>
          <a:xfrm>
            <a:off x="85962" y="661924"/>
            <a:ext cx="334518" cy="370795"/>
            <a:chOff x="601188" y="4660625"/>
            <a:chExt cx="252200" cy="279550"/>
          </a:xfrm>
        </p:grpSpPr>
        <p:sp>
          <p:nvSpPr>
            <p:cNvPr id="2220" name="Google Shape;2220;p103"/>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 name="Google Shape;2221;p103"/>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 name="Google Shape;2222;p103"/>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p103"/>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24" name="Google Shape;2224;p103"/>
          <p:cNvSpPr/>
          <p:nvPr/>
        </p:nvSpPr>
        <p:spPr>
          <a:xfrm rot="9150926">
            <a:off x="-172562" y="4378800"/>
            <a:ext cx="1395690" cy="1025862"/>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103"/>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5_1">
    <p:spTree>
      <p:nvGrpSpPr>
        <p:cNvPr id="2226" name="Shape 2226"/>
        <p:cNvGrpSpPr/>
        <p:nvPr/>
      </p:nvGrpSpPr>
      <p:grpSpPr>
        <a:xfrm>
          <a:off x="0" y="0"/>
          <a:ext cx="0" cy="0"/>
          <a:chOff x="0" y="0"/>
          <a:chExt cx="0" cy="0"/>
        </a:xfrm>
      </p:grpSpPr>
      <p:grpSp>
        <p:nvGrpSpPr>
          <p:cNvPr id="2227" name="Google Shape;2227;p104"/>
          <p:cNvGrpSpPr/>
          <p:nvPr/>
        </p:nvGrpSpPr>
        <p:grpSpPr>
          <a:xfrm>
            <a:off x="993533" y="60549"/>
            <a:ext cx="538722" cy="479299"/>
            <a:chOff x="5927388" y="663096"/>
            <a:chExt cx="595931" cy="530198"/>
          </a:xfrm>
        </p:grpSpPr>
        <p:sp>
          <p:nvSpPr>
            <p:cNvPr id="2228" name="Google Shape;2228;p104"/>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 name="Google Shape;2229;p104"/>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30" name="Google Shape;2230;p104"/>
          <p:cNvSpPr/>
          <p:nvPr/>
        </p:nvSpPr>
        <p:spPr>
          <a:xfrm rot="8586889">
            <a:off x="33663" y="10220"/>
            <a:ext cx="608757" cy="923173"/>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104"/>
          <p:cNvSpPr/>
          <p:nvPr/>
        </p:nvSpPr>
        <p:spPr>
          <a:xfrm flipH="1" rot="-4784350">
            <a:off x="8275484" y="-199297"/>
            <a:ext cx="393115" cy="13527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104"/>
          <p:cNvSpPr/>
          <p:nvPr/>
        </p:nvSpPr>
        <p:spPr>
          <a:xfrm flipH="1" rot="-3814725">
            <a:off x="8565319" y="-283460"/>
            <a:ext cx="326969" cy="110603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33" name="Google Shape;2233;p104"/>
          <p:cNvGrpSpPr/>
          <p:nvPr/>
        </p:nvGrpSpPr>
        <p:grpSpPr>
          <a:xfrm>
            <a:off x="8037804" y="4298787"/>
            <a:ext cx="1258993" cy="1313658"/>
            <a:chOff x="8085816" y="1478000"/>
            <a:chExt cx="1383661" cy="1443739"/>
          </a:xfrm>
        </p:grpSpPr>
        <p:sp>
          <p:nvSpPr>
            <p:cNvPr id="2234" name="Google Shape;2234;p104"/>
            <p:cNvSpPr/>
            <p:nvPr/>
          </p:nvSpPr>
          <p:spPr>
            <a:xfrm rot="-964112">
              <a:off x="8231068" y="1832740"/>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104"/>
            <p:cNvSpPr/>
            <p:nvPr/>
          </p:nvSpPr>
          <p:spPr>
            <a:xfrm rot="-964112">
              <a:off x="8496552" y="1684181"/>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104"/>
            <p:cNvSpPr/>
            <p:nvPr/>
          </p:nvSpPr>
          <p:spPr>
            <a:xfrm rot="-964112">
              <a:off x="8826503" y="1584428"/>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104"/>
            <p:cNvSpPr/>
            <p:nvPr/>
          </p:nvSpPr>
          <p:spPr>
            <a:xfrm rot="-964112">
              <a:off x="9084092" y="1490007"/>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38" name="Google Shape;2238;p104"/>
          <p:cNvSpPr/>
          <p:nvPr/>
        </p:nvSpPr>
        <p:spPr>
          <a:xfrm>
            <a:off x="1507725" y="4881250"/>
            <a:ext cx="370700" cy="391200"/>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104"/>
          <p:cNvSpPr/>
          <p:nvPr/>
        </p:nvSpPr>
        <p:spPr>
          <a:xfrm rot="728967">
            <a:off x="8690895" y="3783597"/>
            <a:ext cx="273784" cy="46642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40" name="Google Shape;2240;p104"/>
          <p:cNvGrpSpPr/>
          <p:nvPr/>
        </p:nvGrpSpPr>
        <p:grpSpPr>
          <a:xfrm>
            <a:off x="85962" y="661924"/>
            <a:ext cx="334518" cy="370795"/>
            <a:chOff x="601188" y="4660625"/>
            <a:chExt cx="252200" cy="279550"/>
          </a:xfrm>
        </p:grpSpPr>
        <p:sp>
          <p:nvSpPr>
            <p:cNvPr id="2241" name="Google Shape;2241;p104"/>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 name="Google Shape;2242;p104"/>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104"/>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104"/>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45" name="Google Shape;2245;p104"/>
          <p:cNvSpPr/>
          <p:nvPr/>
        </p:nvSpPr>
        <p:spPr>
          <a:xfrm rot="9150926">
            <a:off x="-172562" y="4378800"/>
            <a:ext cx="1395690" cy="1025862"/>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104"/>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5_1_1">
    <p:spTree>
      <p:nvGrpSpPr>
        <p:cNvPr id="2247" name="Shape 2247"/>
        <p:cNvGrpSpPr/>
        <p:nvPr/>
      </p:nvGrpSpPr>
      <p:grpSpPr>
        <a:xfrm>
          <a:off x="0" y="0"/>
          <a:ext cx="0" cy="0"/>
          <a:chOff x="0" y="0"/>
          <a:chExt cx="0" cy="0"/>
        </a:xfrm>
      </p:grpSpPr>
      <p:grpSp>
        <p:nvGrpSpPr>
          <p:cNvPr id="2248" name="Google Shape;2248;p105"/>
          <p:cNvGrpSpPr/>
          <p:nvPr/>
        </p:nvGrpSpPr>
        <p:grpSpPr>
          <a:xfrm>
            <a:off x="8459433" y="3765774"/>
            <a:ext cx="538722" cy="479299"/>
            <a:chOff x="5927388" y="663096"/>
            <a:chExt cx="595931" cy="530198"/>
          </a:xfrm>
        </p:grpSpPr>
        <p:sp>
          <p:nvSpPr>
            <p:cNvPr id="2249" name="Google Shape;2249;p105"/>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 name="Google Shape;2250;p105"/>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51" name="Google Shape;2251;p105"/>
          <p:cNvSpPr/>
          <p:nvPr/>
        </p:nvSpPr>
        <p:spPr>
          <a:xfrm rot="8586889">
            <a:off x="8646913" y="4561970"/>
            <a:ext cx="608757" cy="923173"/>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 name="Google Shape;2252;p105"/>
          <p:cNvSpPr/>
          <p:nvPr/>
        </p:nvSpPr>
        <p:spPr>
          <a:xfrm flipH="1" rot="-4784350">
            <a:off x="-97066" y="4109178"/>
            <a:ext cx="393115" cy="13527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 name="Google Shape;2253;p105"/>
          <p:cNvSpPr/>
          <p:nvPr/>
        </p:nvSpPr>
        <p:spPr>
          <a:xfrm flipH="1" rot="-3814725">
            <a:off x="-219219" y="3653915"/>
            <a:ext cx="326969" cy="110603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54" name="Google Shape;2254;p105"/>
          <p:cNvGrpSpPr/>
          <p:nvPr/>
        </p:nvGrpSpPr>
        <p:grpSpPr>
          <a:xfrm>
            <a:off x="7927054" y="105212"/>
            <a:ext cx="1258993" cy="1313658"/>
            <a:chOff x="8085816" y="1478000"/>
            <a:chExt cx="1383661" cy="1443739"/>
          </a:xfrm>
        </p:grpSpPr>
        <p:sp>
          <p:nvSpPr>
            <p:cNvPr id="2255" name="Google Shape;2255;p105"/>
            <p:cNvSpPr/>
            <p:nvPr/>
          </p:nvSpPr>
          <p:spPr>
            <a:xfrm rot="-964112">
              <a:off x="8231068" y="1832740"/>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 name="Google Shape;2256;p105"/>
            <p:cNvSpPr/>
            <p:nvPr/>
          </p:nvSpPr>
          <p:spPr>
            <a:xfrm rot="-964112">
              <a:off x="8496552" y="1684181"/>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105"/>
            <p:cNvSpPr/>
            <p:nvPr/>
          </p:nvSpPr>
          <p:spPr>
            <a:xfrm rot="-964112">
              <a:off x="8826503" y="1584428"/>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105"/>
            <p:cNvSpPr/>
            <p:nvPr/>
          </p:nvSpPr>
          <p:spPr>
            <a:xfrm rot="-964112">
              <a:off x="9084092" y="1490007"/>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59" name="Google Shape;2259;p105"/>
          <p:cNvSpPr/>
          <p:nvPr/>
        </p:nvSpPr>
        <p:spPr>
          <a:xfrm>
            <a:off x="138050" y="3462025"/>
            <a:ext cx="370700" cy="391200"/>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 name="Google Shape;2260;p105"/>
          <p:cNvSpPr/>
          <p:nvPr/>
        </p:nvSpPr>
        <p:spPr>
          <a:xfrm rot="728967">
            <a:off x="186507" y="764172"/>
            <a:ext cx="273784" cy="46642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61" name="Google Shape;2261;p105"/>
          <p:cNvGrpSpPr/>
          <p:nvPr/>
        </p:nvGrpSpPr>
        <p:grpSpPr>
          <a:xfrm>
            <a:off x="8096262" y="4719574"/>
            <a:ext cx="334518" cy="370795"/>
            <a:chOff x="601188" y="4660625"/>
            <a:chExt cx="252200" cy="279550"/>
          </a:xfrm>
        </p:grpSpPr>
        <p:sp>
          <p:nvSpPr>
            <p:cNvPr id="2262" name="Google Shape;2262;p105"/>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 name="Google Shape;2263;p105"/>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105"/>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105"/>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66" name="Google Shape;2266;p105"/>
          <p:cNvSpPr/>
          <p:nvPr/>
        </p:nvSpPr>
        <p:spPr>
          <a:xfrm rot="9150926">
            <a:off x="-753587" y="-321475"/>
            <a:ext cx="1395690" cy="1025862"/>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 name="Google Shape;2267;p105"/>
          <p:cNvSpPr/>
          <p:nvPr/>
        </p:nvSpPr>
        <p:spPr>
          <a:xfrm>
            <a:off x="186513" y="153023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 name="Google Shape;2268;p105"/>
          <p:cNvSpPr/>
          <p:nvPr/>
        </p:nvSpPr>
        <p:spPr>
          <a:xfrm>
            <a:off x="8690450" y="163875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 name="Google Shape;2269;p105"/>
          <p:cNvSpPr txBox="1"/>
          <p:nvPr>
            <p:ph type="title"/>
          </p:nvPr>
        </p:nvSpPr>
        <p:spPr>
          <a:xfrm>
            <a:off x="727300" y="539850"/>
            <a:ext cx="7689300" cy="42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a:lvl1pPr>
            <a:lvl2pPr lvl="1" algn="l">
              <a:lnSpc>
                <a:spcPct val="100000"/>
              </a:lnSpc>
              <a:spcBef>
                <a:spcPts val="0"/>
              </a:spcBef>
              <a:spcAft>
                <a:spcPts val="0"/>
              </a:spcAft>
              <a:buSzPts val="2500"/>
              <a:buNone/>
              <a:defRPr/>
            </a:lvl2pPr>
            <a:lvl3pPr lvl="2" algn="l">
              <a:lnSpc>
                <a:spcPct val="100000"/>
              </a:lnSpc>
              <a:spcBef>
                <a:spcPts val="0"/>
              </a:spcBef>
              <a:spcAft>
                <a:spcPts val="0"/>
              </a:spcAft>
              <a:buSzPts val="2500"/>
              <a:buNone/>
              <a:defRPr/>
            </a:lvl3pPr>
            <a:lvl4pPr lvl="3" algn="l">
              <a:lnSpc>
                <a:spcPct val="100000"/>
              </a:lnSpc>
              <a:spcBef>
                <a:spcPts val="0"/>
              </a:spcBef>
              <a:spcAft>
                <a:spcPts val="0"/>
              </a:spcAft>
              <a:buSzPts val="2500"/>
              <a:buNone/>
              <a:defRPr/>
            </a:lvl4pPr>
            <a:lvl5pPr lvl="4" algn="l">
              <a:lnSpc>
                <a:spcPct val="100000"/>
              </a:lnSpc>
              <a:spcBef>
                <a:spcPts val="0"/>
              </a:spcBef>
              <a:spcAft>
                <a:spcPts val="0"/>
              </a:spcAft>
              <a:buSzPts val="2500"/>
              <a:buNone/>
              <a:defRPr/>
            </a:lvl5pPr>
            <a:lvl6pPr lvl="5" algn="l">
              <a:lnSpc>
                <a:spcPct val="100000"/>
              </a:lnSpc>
              <a:spcBef>
                <a:spcPts val="0"/>
              </a:spcBef>
              <a:spcAft>
                <a:spcPts val="0"/>
              </a:spcAft>
              <a:buSzPts val="2500"/>
              <a:buNone/>
              <a:defRPr/>
            </a:lvl6pPr>
            <a:lvl7pPr lvl="6" algn="l">
              <a:lnSpc>
                <a:spcPct val="100000"/>
              </a:lnSpc>
              <a:spcBef>
                <a:spcPts val="0"/>
              </a:spcBef>
              <a:spcAft>
                <a:spcPts val="0"/>
              </a:spcAft>
              <a:buSzPts val="2500"/>
              <a:buNone/>
              <a:defRPr/>
            </a:lvl7pPr>
            <a:lvl8pPr lvl="7" algn="l">
              <a:lnSpc>
                <a:spcPct val="100000"/>
              </a:lnSpc>
              <a:spcBef>
                <a:spcPts val="0"/>
              </a:spcBef>
              <a:spcAft>
                <a:spcPts val="0"/>
              </a:spcAft>
              <a:buSzPts val="2500"/>
              <a:buNone/>
              <a:defRPr/>
            </a:lvl8pPr>
            <a:lvl9pPr lvl="8" algn="l">
              <a:lnSpc>
                <a:spcPct val="100000"/>
              </a:lnSpc>
              <a:spcBef>
                <a:spcPts val="0"/>
              </a:spcBef>
              <a:spcAft>
                <a:spcPts val="0"/>
              </a:spcAft>
              <a:buSzPts val="2500"/>
              <a:buNone/>
              <a:defRPr/>
            </a:lvl9pPr>
          </a:lstStyle>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4">
    <p:spTree>
      <p:nvGrpSpPr>
        <p:cNvPr id="2270" name="Shape 2270"/>
        <p:cNvGrpSpPr/>
        <p:nvPr/>
      </p:nvGrpSpPr>
      <p:grpSpPr>
        <a:xfrm>
          <a:off x="0" y="0"/>
          <a:ext cx="0" cy="0"/>
          <a:chOff x="0" y="0"/>
          <a:chExt cx="0" cy="0"/>
        </a:xfrm>
      </p:grpSpPr>
      <p:sp>
        <p:nvSpPr>
          <p:cNvPr id="2271" name="Google Shape;2271;p106"/>
          <p:cNvSpPr txBox="1"/>
          <p:nvPr>
            <p:ph type="title"/>
          </p:nvPr>
        </p:nvSpPr>
        <p:spPr>
          <a:xfrm>
            <a:off x="1177525" y="2254475"/>
            <a:ext cx="3038400" cy="7362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2272" name="Google Shape;2272;p106"/>
          <p:cNvSpPr txBox="1"/>
          <p:nvPr>
            <p:ph idx="2" type="title"/>
          </p:nvPr>
        </p:nvSpPr>
        <p:spPr>
          <a:xfrm>
            <a:off x="2933800" y="1441588"/>
            <a:ext cx="1282200" cy="7362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6000"/>
              <a:buNone/>
              <a:defRPr sz="5000">
                <a:solidFill>
                  <a:schemeClr val="dk2"/>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2273" name="Google Shape;2273;p106"/>
          <p:cNvSpPr txBox="1"/>
          <p:nvPr>
            <p:ph idx="1" type="subTitle"/>
          </p:nvPr>
        </p:nvSpPr>
        <p:spPr>
          <a:xfrm>
            <a:off x="1310875" y="2977800"/>
            <a:ext cx="2905200" cy="7965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274" name="Google Shape;2274;p106"/>
          <p:cNvSpPr/>
          <p:nvPr/>
        </p:nvSpPr>
        <p:spPr>
          <a:xfrm rot="1387360">
            <a:off x="394822" y="-166864"/>
            <a:ext cx="1367918" cy="1261004"/>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75" name="Google Shape;2275;p106"/>
          <p:cNvGrpSpPr/>
          <p:nvPr/>
        </p:nvGrpSpPr>
        <p:grpSpPr>
          <a:xfrm>
            <a:off x="5962642" y="166092"/>
            <a:ext cx="538883" cy="479444"/>
            <a:chOff x="295547" y="4265443"/>
            <a:chExt cx="483087" cy="429802"/>
          </a:xfrm>
        </p:grpSpPr>
        <p:sp>
          <p:nvSpPr>
            <p:cNvPr id="2276" name="Google Shape;2276;p106"/>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106"/>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78" name="Google Shape;2278;p106"/>
          <p:cNvSpPr/>
          <p:nvPr/>
        </p:nvSpPr>
        <p:spPr>
          <a:xfrm rot="-8138675">
            <a:off x="-116380" y="3953042"/>
            <a:ext cx="1690664" cy="1405394"/>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79" name="Google Shape;2279;p106"/>
          <p:cNvGrpSpPr/>
          <p:nvPr/>
        </p:nvGrpSpPr>
        <p:grpSpPr>
          <a:xfrm rot="3550193">
            <a:off x="1338368" y="4262185"/>
            <a:ext cx="572412" cy="682367"/>
            <a:chOff x="8446375" y="3346247"/>
            <a:chExt cx="572406" cy="682360"/>
          </a:xfrm>
        </p:grpSpPr>
        <p:sp>
          <p:nvSpPr>
            <p:cNvPr id="2280" name="Google Shape;2280;p106"/>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 name="Google Shape;2281;p106"/>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 name="Google Shape;2282;p106"/>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 name="Google Shape;2283;p106"/>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 name="Google Shape;2284;p106"/>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85" name="Google Shape;2285;p106"/>
          <p:cNvSpPr/>
          <p:nvPr/>
        </p:nvSpPr>
        <p:spPr>
          <a:xfrm>
            <a:off x="8247375" y="4434750"/>
            <a:ext cx="1004175" cy="1024675"/>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106"/>
          <p:cNvSpPr/>
          <p:nvPr/>
        </p:nvSpPr>
        <p:spPr>
          <a:xfrm>
            <a:off x="8536500" y="39972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 name="Google Shape;2287;p106"/>
          <p:cNvSpPr/>
          <p:nvPr/>
        </p:nvSpPr>
        <p:spPr>
          <a:xfrm>
            <a:off x="445225" y="1749365"/>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_1">
    <p:spTree>
      <p:nvGrpSpPr>
        <p:cNvPr id="2288" name="Shape 2288"/>
        <p:cNvGrpSpPr/>
        <p:nvPr/>
      </p:nvGrpSpPr>
      <p:grpSpPr>
        <a:xfrm>
          <a:off x="0" y="0"/>
          <a:ext cx="0" cy="0"/>
          <a:chOff x="0" y="0"/>
          <a:chExt cx="0" cy="0"/>
        </a:xfrm>
      </p:grpSpPr>
      <p:sp>
        <p:nvSpPr>
          <p:cNvPr id="2289" name="Google Shape;2289;p107"/>
          <p:cNvSpPr txBox="1"/>
          <p:nvPr>
            <p:ph type="title"/>
          </p:nvPr>
        </p:nvSpPr>
        <p:spPr>
          <a:xfrm>
            <a:off x="1956600" y="1247934"/>
            <a:ext cx="5230800" cy="736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2290" name="Google Shape;2290;p107"/>
          <p:cNvSpPr txBox="1"/>
          <p:nvPr>
            <p:ph idx="2" type="title"/>
          </p:nvPr>
        </p:nvSpPr>
        <p:spPr>
          <a:xfrm>
            <a:off x="3930900" y="539850"/>
            <a:ext cx="1282200" cy="666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5000">
                <a:solidFill>
                  <a:schemeClr val="dk2"/>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2291" name="Google Shape;2291;p107"/>
          <p:cNvSpPr txBox="1"/>
          <p:nvPr>
            <p:ph idx="1" type="subTitle"/>
          </p:nvPr>
        </p:nvSpPr>
        <p:spPr>
          <a:xfrm>
            <a:off x="2441700" y="2008420"/>
            <a:ext cx="4260600" cy="401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292" name="Google Shape;2292;p107"/>
          <p:cNvSpPr/>
          <p:nvPr/>
        </p:nvSpPr>
        <p:spPr>
          <a:xfrm rot="-1281874">
            <a:off x="7922166" y="158310"/>
            <a:ext cx="1118600" cy="312363"/>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107"/>
          <p:cNvSpPr/>
          <p:nvPr/>
        </p:nvSpPr>
        <p:spPr>
          <a:xfrm rot="-1910206">
            <a:off x="8386115" y="214588"/>
            <a:ext cx="1118643"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p107"/>
          <p:cNvSpPr/>
          <p:nvPr/>
        </p:nvSpPr>
        <p:spPr>
          <a:xfrm rot="6701473">
            <a:off x="-622398" y="1423041"/>
            <a:ext cx="1560601" cy="1297277"/>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95" name="Google Shape;2295;p107"/>
          <p:cNvGrpSpPr/>
          <p:nvPr/>
        </p:nvGrpSpPr>
        <p:grpSpPr>
          <a:xfrm>
            <a:off x="448352" y="2060238"/>
            <a:ext cx="315649" cy="349878"/>
            <a:chOff x="4846427" y="-66500"/>
            <a:chExt cx="315649" cy="349878"/>
          </a:xfrm>
        </p:grpSpPr>
        <p:sp>
          <p:nvSpPr>
            <p:cNvPr id="2296" name="Google Shape;2296;p107"/>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 name="Google Shape;2297;p107"/>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 name="Google Shape;2298;p107"/>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 name="Google Shape;2299;p107"/>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00" name="Google Shape;2300;p107"/>
          <p:cNvSpPr/>
          <p:nvPr/>
        </p:nvSpPr>
        <p:spPr>
          <a:xfrm>
            <a:off x="496925" y="411040"/>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 name="Google Shape;2301;p107"/>
          <p:cNvSpPr/>
          <p:nvPr/>
        </p:nvSpPr>
        <p:spPr>
          <a:xfrm rot="210338">
            <a:off x="8812687" y="2371970"/>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 name="Google Shape;2302;p107"/>
          <p:cNvSpPr/>
          <p:nvPr/>
        </p:nvSpPr>
        <p:spPr>
          <a:xfrm rot="-10198699">
            <a:off x="1610366" y="-332559"/>
            <a:ext cx="1894964" cy="1037618"/>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 name="Google Shape;2303;p107"/>
          <p:cNvSpPr/>
          <p:nvPr/>
        </p:nvSpPr>
        <p:spPr>
          <a:xfrm>
            <a:off x="8846525" y="2890501"/>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4_1_1">
    <p:spTree>
      <p:nvGrpSpPr>
        <p:cNvPr id="2304" name="Shape 2304"/>
        <p:cNvGrpSpPr/>
        <p:nvPr/>
      </p:nvGrpSpPr>
      <p:grpSpPr>
        <a:xfrm>
          <a:off x="0" y="0"/>
          <a:ext cx="0" cy="0"/>
          <a:chOff x="0" y="0"/>
          <a:chExt cx="0" cy="0"/>
        </a:xfrm>
      </p:grpSpPr>
      <p:sp>
        <p:nvSpPr>
          <p:cNvPr id="2305" name="Google Shape;2305;p108"/>
          <p:cNvSpPr/>
          <p:nvPr/>
        </p:nvSpPr>
        <p:spPr>
          <a:xfrm flipH="1" rot="-5641596">
            <a:off x="425340" y="4118328"/>
            <a:ext cx="339869" cy="116956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108"/>
          <p:cNvSpPr/>
          <p:nvPr/>
        </p:nvSpPr>
        <p:spPr>
          <a:xfrm flipH="1" rot="-4974102">
            <a:off x="479070" y="4271055"/>
            <a:ext cx="373546" cy="1285452"/>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108"/>
          <p:cNvSpPr/>
          <p:nvPr/>
        </p:nvSpPr>
        <p:spPr>
          <a:xfrm>
            <a:off x="8698200" y="4239901"/>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 name="Google Shape;2308;p108"/>
          <p:cNvSpPr/>
          <p:nvPr/>
        </p:nvSpPr>
        <p:spPr>
          <a:xfrm rot="210338">
            <a:off x="478000" y="3038245"/>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 name="Google Shape;2309;p108"/>
          <p:cNvSpPr/>
          <p:nvPr/>
        </p:nvSpPr>
        <p:spPr>
          <a:xfrm rot="8586811">
            <a:off x="8201025" y="4449835"/>
            <a:ext cx="480614" cy="728845"/>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108"/>
          <p:cNvSpPr txBox="1"/>
          <p:nvPr>
            <p:ph type="title"/>
          </p:nvPr>
        </p:nvSpPr>
        <p:spPr>
          <a:xfrm>
            <a:off x="3042450" y="3538775"/>
            <a:ext cx="30591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2311" name="Google Shape;2311;p108"/>
          <p:cNvSpPr txBox="1"/>
          <p:nvPr>
            <p:ph idx="2" type="title"/>
          </p:nvPr>
        </p:nvSpPr>
        <p:spPr>
          <a:xfrm>
            <a:off x="3930900" y="2708404"/>
            <a:ext cx="1282200" cy="736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5000">
                <a:solidFill>
                  <a:schemeClr val="dk2"/>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2312" name="Google Shape;2312;p108"/>
          <p:cNvSpPr txBox="1"/>
          <p:nvPr>
            <p:ph idx="1" type="subTitle"/>
          </p:nvPr>
        </p:nvSpPr>
        <p:spPr>
          <a:xfrm>
            <a:off x="2441700" y="4128642"/>
            <a:ext cx="4260600" cy="477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313" name="Google Shape;2313;p108"/>
          <p:cNvSpPr/>
          <p:nvPr/>
        </p:nvSpPr>
        <p:spPr>
          <a:xfrm rot="8749359">
            <a:off x="8311272" y="278392"/>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14" name="Google Shape;2314;p108"/>
          <p:cNvGrpSpPr/>
          <p:nvPr/>
        </p:nvGrpSpPr>
        <p:grpSpPr>
          <a:xfrm>
            <a:off x="8597352" y="1552012"/>
            <a:ext cx="315649" cy="349878"/>
            <a:chOff x="4846427" y="-66500"/>
            <a:chExt cx="315649" cy="349878"/>
          </a:xfrm>
        </p:grpSpPr>
        <p:sp>
          <p:nvSpPr>
            <p:cNvPr id="2315" name="Google Shape;2315;p108"/>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108"/>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108"/>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 name="Google Shape;2318;p108"/>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19" name="Google Shape;2319;p108"/>
          <p:cNvSpPr/>
          <p:nvPr/>
        </p:nvSpPr>
        <p:spPr>
          <a:xfrm rot="-1842127">
            <a:off x="-617496" y="-910357"/>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CUSTOM_4_1_1_1">
    <p:bg>
      <p:bgPr>
        <a:solidFill>
          <a:schemeClr val="accent4"/>
        </a:solidFill>
      </p:bgPr>
    </p:bg>
    <p:spTree>
      <p:nvGrpSpPr>
        <p:cNvPr id="2320" name="Shape 2320"/>
        <p:cNvGrpSpPr/>
        <p:nvPr/>
      </p:nvGrpSpPr>
      <p:grpSpPr>
        <a:xfrm>
          <a:off x="0" y="0"/>
          <a:ext cx="0" cy="0"/>
          <a:chOff x="0" y="0"/>
          <a:chExt cx="0" cy="0"/>
        </a:xfrm>
      </p:grpSpPr>
      <p:pic>
        <p:nvPicPr>
          <p:cNvPr id="2321" name="Google Shape;2321;p109"/>
          <p:cNvPicPr preferRelativeResize="0"/>
          <p:nvPr/>
        </p:nvPicPr>
        <p:blipFill rotWithShape="1">
          <a:blip r:embed="rId2">
            <a:alphaModFix amt="17000"/>
          </a:blip>
          <a:srcRect b="0" l="0" r="0" t="0"/>
          <a:stretch/>
        </p:blipFill>
        <p:spPr>
          <a:xfrm>
            <a:off x="0" y="0"/>
            <a:ext cx="9144003" cy="5143501"/>
          </a:xfrm>
          <a:prstGeom prst="rect">
            <a:avLst/>
          </a:prstGeom>
          <a:noFill/>
          <a:ln>
            <a:noFill/>
          </a:ln>
        </p:spPr>
      </p:pic>
      <p:sp>
        <p:nvSpPr>
          <p:cNvPr id="2322" name="Google Shape;2322;p109"/>
          <p:cNvSpPr/>
          <p:nvPr/>
        </p:nvSpPr>
        <p:spPr>
          <a:xfrm flipH="1" rot="-5641596">
            <a:off x="8852427" y="3927828"/>
            <a:ext cx="339869" cy="116956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109"/>
          <p:cNvSpPr/>
          <p:nvPr/>
        </p:nvSpPr>
        <p:spPr>
          <a:xfrm flipH="1" rot="-4974102">
            <a:off x="8718195" y="4385355"/>
            <a:ext cx="373546" cy="1285452"/>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 name="Google Shape;2324;p109"/>
          <p:cNvSpPr/>
          <p:nvPr/>
        </p:nvSpPr>
        <p:spPr>
          <a:xfrm>
            <a:off x="8852275" y="1430476"/>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109"/>
          <p:cNvSpPr/>
          <p:nvPr/>
        </p:nvSpPr>
        <p:spPr>
          <a:xfrm rot="210338">
            <a:off x="478000" y="3038245"/>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109"/>
          <p:cNvSpPr/>
          <p:nvPr/>
        </p:nvSpPr>
        <p:spPr>
          <a:xfrm rot="8586811">
            <a:off x="8782050" y="2050335"/>
            <a:ext cx="480614" cy="728845"/>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109"/>
          <p:cNvSpPr txBox="1"/>
          <p:nvPr>
            <p:ph type="title"/>
          </p:nvPr>
        </p:nvSpPr>
        <p:spPr>
          <a:xfrm>
            <a:off x="2373750" y="2661833"/>
            <a:ext cx="4396500" cy="54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2328" name="Google Shape;2328;p109"/>
          <p:cNvSpPr txBox="1"/>
          <p:nvPr>
            <p:ph idx="2" type="title"/>
          </p:nvPr>
        </p:nvSpPr>
        <p:spPr>
          <a:xfrm>
            <a:off x="3930900" y="1679062"/>
            <a:ext cx="1282200" cy="736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5000">
                <a:solidFill>
                  <a:schemeClr val="dk2"/>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2329" name="Google Shape;2329;p109"/>
          <p:cNvSpPr txBox="1"/>
          <p:nvPr>
            <p:ph idx="1" type="subTitle"/>
          </p:nvPr>
        </p:nvSpPr>
        <p:spPr>
          <a:xfrm>
            <a:off x="2372850" y="3251700"/>
            <a:ext cx="4398300" cy="477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330" name="Google Shape;2330;p109"/>
          <p:cNvSpPr/>
          <p:nvPr/>
        </p:nvSpPr>
        <p:spPr>
          <a:xfrm rot="8749359">
            <a:off x="-406628" y="-321683"/>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31" name="Google Shape;2331;p109"/>
          <p:cNvGrpSpPr/>
          <p:nvPr/>
        </p:nvGrpSpPr>
        <p:grpSpPr>
          <a:xfrm>
            <a:off x="-146598" y="1430463"/>
            <a:ext cx="315649" cy="349878"/>
            <a:chOff x="4846427" y="-66500"/>
            <a:chExt cx="315649" cy="349878"/>
          </a:xfrm>
        </p:grpSpPr>
        <p:sp>
          <p:nvSpPr>
            <p:cNvPr id="2332" name="Google Shape;2332;p109"/>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p109"/>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109"/>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109"/>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36" name="Google Shape;2336;p109"/>
          <p:cNvSpPr/>
          <p:nvPr/>
        </p:nvSpPr>
        <p:spPr>
          <a:xfrm rot="-1842127">
            <a:off x="8187654" y="-548407"/>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109"/>
          <p:cNvSpPr/>
          <p:nvPr/>
        </p:nvSpPr>
        <p:spPr>
          <a:xfrm rot="-1842127">
            <a:off x="-817521" y="4165943"/>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solidFill>
          <a:schemeClr val="accent2"/>
        </a:solidFill>
      </p:bgPr>
    </p:bg>
    <p:spTree>
      <p:nvGrpSpPr>
        <p:cNvPr id="2338" name="Shape 2338"/>
        <p:cNvGrpSpPr/>
        <p:nvPr/>
      </p:nvGrpSpPr>
      <p:grpSpPr>
        <a:xfrm>
          <a:off x="0" y="0"/>
          <a:ext cx="0" cy="0"/>
          <a:chOff x="0" y="0"/>
          <a:chExt cx="0" cy="0"/>
        </a:xfrm>
      </p:grpSpPr>
      <p:sp>
        <p:nvSpPr>
          <p:cNvPr id="2339" name="Google Shape;2339;p110"/>
          <p:cNvSpPr txBox="1"/>
          <p:nvPr>
            <p:ph type="ctrTitle"/>
          </p:nvPr>
        </p:nvSpPr>
        <p:spPr>
          <a:xfrm>
            <a:off x="4661600" y="627175"/>
            <a:ext cx="3755100" cy="10428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5200"/>
              <a:buNone/>
              <a:defRPr sz="6500">
                <a:solidFill>
                  <a:schemeClr val="lt1"/>
                </a:solidFill>
              </a:defRPr>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
        <p:nvSpPr>
          <p:cNvPr id="2340" name="Google Shape;2340;p110"/>
          <p:cNvSpPr txBox="1"/>
          <p:nvPr>
            <p:ph idx="1" type="subTitle"/>
          </p:nvPr>
        </p:nvSpPr>
        <p:spPr>
          <a:xfrm>
            <a:off x="4661600" y="1731250"/>
            <a:ext cx="3755100" cy="9234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341" name="Google Shape;2341;p110"/>
          <p:cNvSpPr txBox="1"/>
          <p:nvPr/>
        </p:nvSpPr>
        <p:spPr>
          <a:xfrm>
            <a:off x="4731275" y="3297050"/>
            <a:ext cx="3674400" cy="8346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rgbClr val="000000"/>
              </a:buClr>
              <a:buSzPts val="1200"/>
              <a:buFont typeface="Arial"/>
              <a:buNone/>
            </a:pPr>
            <a:r>
              <a:rPr b="0" i="0" lang="en" sz="1200" u="none" cap="none" strike="noStrike">
                <a:solidFill>
                  <a:schemeClr val="dk2"/>
                </a:solidFill>
                <a:latin typeface="Lato"/>
                <a:ea typeface="Lato"/>
                <a:cs typeface="Lato"/>
                <a:sym typeface="Lato"/>
              </a:rPr>
              <a:t>CREDITS: This presentation template was created by Slidesgo, and includes icons by Flaticon, and infographics &amp; images by Freepik</a:t>
            </a:r>
            <a:endParaRPr b="0" i="0" sz="1200" u="none" cap="none" strike="noStrike">
              <a:solidFill>
                <a:schemeClr val="dk2"/>
              </a:solidFill>
              <a:latin typeface="Lato"/>
              <a:ea typeface="Lato"/>
              <a:cs typeface="Lato"/>
              <a:sym typeface="Lato"/>
            </a:endParaRPr>
          </a:p>
        </p:txBody>
      </p:sp>
      <p:sp>
        <p:nvSpPr>
          <p:cNvPr id="2342" name="Google Shape;2342;p110"/>
          <p:cNvSpPr/>
          <p:nvPr/>
        </p:nvSpPr>
        <p:spPr>
          <a:xfrm flipH="1" rot="9434923">
            <a:off x="-124062" y="-69001"/>
            <a:ext cx="1420942" cy="104442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110"/>
          <p:cNvSpPr/>
          <p:nvPr/>
        </p:nvSpPr>
        <p:spPr>
          <a:xfrm rot="5211650">
            <a:off x="8385027" y="4217534"/>
            <a:ext cx="373550" cy="1285465"/>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110"/>
          <p:cNvSpPr/>
          <p:nvPr/>
        </p:nvSpPr>
        <p:spPr>
          <a:xfrm>
            <a:off x="-74150" y="769356"/>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110"/>
          <p:cNvSpPr/>
          <p:nvPr/>
        </p:nvSpPr>
        <p:spPr>
          <a:xfrm rot="-466267">
            <a:off x="7124893" y="-285466"/>
            <a:ext cx="1951125" cy="1138104"/>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46" name="Google Shape;2346;p110"/>
          <p:cNvGrpSpPr/>
          <p:nvPr/>
        </p:nvGrpSpPr>
        <p:grpSpPr>
          <a:xfrm rot="-9849415">
            <a:off x="8485764" y="-73594"/>
            <a:ext cx="1270582" cy="1053607"/>
            <a:chOff x="-142022" y="90588"/>
            <a:chExt cx="1270599" cy="1053621"/>
          </a:xfrm>
        </p:grpSpPr>
        <p:sp>
          <p:nvSpPr>
            <p:cNvPr id="2347" name="Google Shape;2347;p110"/>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110"/>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110"/>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110"/>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110"/>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110"/>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110"/>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110"/>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110"/>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110"/>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110"/>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110"/>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110"/>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110"/>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61" name="Google Shape;2361;p110"/>
          <p:cNvSpPr/>
          <p:nvPr/>
        </p:nvSpPr>
        <p:spPr>
          <a:xfrm rot="4290012">
            <a:off x="8385032" y="4477303"/>
            <a:ext cx="373541" cy="1285434"/>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62" name="Google Shape;2362;p110"/>
          <p:cNvGrpSpPr/>
          <p:nvPr/>
        </p:nvGrpSpPr>
        <p:grpSpPr>
          <a:xfrm>
            <a:off x="69402" y="4738963"/>
            <a:ext cx="315649" cy="349878"/>
            <a:chOff x="4846427" y="-66500"/>
            <a:chExt cx="315649" cy="349878"/>
          </a:xfrm>
        </p:grpSpPr>
        <p:sp>
          <p:nvSpPr>
            <p:cNvPr id="2363" name="Google Shape;2363;p110"/>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110"/>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110"/>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110"/>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2">
    <p:spTree>
      <p:nvGrpSpPr>
        <p:cNvPr id="2367" name="Shape 2367"/>
        <p:cNvGrpSpPr/>
        <p:nvPr/>
      </p:nvGrpSpPr>
      <p:grpSpPr>
        <a:xfrm>
          <a:off x="0" y="0"/>
          <a:ext cx="0" cy="0"/>
          <a:chOff x="0" y="0"/>
          <a:chExt cx="0" cy="0"/>
        </a:xfrm>
      </p:grpSpPr>
      <p:grpSp>
        <p:nvGrpSpPr>
          <p:cNvPr id="2368" name="Google Shape;2368;p111"/>
          <p:cNvGrpSpPr/>
          <p:nvPr/>
        </p:nvGrpSpPr>
        <p:grpSpPr>
          <a:xfrm flipH="1">
            <a:off x="-55856" y="4082537"/>
            <a:ext cx="1258993" cy="1313658"/>
            <a:chOff x="8085816" y="1478000"/>
            <a:chExt cx="1383661" cy="1443739"/>
          </a:xfrm>
        </p:grpSpPr>
        <p:sp>
          <p:nvSpPr>
            <p:cNvPr id="2369" name="Google Shape;2369;p111"/>
            <p:cNvSpPr/>
            <p:nvPr/>
          </p:nvSpPr>
          <p:spPr>
            <a:xfrm rot="-964112">
              <a:off x="8231068" y="1832740"/>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111"/>
            <p:cNvSpPr/>
            <p:nvPr/>
          </p:nvSpPr>
          <p:spPr>
            <a:xfrm rot="-964112">
              <a:off x="8496552" y="1684181"/>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111"/>
            <p:cNvSpPr/>
            <p:nvPr/>
          </p:nvSpPr>
          <p:spPr>
            <a:xfrm rot="-964112">
              <a:off x="8826503" y="1584428"/>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111"/>
            <p:cNvSpPr/>
            <p:nvPr/>
          </p:nvSpPr>
          <p:spPr>
            <a:xfrm rot="-964112">
              <a:off x="9084092" y="1490007"/>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73" name="Google Shape;2373;p111"/>
          <p:cNvSpPr/>
          <p:nvPr/>
        </p:nvSpPr>
        <p:spPr>
          <a:xfrm rot="-8317524">
            <a:off x="-49803" y="-151808"/>
            <a:ext cx="828428" cy="12563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111"/>
          <p:cNvSpPr/>
          <p:nvPr/>
        </p:nvSpPr>
        <p:spPr>
          <a:xfrm>
            <a:off x="7483525" y="-407243"/>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75" name="Google Shape;2375;p111"/>
          <p:cNvGrpSpPr/>
          <p:nvPr/>
        </p:nvGrpSpPr>
        <p:grpSpPr>
          <a:xfrm rot="-5400000">
            <a:off x="-26172" y="108496"/>
            <a:ext cx="1270599" cy="1053621"/>
            <a:chOff x="-142022" y="90588"/>
            <a:chExt cx="1270599" cy="1053621"/>
          </a:xfrm>
        </p:grpSpPr>
        <p:sp>
          <p:nvSpPr>
            <p:cNvPr id="2376" name="Google Shape;2376;p111"/>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111"/>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111"/>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111"/>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111"/>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111"/>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111"/>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111"/>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111"/>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111"/>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111"/>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111"/>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111"/>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111"/>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90" name="Google Shape;2390;p111"/>
          <p:cNvSpPr/>
          <p:nvPr/>
        </p:nvSpPr>
        <p:spPr>
          <a:xfrm rot="-1095766">
            <a:off x="319644" y="1388632"/>
            <a:ext cx="315634" cy="341626"/>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91" name="Google Shape;2391;p111"/>
          <p:cNvGrpSpPr/>
          <p:nvPr/>
        </p:nvGrpSpPr>
        <p:grpSpPr>
          <a:xfrm>
            <a:off x="8500258" y="742199"/>
            <a:ext cx="538722" cy="479299"/>
            <a:chOff x="5927388" y="663096"/>
            <a:chExt cx="595931" cy="530198"/>
          </a:xfrm>
        </p:grpSpPr>
        <p:sp>
          <p:nvSpPr>
            <p:cNvPr id="2392" name="Google Shape;2392;p111"/>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111"/>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94" name="Google Shape;2394;p111"/>
          <p:cNvSpPr/>
          <p:nvPr/>
        </p:nvSpPr>
        <p:spPr>
          <a:xfrm>
            <a:off x="137317" y="3866400"/>
            <a:ext cx="454182" cy="479298"/>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111"/>
          <p:cNvSpPr/>
          <p:nvPr/>
        </p:nvSpPr>
        <p:spPr>
          <a:xfrm flipH="1" rot="-5714785">
            <a:off x="8194575" y="4258475"/>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111"/>
          <p:cNvSpPr/>
          <p:nvPr/>
        </p:nvSpPr>
        <p:spPr>
          <a:xfrm flipH="1" rot="-4745172">
            <a:off x="8408408" y="4120426"/>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CUSTOM_12_1_1">
    <p:bg>
      <p:bgPr>
        <a:solidFill>
          <a:schemeClr val="accent2"/>
        </a:solidFill>
      </p:bgPr>
    </p:bg>
    <p:spTree>
      <p:nvGrpSpPr>
        <p:cNvPr id="2397" name="Shape 2397"/>
        <p:cNvGrpSpPr/>
        <p:nvPr/>
      </p:nvGrpSpPr>
      <p:grpSpPr>
        <a:xfrm>
          <a:off x="0" y="0"/>
          <a:ext cx="0" cy="0"/>
          <a:chOff x="0" y="0"/>
          <a:chExt cx="0" cy="0"/>
        </a:xfrm>
      </p:grpSpPr>
      <p:grpSp>
        <p:nvGrpSpPr>
          <p:cNvPr id="2398" name="Google Shape;2398;p112"/>
          <p:cNvGrpSpPr/>
          <p:nvPr/>
        </p:nvGrpSpPr>
        <p:grpSpPr>
          <a:xfrm flipH="1" rot="10800000">
            <a:off x="7785129" y="-407245"/>
            <a:ext cx="1258993" cy="1313658"/>
            <a:chOff x="8085816" y="1478000"/>
            <a:chExt cx="1383661" cy="1443739"/>
          </a:xfrm>
        </p:grpSpPr>
        <p:sp>
          <p:nvSpPr>
            <p:cNvPr id="2399" name="Google Shape;2399;p112"/>
            <p:cNvSpPr/>
            <p:nvPr/>
          </p:nvSpPr>
          <p:spPr>
            <a:xfrm rot="-964112">
              <a:off x="8231068" y="1832740"/>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112"/>
            <p:cNvSpPr/>
            <p:nvPr/>
          </p:nvSpPr>
          <p:spPr>
            <a:xfrm rot="-964112">
              <a:off x="8496552" y="1684181"/>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112"/>
            <p:cNvSpPr/>
            <p:nvPr/>
          </p:nvSpPr>
          <p:spPr>
            <a:xfrm rot="-964112">
              <a:off x="8826503" y="1584428"/>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112"/>
            <p:cNvSpPr/>
            <p:nvPr/>
          </p:nvSpPr>
          <p:spPr>
            <a:xfrm rot="-964112">
              <a:off x="9084092" y="1490007"/>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03" name="Google Shape;2403;p112"/>
          <p:cNvSpPr/>
          <p:nvPr/>
        </p:nvSpPr>
        <p:spPr>
          <a:xfrm rot="2482476">
            <a:off x="8209642" y="3884457"/>
            <a:ext cx="828428" cy="12563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112"/>
          <p:cNvSpPr/>
          <p:nvPr/>
        </p:nvSpPr>
        <p:spPr>
          <a:xfrm rot="10800000">
            <a:off x="-361612" y="3844754"/>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05" name="Google Shape;2405;p112"/>
          <p:cNvGrpSpPr/>
          <p:nvPr/>
        </p:nvGrpSpPr>
        <p:grpSpPr>
          <a:xfrm rot="5400000">
            <a:off x="7743838" y="3826833"/>
            <a:ext cx="1270599" cy="1053621"/>
            <a:chOff x="-142022" y="90588"/>
            <a:chExt cx="1270599" cy="1053621"/>
          </a:xfrm>
        </p:grpSpPr>
        <p:sp>
          <p:nvSpPr>
            <p:cNvPr id="2406" name="Google Shape;2406;p112"/>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112"/>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112"/>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112"/>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112"/>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112"/>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112"/>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112"/>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112"/>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112"/>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112"/>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112"/>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112"/>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112"/>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20" name="Google Shape;2420;p112"/>
          <p:cNvSpPr/>
          <p:nvPr/>
        </p:nvSpPr>
        <p:spPr>
          <a:xfrm rot="9704234">
            <a:off x="8352991" y="3258693"/>
            <a:ext cx="315634" cy="341626"/>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21" name="Google Shape;2421;p112"/>
          <p:cNvGrpSpPr/>
          <p:nvPr/>
        </p:nvGrpSpPr>
        <p:grpSpPr>
          <a:xfrm rot="10800000">
            <a:off x="-50713" y="3767452"/>
            <a:ext cx="538722" cy="479299"/>
            <a:chOff x="5927388" y="663096"/>
            <a:chExt cx="595931" cy="530198"/>
          </a:xfrm>
        </p:grpSpPr>
        <p:sp>
          <p:nvSpPr>
            <p:cNvPr id="2422" name="Google Shape;2422;p112"/>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112"/>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24" name="Google Shape;2424;p112"/>
          <p:cNvSpPr/>
          <p:nvPr/>
        </p:nvSpPr>
        <p:spPr>
          <a:xfrm rot="10800000">
            <a:off x="8396768" y="643252"/>
            <a:ext cx="454182" cy="479298"/>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112"/>
          <p:cNvSpPr/>
          <p:nvPr/>
        </p:nvSpPr>
        <p:spPr>
          <a:xfrm flipH="1" rot="5085215">
            <a:off x="420106" y="-555111"/>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112"/>
          <p:cNvSpPr/>
          <p:nvPr/>
        </p:nvSpPr>
        <p:spPr>
          <a:xfrm flipH="1" rot="6054828">
            <a:off x="269134" y="-182564"/>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39.xml"/><Relationship Id="rId42" Type="http://schemas.openxmlformats.org/officeDocument/2006/relationships/slideLayout" Target="../slideLayouts/slideLayout41.xml"/><Relationship Id="rId41" Type="http://schemas.openxmlformats.org/officeDocument/2006/relationships/slideLayout" Target="../slideLayouts/slideLayout40.xml"/><Relationship Id="rId44" Type="http://schemas.openxmlformats.org/officeDocument/2006/relationships/slideLayout" Target="../slideLayouts/slideLayout43.xml"/><Relationship Id="rId43" Type="http://schemas.openxmlformats.org/officeDocument/2006/relationships/slideLayout" Target="../slideLayouts/slideLayout42.xml"/><Relationship Id="rId46" Type="http://schemas.openxmlformats.org/officeDocument/2006/relationships/slideLayout" Target="../slideLayouts/slideLayout45.xml"/><Relationship Id="rId45" Type="http://schemas.openxmlformats.org/officeDocument/2006/relationships/slideLayout" Target="../slideLayouts/slideLayout44.xml"/><Relationship Id="rId1" Type="http://schemas.openxmlformats.org/officeDocument/2006/relationships/image" Target="../media/image1.pn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48" Type="http://schemas.openxmlformats.org/officeDocument/2006/relationships/slideLayout" Target="../slideLayouts/slideLayout47.xml"/><Relationship Id="rId47" Type="http://schemas.openxmlformats.org/officeDocument/2006/relationships/slideLayout" Target="../slideLayouts/slideLayout46.xml"/><Relationship Id="rId49" Type="http://schemas.openxmlformats.org/officeDocument/2006/relationships/slideLayout" Target="../slideLayouts/slideLayout48.xml"/><Relationship Id="rId5" Type="http://schemas.openxmlformats.org/officeDocument/2006/relationships/slideLayout" Target="../slideLayouts/slideLayout4.xml"/><Relationship Id="rId6" Type="http://schemas.openxmlformats.org/officeDocument/2006/relationships/slideLayout" Target="../slideLayouts/slideLayout5.xml"/><Relationship Id="rId7" Type="http://schemas.openxmlformats.org/officeDocument/2006/relationships/slideLayout" Target="../slideLayouts/slideLayout6.xml"/><Relationship Id="rId8" Type="http://schemas.openxmlformats.org/officeDocument/2006/relationships/slideLayout" Target="../slideLayouts/slideLayout7.xml"/><Relationship Id="rId31" Type="http://schemas.openxmlformats.org/officeDocument/2006/relationships/slideLayout" Target="../slideLayouts/slideLayout30.xml"/><Relationship Id="rId30" Type="http://schemas.openxmlformats.org/officeDocument/2006/relationships/slideLayout" Target="../slideLayouts/slideLayout29.xml"/><Relationship Id="rId33" Type="http://schemas.openxmlformats.org/officeDocument/2006/relationships/slideLayout" Target="../slideLayouts/slideLayout32.xml"/><Relationship Id="rId32" Type="http://schemas.openxmlformats.org/officeDocument/2006/relationships/slideLayout" Target="../slideLayouts/slideLayout31.xml"/><Relationship Id="rId35" Type="http://schemas.openxmlformats.org/officeDocument/2006/relationships/slideLayout" Target="../slideLayouts/slideLayout34.xml"/><Relationship Id="rId34" Type="http://schemas.openxmlformats.org/officeDocument/2006/relationships/slideLayout" Target="../slideLayouts/slideLayout33.xml"/><Relationship Id="rId37" Type="http://schemas.openxmlformats.org/officeDocument/2006/relationships/slideLayout" Target="../slideLayouts/slideLayout36.xml"/><Relationship Id="rId36" Type="http://schemas.openxmlformats.org/officeDocument/2006/relationships/slideLayout" Target="../slideLayouts/slideLayout35.xml"/><Relationship Id="rId39" Type="http://schemas.openxmlformats.org/officeDocument/2006/relationships/slideLayout" Target="../slideLayouts/slideLayout38.xml"/><Relationship Id="rId38" Type="http://schemas.openxmlformats.org/officeDocument/2006/relationships/slideLayout" Target="../slideLayouts/slideLayout37.xml"/><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26" Type="http://schemas.openxmlformats.org/officeDocument/2006/relationships/slideLayout" Target="../slideLayouts/slideLayout25.xml"/><Relationship Id="rId25" Type="http://schemas.openxmlformats.org/officeDocument/2006/relationships/slideLayout" Target="../slideLayouts/slideLayout24.xml"/><Relationship Id="rId28" Type="http://schemas.openxmlformats.org/officeDocument/2006/relationships/slideLayout" Target="../slideLayouts/slideLayout27.xml"/><Relationship Id="rId27" Type="http://schemas.openxmlformats.org/officeDocument/2006/relationships/slideLayout" Target="../slideLayouts/slideLayout26.xml"/><Relationship Id="rId29" Type="http://schemas.openxmlformats.org/officeDocument/2006/relationships/slideLayout" Target="../slideLayouts/slideLayout28.xml"/><Relationship Id="rId51" Type="http://schemas.openxmlformats.org/officeDocument/2006/relationships/slideLayout" Target="../slideLayouts/slideLayout50.xml"/><Relationship Id="rId50" Type="http://schemas.openxmlformats.org/officeDocument/2006/relationships/slideLayout" Target="../slideLayouts/slideLayout49.xml"/><Relationship Id="rId53" Type="http://schemas.openxmlformats.org/officeDocument/2006/relationships/slideLayout" Target="../slideLayouts/slideLayout52.xml"/><Relationship Id="rId52" Type="http://schemas.openxmlformats.org/officeDocument/2006/relationships/slideLayout" Target="../slideLayouts/slideLayout51.xml"/><Relationship Id="rId11" Type="http://schemas.openxmlformats.org/officeDocument/2006/relationships/slideLayout" Target="../slideLayouts/slideLayout10.xml"/><Relationship Id="rId55" Type="http://schemas.openxmlformats.org/officeDocument/2006/relationships/slideLayout" Target="../slideLayouts/slideLayout54.xml"/><Relationship Id="rId10" Type="http://schemas.openxmlformats.org/officeDocument/2006/relationships/slideLayout" Target="../slideLayouts/slideLayout9.xml"/><Relationship Id="rId54" Type="http://schemas.openxmlformats.org/officeDocument/2006/relationships/slideLayout" Target="../slideLayouts/slideLayout53.xml"/><Relationship Id="rId13" Type="http://schemas.openxmlformats.org/officeDocument/2006/relationships/slideLayout" Target="../slideLayouts/slideLayout12.xml"/><Relationship Id="rId57" Type="http://schemas.openxmlformats.org/officeDocument/2006/relationships/theme" Target="../theme/theme1.xml"/><Relationship Id="rId12" Type="http://schemas.openxmlformats.org/officeDocument/2006/relationships/slideLayout" Target="../slideLayouts/slideLayout11.xml"/><Relationship Id="rId56" Type="http://schemas.openxmlformats.org/officeDocument/2006/relationships/slideLayout" Target="../slideLayouts/slideLayout55.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_rels/slideMaster2.xml.rels><?xml version="1.0" encoding="UTF-8" standalone="yes"?><Relationships xmlns="http://schemas.openxmlformats.org/package/2006/relationships"><Relationship Id="rId40" Type="http://schemas.openxmlformats.org/officeDocument/2006/relationships/slideLayout" Target="../slideLayouts/slideLayout94.xml"/><Relationship Id="rId42" Type="http://schemas.openxmlformats.org/officeDocument/2006/relationships/slideLayout" Target="../slideLayouts/slideLayout96.xml"/><Relationship Id="rId41" Type="http://schemas.openxmlformats.org/officeDocument/2006/relationships/slideLayout" Target="../slideLayouts/slideLayout95.xml"/><Relationship Id="rId44" Type="http://schemas.openxmlformats.org/officeDocument/2006/relationships/slideLayout" Target="../slideLayouts/slideLayout98.xml"/><Relationship Id="rId43" Type="http://schemas.openxmlformats.org/officeDocument/2006/relationships/slideLayout" Target="../slideLayouts/slideLayout97.xml"/><Relationship Id="rId46" Type="http://schemas.openxmlformats.org/officeDocument/2006/relationships/slideLayout" Target="../slideLayouts/slideLayout100.xml"/><Relationship Id="rId45" Type="http://schemas.openxmlformats.org/officeDocument/2006/relationships/slideLayout" Target="../slideLayouts/slideLayout99.xml"/><Relationship Id="rId1" Type="http://schemas.openxmlformats.org/officeDocument/2006/relationships/image" Target="../media/image1.png"/><Relationship Id="rId2" Type="http://schemas.openxmlformats.org/officeDocument/2006/relationships/slideLayout" Target="../slideLayouts/slideLayout56.xml"/><Relationship Id="rId3" Type="http://schemas.openxmlformats.org/officeDocument/2006/relationships/slideLayout" Target="../slideLayouts/slideLayout57.xml"/><Relationship Id="rId4" Type="http://schemas.openxmlformats.org/officeDocument/2006/relationships/slideLayout" Target="../slideLayouts/slideLayout58.xml"/><Relationship Id="rId9" Type="http://schemas.openxmlformats.org/officeDocument/2006/relationships/slideLayout" Target="../slideLayouts/slideLayout63.xml"/><Relationship Id="rId48" Type="http://schemas.openxmlformats.org/officeDocument/2006/relationships/slideLayout" Target="../slideLayouts/slideLayout102.xml"/><Relationship Id="rId47" Type="http://schemas.openxmlformats.org/officeDocument/2006/relationships/slideLayout" Target="../slideLayouts/slideLayout101.xml"/><Relationship Id="rId49" Type="http://schemas.openxmlformats.org/officeDocument/2006/relationships/slideLayout" Target="../slideLayouts/slideLayout103.xml"/><Relationship Id="rId5" Type="http://schemas.openxmlformats.org/officeDocument/2006/relationships/slideLayout" Target="../slideLayouts/slideLayout59.xml"/><Relationship Id="rId6" Type="http://schemas.openxmlformats.org/officeDocument/2006/relationships/slideLayout" Target="../slideLayouts/slideLayout60.xml"/><Relationship Id="rId7" Type="http://schemas.openxmlformats.org/officeDocument/2006/relationships/slideLayout" Target="../slideLayouts/slideLayout61.xml"/><Relationship Id="rId8" Type="http://schemas.openxmlformats.org/officeDocument/2006/relationships/slideLayout" Target="../slideLayouts/slideLayout62.xml"/><Relationship Id="rId31" Type="http://schemas.openxmlformats.org/officeDocument/2006/relationships/slideLayout" Target="../slideLayouts/slideLayout85.xml"/><Relationship Id="rId30" Type="http://schemas.openxmlformats.org/officeDocument/2006/relationships/slideLayout" Target="../slideLayouts/slideLayout84.xml"/><Relationship Id="rId33" Type="http://schemas.openxmlformats.org/officeDocument/2006/relationships/slideLayout" Target="../slideLayouts/slideLayout87.xml"/><Relationship Id="rId32" Type="http://schemas.openxmlformats.org/officeDocument/2006/relationships/slideLayout" Target="../slideLayouts/slideLayout86.xml"/><Relationship Id="rId35" Type="http://schemas.openxmlformats.org/officeDocument/2006/relationships/slideLayout" Target="../slideLayouts/slideLayout89.xml"/><Relationship Id="rId34" Type="http://schemas.openxmlformats.org/officeDocument/2006/relationships/slideLayout" Target="../slideLayouts/slideLayout88.xml"/><Relationship Id="rId37" Type="http://schemas.openxmlformats.org/officeDocument/2006/relationships/slideLayout" Target="../slideLayouts/slideLayout91.xml"/><Relationship Id="rId36" Type="http://schemas.openxmlformats.org/officeDocument/2006/relationships/slideLayout" Target="../slideLayouts/slideLayout90.xml"/><Relationship Id="rId39" Type="http://schemas.openxmlformats.org/officeDocument/2006/relationships/slideLayout" Target="../slideLayouts/slideLayout93.xml"/><Relationship Id="rId38" Type="http://schemas.openxmlformats.org/officeDocument/2006/relationships/slideLayout" Target="../slideLayouts/slideLayout92.xml"/><Relationship Id="rId20" Type="http://schemas.openxmlformats.org/officeDocument/2006/relationships/slideLayout" Target="../slideLayouts/slideLayout74.xml"/><Relationship Id="rId22" Type="http://schemas.openxmlformats.org/officeDocument/2006/relationships/slideLayout" Target="../slideLayouts/slideLayout76.xml"/><Relationship Id="rId21" Type="http://schemas.openxmlformats.org/officeDocument/2006/relationships/slideLayout" Target="../slideLayouts/slideLayout75.xml"/><Relationship Id="rId24" Type="http://schemas.openxmlformats.org/officeDocument/2006/relationships/slideLayout" Target="../slideLayouts/slideLayout78.xml"/><Relationship Id="rId23" Type="http://schemas.openxmlformats.org/officeDocument/2006/relationships/slideLayout" Target="../slideLayouts/slideLayout77.xml"/><Relationship Id="rId26" Type="http://schemas.openxmlformats.org/officeDocument/2006/relationships/slideLayout" Target="../slideLayouts/slideLayout80.xml"/><Relationship Id="rId25" Type="http://schemas.openxmlformats.org/officeDocument/2006/relationships/slideLayout" Target="../slideLayouts/slideLayout79.xml"/><Relationship Id="rId28" Type="http://schemas.openxmlformats.org/officeDocument/2006/relationships/slideLayout" Target="../slideLayouts/slideLayout82.xml"/><Relationship Id="rId27" Type="http://schemas.openxmlformats.org/officeDocument/2006/relationships/slideLayout" Target="../slideLayouts/slideLayout81.xml"/><Relationship Id="rId29" Type="http://schemas.openxmlformats.org/officeDocument/2006/relationships/slideLayout" Target="../slideLayouts/slideLayout83.xml"/><Relationship Id="rId51" Type="http://schemas.openxmlformats.org/officeDocument/2006/relationships/slideLayout" Target="../slideLayouts/slideLayout105.xml"/><Relationship Id="rId50" Type="http://schemas.openxmlformats.org/officeDocument/2006/relationships/slideLayout" Target="../slideLayouts/slideLayout104.xml"/><Relationship Id="rId53" Type="http://schemas.openxmlformats.org/officeDocument/2006/relationships/slideLayout" Target="../slideLayouts/slideLayout107.xml"/><Relationship Id="rId52" Type="http://schemas.openxmlformats.org/officeDocument/2006/relationships/slideLayout" Target="../slideLayouts/slideLayout106.xml"/><Relationship Id="rId11" Type="http://schemas.openxmlformats.org/officeDocument/2006/relationships/slideLayout" Target="../slideLayouts/slideLayout65.xml"/><Relationship Id="rId55" Type="http://schemas.openxmlformats.org/officeDocument/2006/relationships/slideLayout" Target="../slideLayouts/slideLayout109.xml"/><Relationship Id="rId10" Type="http://schemas.openxmlformats.org/officeDocument/2006/relationships/slideLayout" Target="../slideLayouts/slideLayout64.xml"/><Relationship Id="rId54" Type="http://schemas.openxmlformats.org/officeDocument/2006/relationships/slideLayout" Target="../slideLayouts/slideLayout108.xml"/><Relationship Id="rId13" Type="http://schemas.openxmlformats.org/officeDocument/2006/relationships/slideLayout" Target="../slideLayouts/slideLayout67.xml"/><Relationship Id="rId57" Type="http://schemas.openxmlformats.org/officeDocument/2006/relationships/theme" Target="../theme/theme2.xml"/><Relationship Id="rId12" Type="http://schemas.openxmlformats.org/officeDocument/2006/relationships/slideLayout" Target="../slideLayouts/slideLayout66.xml"/><Relationship Id="rId56" Type="http://schemas.openxmlformats.org/officeDocument/2006/relationships/slideLayout" Target="../slideLayouts/slideLayout110.xml"/><Relationship Id="rId15" Type="http://schemas.openxmlformats.org/officeDocument/2006/relationships/slideLayout" Target="../slideLayouts/slideLayout69.xml"/><Relationship Id="rId14" Type="http://schemas.openxmlformats.org/officeDocument/2006/relationships/slideLayout" Target="../slideLayouts/slideLayout68.xml"/><Relationship Id="rId17" Type="http://schemas.openxmlformats.org/officeDocument/2006/relationships/slideLayout" Target="../slideLayouts/slideLayout71.xml"/><Relationship Id="rId16" Type="http://schemas.openxmlformats.org/officeDocument/2006/relationships/slideLayout" Target="../slideLayouts/slideLayout70.xml"/><Relationship Id="rId19" Type="http://schemas.openxmlformats.org/officeDocument/2006/relationships/slideLayout" Target="../slideLayouts/slideLayout73.xml"/><Relationship Id="rId18" Type="http://schemas.openxmlformats.org/officeDocument/2006/relationships/slideLayout" Target="../slideLayouts/slideLayout7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pic>
        <p:nvPicPr>
          <p:cNvPr id="6" name="Google Shape;6;p1"/>
          <p:cNvPicPr preferRelativeResize="0"/>
          <p:nvPr/>
        </p:nvPicPr>
        <p:blipFill rotWithShape="1">
          <a:blip r:embed="rId1">
            <a:alphaModFix/>
          </a:blip>
          <a:srcRect b="0" l="0" r="0" t="0"/>
          <a:stretch/>
        </p:blipFill>
        <p:spPr>
          <a:xfrm>
            <a:off x="0" y="0"/>
            <a:ext cx="9144003" cy="5143501"/>
          </a:xfrm>
          <a:prstGeom prst="rect">
            <a:avLst/>
          </a:prstGeom>
          <a:noFill/>
          <a:ln>
            <a:noFill/>
          </a:ln>
        </p:spPr>
      </p:pic>
      <p:sp>
        <p:nvSpPr>
          <p:cNvPr id="7" name="Google Shape;7;p1"/>
          <p:cNvSpPr txBox="1"/>
          <p:nvPr>
            <p:ph type="title"/>
          </p:nvPr>
        </p:nvSpPr>
        <p:spPr>
          <a:xfrm>
            <a:off x="727350" y="539850"/>
            <a:ext cx="7689300" cy="4629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1pPr>
            <a:lvl2pPr lvl="1"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2pPr>
            <a:lvl3pPr lvl="2"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3pPr>
            <a:lvl4pPr lvl="3"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4pPr>
            <a:lvl5pPr lvl="4"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5pPr>
            <a:lvl6pPr lvl="5"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6pPr>
            <a:lvl7pPr lvl="6"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7pPr>
            <a:lvl8pPr lvl="7"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8pPr>
            <a:lvl9pPr lvl="8"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9pPr>
          </a:lstStyle>
          <a:p/>
        </p:txBody>
      </p:sp>
      <p:sp>
        <p:nvSpPr>
          <p:cNvPr id="8" name="Google Shape;8;p1"/>
          <p:cNvSpPr txBox="1"/>
          <p:nvPr>
            <p:ph idx="1" type="body"/>
          </p:nvPr>
        </p:nvSpPr>
        <p:spPr>
          <a:xfrm>
            <a:off x="727300" y="1440276"/>
            <a:ext cx="7689300" cy="3163500"/>
          </a:xfrm>
          <a:prstGeom prst="rect">
            <a:avLst/>
          </a:prstGeom>
          <a:noFill/>
          <a:ln>
            <a:noFill/>
          </a:ln>
        </p:spPr>
        <p:txBody>
          <a:bodyPr anchorCtr="0" anchor="ctr" bIns="91425" lIns="91425" spcFirstLastPara="1" rIns="91425" wrap="square" tIns="91425">
            <a:noAutofit/>
          </a:bodyPr>
          <a:lstStyle>
            <a:lvl1pPr indent="-317500" lvl="0" marL="457200">
              <a:lnSpc>
                <a:spcPct val="100000"/>
              </a:lnSpc>
              <a:spcBef>
                <a:spcPts val="0"/>
              </a:spcBef>
              <a:spcAft>
                <a:spcPts val="0"/>
              </a:spcAft>
              <a:buClr>
                <a:schemeClr val="dk2"/>
              </a:buClr>
              <a:buSzPts val="1400"/>
              <a:buFont typeface="Lato"/>
              <a:buChar char="●"/>
              <a:defRPr>
                <a:solidFill>
                  <a:schemeClr val="dk2"/>
                </a:solidFill>
                <a:latin typeface="Lato"/>
                <a:ea typeface="Lato"/>
                <a:cs typeface="Lato"/>
                <a:sym typeface="Lato"/>
              </a:defRPr>
            </a:lvl1pPr>
            <a:lvl2pPr indent="-317500" lvl="1" marL="9144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2pPr>
            <a:lvl3pPr indent="-317500" lvl="2" marL="13716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3pPr>
            <a:lvl4pPr indent="-317500" lvl="3" marL="18288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4pPr>
            <a:lvl5pPr indent="-317500" lvl="4" marL="22860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5pPr>
            <a:lvl6pPr indent="-317500" lvl="5" marL="27432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6pPr>
            <a:lvl7pPr indent="-317500" lvl="6" marL="32004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7pPr>
            <a:lvl8pPr indent="-317500" lvl="7" marL="36576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8pPr>
            <a:lvl9pPr indent="-317500" lvl="8" marL="4114800">
              <a:lnSpc>
                <a:spcPct val="100000"/>
              </a:lnSpc>
              <a:spcBef>
                <a:spcPts val="1600"/>
              </a:spcBef>
              <a:spcAft>
                <a:spcPts val="1600"/>
              </a:spcAft>
              <a:buClr>
                <a:schemeClr val="dk2"/>
              </a:buClr>
              <a:buSzPts val="1400"/>
              <a:buFont typeface="Lato"/>
              <a:buChar char="■"/>
              <a:defRPr>
                <a:solidFill>
                  <a:schemeClr val="dk2"/>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 id="2147483671" r:id="rId25"/>
    <p:sldLayoutId id="2147483672" r:id="rId26"/>
    <p:sldLayoutId id="2147483673" r:id="rId27"/>
    <p:sldLayoutId id="2147483674" r:id="rId28"/>
    <p:sldLayoutId id="2147483675" r:id="rId29"/>
    <p:sldLayoutId id="2147483676" r:id="rId30"/>
    <p:sldLayoutId id="2147483677" r:id="rId31"/>
    <p:sldLayoutId id="2147483678" r:id="rId32"/>
    <p:sldLayoutId id="2147483679" r:id="rId33"/>
    <p:sldLayoutId id="2147483680" r:id="rId34"/>
    <p:sldLayoutId id="2147483681" r:id="rId35"/>
    <p:sldLayoutId id="2147483682" r:id="rId36"/>
    <p:sldLayoutId id="2147483683" r:id="rId37"/>
    <p:sldLayoutId id="2147483684" r:id="rId38"/>
    <p:sldLayoutId id="2147483685" r:id="rId39"/>
    <p:sldLayoutId id="2147483686" r:id="rId40"/>
    <p:sldLayoutId id="2147483687" r:id="rId41"/>
    <p:sldLayoutId id="2147483688" r:id="rId42"/>
    <p:sldLayoutId id="2147483689" r:id="rId43"/>
    <p:sldLayoutId id="2147483690" r:id="rId44"/>
    <p:sldLayoutId id="2147483691" r:id="rId45"/>
    <p:sldLayoutId id="2147483692" r:id="rId46"/>
    <p:sldLayoutId id="2147483693" r:id="rId47"/>
    <p:sldLayoutId id="2147483694" r:id="rId48"/>
    <p:sldLayoutId id="2147483695" r:id="rId49"/>
    <p:sldLayoutId id="2147483696" r:id="rId50"/>
    <p:sldLayoutId id="2147483697" r:id="rId51"/>
    <p:sldLayoutId id="2147483698" r:id="rId52"/>
    <p:sldLayoutId id="2147483699" r:id="rId53"/>
    <p:sldLayoutId id="2147483700" r:id="rId54"/>
    <p:sldLayoutId id="2147483701" r:id="rId55"/>
    <p:sldLayoutId id="2147483702" r:id="rId5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216" name="Shape 1216"/>
        <p:cNvGrpSpPr/>
        <p:nvPr/>
      </p:nvGrpSpPr>
      <p:grpSpPr>
        <a:xfrm>
          <a:off x="0" y="0"/>
          <a:ext cx="0" cy="0"/>
          <a:chOff x="0" y="0"/>
          <a:chExt cx="0" cy="0"/>
        </a:xfrm>
      </p:grpSpPr>
      <p:pic>
        <p:nvPicPr>
          <p:cNvPr id="1217" name="Google Shape;1217;p57"/>
          <p:cNvPicPr preferRelativeResize="0"/>
          <p:nvPr/>
        </p:nvPicPr>
        <p:blipFill rotWithShape="1">
          <a:blip r:embed="rId1">
            <a:alphaModFix/>
          </a:blip>
          <a:srcRect b="0" l="0" r="0" t="0"/>
          <a:stretch/>
        </p:blipFill>
        <p:spPr>
          <a:xfrm>
            <a:off x="0" y="0"/>
            <a:ext cx="9144003" cy="5143501"/>
          </a:xfrm>
          <a:prstGeom prst="rect">
            <a:avLst/>
          </a:prstGeom>
          <a:noFill/>
          <a:ln>
            <a:noFill/>
          </a:ln>
        </p:spPr>
      </p:pic>
      <p:sp>
        <p:nvSpPr>
          <p:cNvPr id="1218" name="Google Shape;1218;p57"/>
          <p:cNvSpPr txBox="1"/>
          <p:nvPr>
            <p:ph type="title"/>
          </p:nvPr>
        </p:nvSpPr>
        <p:spPr>
          <a:xfrm>
            <a:off x="727350" y="539850"/>
            <a:ext cx="7689300" cy="462900"/>
          </a:xfrm>
          <a:prstGeom prst="rect">
            <a:avLst/>
          </a:prstGeom>
          <a:noFill/>
          <a:ln>
            <a:noFill/>
          </a:ln>
        </p:spPr>
        <p:txBody>
          <a:bodyPr anchorCtr="0" anchor="ctr" bIns="91425" lIns="91425" spcFirstLastPara="1" rIns="91425" wrap="square" tIns="91425">
            <a:noAutofit/>
          </a:bodyPr>
          <a:lstStyle>
            <a:lvl1pPr lvl="0" marR="0" algn="l">
              <a:lnSpc>
                <a:spcPct val="100000"/>
              </a:lnSpc>
              <a:spcBef>
                <a:spcPts val="0"/>
              </a:spcBef>
              <a:spcAft>
                <a:spcPts val="0"/>
              </a:spcAft>
              <a:buClr>
                <a:schemeClr val="dk1"/>
              </a:buClr>
              <a:buSzPts val="2500"/>
              <a:buFont typeface="Poppins"/>
              <a:buNone/>
              <a:defRPr b="1" i="0" sz="2500" u="none" cap="none" strike="noStrike">
                <a:solidFill>
                  <a:schemeClr val="dk1"/>
                </a:solidFill>
                <a:latin typeface="Poppins"/>
                <a:ea typeface="Poppins"/>
                <a:cs typeface="Poppins"/>
                <a:sym typeface="Poppins"/>
              </a:defRPr>
            </a:lvl1pPr>
            <a:lvl2pPr lvl="1" marR="0" algn="l">
              <a:lnSpc>
                <a:spcPct val="100000"/>
              </a:lnSpc>
              <a:spcBef>
                <a:spcPts val="0"/>
              </a:spcBef>
              <a:spcAft>
                <a:spcPts val="0"/>
              </a:spcAft>
              <a:buClr>
                <a:schemeClr val="dk1"/>
              </a:buClr>
              <a:buSzPts val="2500"/>
              <a:buFont typeface="Poppins"/>
              <a:buNone/>
              <a:defRPr b="1" i="0" sz="2500" u="none" cap="none" strike="noStrike">
                <a:solidFill>
                  <a:schemeClr val="dk1"/>
                </a:solidFill>
                <a:latin typeface="Poppins"/>
                <a:ea typeface="Poppins"/>
                <a:cs typeface="Poppins"/>
                <a:sym typeface="Poppins"/>
              </a:defRPr>
            </a:lvl2pPr>
            <a:lvl3pPr lvl="2" marR="0" algn="l">
              <a:lnSpc>
                <a:spcPct val="100000"/>
              </a:lnSpc>
              <a:spcBef>
                <a:spcPts val="0"/>
              </a:spcBef>
              <a:spcAft>
                <a:spcPts val="0"/>
              </a:spcAft>
              <a:buClr>
                <a:schemeClr val="dk1"/>
              </a:buClr>
              <a:buSzPts val="2500"/>
              <a:buFont typeface="Poppins"/>
              <a:buNone/>
              <a:defRPr b="1" i="0" sz="2500" u="none" cap="none" strike="noStrike">
                <a:solidFill>
                  <a:schemeClr val="dk1"/>
                </a:solidFill>
                <a:latin typeface="Poppins"/>
                <a:ea typeface="Poppins"/>
                <a:cs typeface="Poppins"/>
                <a:sym typeface="Poppins"/>
              </a:defRPr>
            </a:lvl3pPr>
            <a:lvl4pPr lvl="3" marR="0" algn="l">
              <a:lnSpc>
                <a:spcPct val="100000"/>
              </a:lnSpc>
              <a:spcBef>
                <a:spcPts val="0"/>
              </a:spcBef>
              <a:spcAft>
                <a:spcPts val="0"/>
              </a:spcAft>
              <a:buClr>
                <a:schemeClr val="dk1"/>
              </a:buClr>
              <a:buSzPts val="2500"/>
              <a:buFont typeface="Poppins"/>
              <a:buNone/>
              <a:defRPr b="1" i="0" sz="2500" u="none" cap="none" strike="noStrike">
                <a:solidFill>
                  <a:schemeClr val="dk1"/>
                </a:solidFill>
                <a:latin typeface="Poppins"/>
                <a:ea typeface="Poppins"/>
                <a:cs typeface="Poppins"/>
                <a:sym typeface="Poppins"/>
              </a:defRPr>
            </a:lvl4pPr>
            <a:lvl5pPr lvl="4" marR="0" algn="l">
              <a:lnSpc>
                <a:spcPct val="100000"/>
              </a:lnSpc>
              <a:spcBef>
                <a:spcPts val="0"/>
              </a:spcBef>
              <a:spcAft>
                <a:spcPts val="0"/>
              </a:spcAft>
              <a:buClr>
                <a:schemeClr val="dk1"/>
              </a:buClr>
              <a:buSzPts val="2500"/>
              <a:buFont typeface="Poppins"/>
              <a:buNone/>
              <a:defRPr b="1" i="0" sz="2500" u="none" cap="none" strike="noStrike">
                <a:solidFill>
                  <a:schemeClr val="dk1"/>
                </a:solidFill>
                <a:latin typeface="Poppins"/>
                <a:ea typeface="Poppins"/>
                <a:cs typeface="Poppins"/>
                <a:sym typeface="Poppins"/>
              </a:defRPr>
            </a:lvl5pPr>
            <a:lvl6pPr lvl="5" marR="0" algn="l">
              <a:lnSpc>
                <a:spcPct val="100000"/>
              </a:lnSpc>
              <a:spcBef>
                <a:spcPts val="0"/>
              </a:spcBef>
              <a:spcAft>
                <a:spcPts val="0"/>
              </a:spcAft>
              <a:buClr>
                <a:schemeClr val="dk1"/>
              </a:buClr>
              <a:buSzPts val="2500"/>
              <a:buFont typeface="Poppins"/>
              <a:buNone/>
              <a:defRPr b="1" i="0" sz="2500" u="none" cap="none" strike="noStrike">
                <a:solidFill>
                  <a:schemeClr val="dk1"/>
                </a:solidFill>
                <a:latin typeface="Poppins"/>
                <a:ea typeface="Poppins"/>
                <a:cs typeface="Poppins"/>
                <a:sym typeface="Poppins"/>
              </a:defRPr>
            </a:lvl6pPr>
            <a:lvl7pPr lvl="6" marR="0" algn="l">
              <a:lnSpc>
                <a:spcPct val="100000"/>
              </a:lnSpc>
              <a:spcBef>
                <a:spcPts val="0"/>
              </a:spcBef>
              <a:spcAft>
                <a:spcPts val="0"/>
              </a:spcAft>
              <a:buClr>
                <a:schemeClr val="dk1"/>
              </a:buClr>
              <a:buSzPts val="2500"/>
              <a:buFont typeface="Poppins"/>
              <a:buNone/>
              <a:defRPr b="1" i="0" sz="2500" u="none" cap="none" strike="noStrike">
                <a:solidFill>
                  <a:schemeClr val="dk1"/>
                </a:solidFill>
                <a:latin typeface="Poppins"/>
                <a:ea typeface="Poppins"/>
                <a:cs typeface="Poppins"/>
                <a:sym typeface="Poppins"/>
              </a:defRPr>
            </a:lvl7pPr>
            <a:lvl8pPr lvl="7" marR="0" algn="l">
              <a:lnSpc>
                <a:spcPct val="100000"/>
              </a:lnSpc>
              <a:spcBef>
                <a:spcPts val="0"/>
              </a:spcBef>
              <a:spcAft>
                <a:spcPts val="0"/>
              </a:spcAft>
              <a:buClr>
                <a:schemeClr val="dk1"/>
              </a:buClr>
              <a:buSzPts val="2500"/>
              <a:buFont typeface="Poppins"/>
              <a:buNone/>
              <a:defRPr b="1" i="0" sz="2500" u="none" cap="none" strike="noStrike">
                <a:solidFill>
                  <a:schemeClr val="dk1"/>
                </a:solidFill>
                <a:latin typeface="Poppins"/>
                <a:ea typeface="Poppins"/>
                <a:cs typeface="Poppins"/>
                <a:sym typeface="Poppins"/>
              </a:defRPr>
            </a:lvl8pPr>
            <a:lvl9pPr lvl="8" marR="0" algn="l">
              <a:lnSpc>
                <a:spcPct val="100000"/>
              </a:lnSpc>
              <a:spcBef>
                <a:spcPts val="0"/>
              </a:spcBef>
              <a:spcAft>
                <a:spcPts val="0"/>
              </a:spcAft>
              <a:buClr>
                <a:schemeClr val="dk1"/>
              </a:buClr>
              <a:buSzPts val="2500"/>
              <a:buFont typeface="Poppins"/>
              <a:buNone/>
              <a:defRPr b="1" i="0" sz="2500" u="none" cap="none" strike="noStrike">
                <a:solidFill>
                  <a:schemeClr val="dk1"/>
                </a:solidFill>
                <a:latin typeface="Poppins"/>
                <a:ea typeface="Poppins"/>
                <a:cs typeface="Poppins"/>
                <a:sym typeface="Poppins"/>
              </a:defRPr>
            </a:lvl9pPr>
          </a:lstStyle>
          <a:p/>
        </p:txBody>
      </p:sp>
      <p:sp>
        <p:nvSpPr>
          <p:cNvPr id="1219" name="Google Shape;1219;p57"/>
          <p:cNvSpPr txBox="1"/>
          <p:nvPr>
            <p:ph idx="1" type="body"/>
          </p:nvPr>
        </p:nvSpPr>
        <p:spPr>
          <a:xfrm>
            <a:off x="727300" y="1440276"/>
            <a:ext cx="7689300" cy="3163500"/>
          </a:xfrm>
          <a:prstGeom prst="rect">
            <a:avLst/>
          </a:prstGeom>
          <a:noFill/>
          <a:ln>
            <a:noFill/>
          </a:ln>
        </p:spPr>
        <p:txBody>
          <a:bodyPr anchorCtr="0" anchor="ctr" bIns="91425" lIns="91425" spcFirstLastPara="1" rIns="91425" wrap="square" tIns="91425">
            <a:noAutofit/>
          </a:bodyPr>
          <a:lstStyle>
            <a:lvl1pPr indent="-317500" lvl="0" marL="457200" marR="0" algn="l">
              <a:lnSpc>
                <a:spcPct val="100000"/>
              </a:lnSpc>
              <a:spcBef>
                <a:spcPts val="0"/>
              </a:spcBef>
              <a:spcAft>
                <a:spcPts val="0"/>
              </a:spcAft>
              <a:buClr>
                <a:schemeClr val="dk2"/>
              </a:buClr>
              <a:buSzPts val="1400"/>
              <a:buFont typeface="Lato"/>
              <a:buChar char="●"/>
              <a:defRPr b="0" i="0" sz="1400" u="none" cap="none" strike="noStrike">
                <a:solidFill>
                  <a:schemeClr val="dk2"/>
                </a:solidFill>
                <a:latin typeface="Lato"/>
                <a:ea typeface="Lato"/>
                <a:cs typeface="Lato"/>
                <a:sym typeface="Lato"/>
              </a:defRPr>
            </a:lvl1pPr>
            <a:lvl2pPr indent="-317500" lvl="1" marL="914400" marR="0" algn="l">
              <a:lnSpc>
                <a:spcPct val="100000"/>
              </a:lnSpc>
              <a:spcBef>
                <a:spcPts val="1600"/>
              </a:spcBef>
              <a:spcAft>
                <a:spcPts val="0"/>
              </a:spcAft>
              <a:buClr>
                <a:schemeClr val="dk2"/>
              </a:buClr>
              <a:buSzPts val="1400"/>
              <a:buFont typeface="Lato"/>
              <a:buChar char="○"/>
              <a:defRPr b="0" i="0" sz="1400" u="none" cap="none" strike="noStrike">
                <a:solidFill>
                  <a:schemeClr val="dk2"/>
                </a:solidFill>
                <a:latin typeface="Lato"/>
                <a:ea typeface="Lato"/>
                <a:cs typeface="Lato"/>
                <a:sym typeface="Lato"/>
              </a:defRPr>
            </a:lvl2pPr>
            <a:lvl3pPr indent="-317500" lvl="2" marL="1371600" marR="0" algn="l">
              <a:lnSpc>
                <a:spcPct val="100000"/>
              </a:lnSpc>
              <a:spcBef>
                <a:spcPts val="1600"/>
              </a:spcBef>
              <a:spcAft>
                <a:spcPts val="0"/>
              </a:spcAft>
              <a:buClr>
                <a:schemeClr val="dk2"/>
              </a:buClr>
              <a:buSzPts val="1400"/>
              <a:buFont typeface="Lato"/>
              <a:buChar char="■"/>
              <a:defRPr b="0" i="0" sz="1400" u="none" cap="none" strike="noStrike">
                <a:solidFill>
                  <a:schemeClr val="dk2"/>
                </a:solidFill>
                <a:latin typeface="Lato"/>
                <a:ea typeface="Lato"/>
                <a:cs typeface="Lato"/>
                <a:sym typeface="Lato"/>
              </a:defRPr>
            </a:lvl3pPr>
            <a:lvl4pPr indent="-317500" lvl="3" marL="1828800" marR="0" algn="l">
              <a:lnSpc>
                <a:spcPct val="100000"/>
              </a:lnSpc>
              <a:spcBef>
                <a:spcPts val="1600"/>
              </a:spcBef>
              <a:spcAft>
                <a:spcPts val="0"/>
              </a:spcAft>
              <a:buClr>
                <a:schemeClr val="dk2"/>
              </a:buClr>
              <a:buSzPts val="1400"/>
              <a:buFont typeface="Lato"/>
              <a:buChar char="●"/>
              <a:defRPr b="0" i="0" sz="1400" u="none" cap="none" strike="noStrike">
                <a:solidFill>
                  <a:schemeClr val="dk2"/>
                </a:solidFill>
                <a:latin typeface="Lato"/>
                <a:ea typeface="Lato"/>
                <a:cs typeface="Lato"/>
                <a:sym typeface="Lato"/>
              </a:defRPr>
            </a:lvl4pPr>
            <a:lvl5pPr indent="-317500" lvl="4" marL="2286000" marR="0" algn="l">
              <a:lnSpc>
                <a:spcPct val="100000"/>
              </a:lnSpc>
              <a:spcBef>
                <a:spcPts val="1600"/>
              </a:spcBef>
              <a:spcAft>
                <a:spcPts val="0"/>
              </a:spcAft>
              <a:buClr>
                <a:schemeClr val="dk2"/>
              </a:buClr>
              <a:buSzPts val="1400"/>
              <a:buFont typeface="Lato"/>
              <a:buChar char="○"/>
              <a:defRPr b="0" i="0" sz="1400" u="none" cap="none" strike="noStrike">
                <a:solidFill>
                  <a:schemeClr val="dk2"/>
                </a:solidFill>
                <a:latin typeface="Lato"/>
                <a:ea typeface="Lato"/>
                <a:cs typeface="Lato"/>
                <a:sym typeface="Lato"/>
              </a:defRPr>
            </a:lvl5pPr>
            <a:lvl6pPr indent="-317500" lvl="5" marL="2743200" marR="0" algn="l">
              <a:lnSpc>
                <a:spcPct val="100000"/>
              </a:lnSpc>
              <a:spcBef>
                <a:spcPts val="1600"/>
              </a:spcBef>
              <a:spcAft>
                <a:spcPts val="0"/>
              </a:spcAft>
              <a:buClr>
                <a:schemeClr val="dk2"/>
              </a:buClr>
              <a:buSzPts val="1400"/>
              <a:buFont typeface="Lato"/>
              <a:buChar char="■"/>
              <a:defRPr b="0" i="0" sz="1400" u="none" cap="none" strike="noStrike">
                <a:solidFill>
                  <a:schemeClr val="dk2"/>
                </a:solidFill>
                <a:latin typeface="Lato"/>
                <a:ea typeface="Lato"/>
                <a:cs typeface="Lato"/>
                <a:sym typeface="Lato"/>
              </a:defRPr>
            </a:lvl6pPr>
            <a:lvl7pPr indent="-317500" lvl="6" marL="3200400" marR="0" algn="l">
              <a:lnSpc>
                <a:spcPct val="100000"/>
              </a:lnSpc>
              <a:spcBef>
                <a:spcPts val="1600"/>
              </a:spcBef>
              <a:spcAft>
                <a:spcPts val="0"/>
              </a:spcAft>
              <a:buClr>
                <a:schemeClr val="dk2"/>
              </a:buClr>
              <a:buSzPts val="1400"/>
              <a:buFont typeface="Lato"/>
              <a:buChar char="●"/>
              <a:defRPr b="0" i="0" sz="1400" u="none" cap="none" strike="noStrike">
                <a:solidFill>
                  <a:schemeClr val="dk2"/>
                </a:solidFill>
                <a:latin typeface="Lato"/>
                <a:ea typeface="Lato"/>
                <a:cs typeface="Lato"/>
                <a:sym typeface="Lato"/>
              </a:defRPr>
            </a:lvl7pPr>
            <a:lvl8pPr indent="-317500" lvl="7" marL="3657600" marR="0" algn="l">
              <a:lnSpc>
                <a:spcPct val="100000"/>
              </a:lnSpc>
              <a:spcBef>
                <a:spcPts val="1600"/>
              </a:spcBef>
              <a:spcAft>
                <a:spcPts val="0"/>
              </a:spcAft>
              <a:buClr>
                <a:schemeClr val="dk2"/>
              </a:buClr>
              <a:buSzPts val="1400"/>
              <a:buFont typeface="Lato"/>
              <a:buChar char="○"/>
              <a:defRPr b="0" i="0" sz="1400" u="none" cap="none" strike="noStrike">
                <a:solidFill>
                  <a:schemeClr val="dk2"/>
                </a:solidFill>
                <a:latin typeface="Lato"/>
                <a:ea typeface="Lato"/>
                <a:cs typeface="Lato"/>
                <a:sym typeface="Lato"/>
              </a:defRPr>
            </a:lvl8pPr>
            <a:lvl9pPr indent="-317500" lvl="8" marL="4114800" marR="0" algn="l">
              <a:lnSpc>
                <a:spcPct val="100000"/>
              </a:lnSpc>
              <a:spcBef>
                <a:spcPts val="1600"/>
              </a:spcBef>
              <a:spcAft>
                <a:spcPts val="1600"/>
              </a:spcAft>
              <a:buClr>
                <a:schemeClr val="dk2"/>
              </a:buClr>
              <a:buSzPts val="1400"/>
              <a:buFont typeface="Lato"/>
              <a:buChar char="■"/>
              <a:defRPr b="0" i="0" sz="1400" u="none" cap="none" strike="noStrike">
                <a:solidFill>
                  <a:schemeClr val="dk2"/>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703" r:id="rId2"/>
    <p:sldLayoutId id="2147483704" r:id="rId3"/>
    <p:sldLayoutId id="2147483705" r:id="rId4"/>
    <p:sldLayoutId id="2147483706" r:id="rId5"/>
    <p:sldLayoutId id="2147483707" r:id="rId6"/>
    <p:sldLayoutId id="2147483708" r:id="rId7"/>
    <p:sldLayoutId id="2147483709" r:id="rId8"/>
    <p:sldLayoutId id="2147483710" r:id="rId9"/>
    <p:sldLayoutId id="2147483711" r:id="rId10"/>
    <p:sldLayoutId id="2147483712" r:id="rId11"/>
    <p:sldLayoutId id="2147483713" r:id="rId12"/>
    <p:sldLayoutId id="2147483714" r:id="rId13"/>
    <p:sldLayoutId id="2147483715" r:id="rId14"/>
    <p:sldLayoutId id="2147483716" r:id="rId15"/>
    <p:sldLayoutId id="2147483717" r:id="rId16"/>
    <p:sldLayoutId id="2147483718" r:id="rId17"/>
    <p:sldLayoutId id="2147483719" r:id="rId18"/>
    <p:sldLayoutId id="2147483720" r:id="rId19"/>
    <p:sldLayoutId id="2147483721" r:id="rId20"/>
    <p:sldLayoutId id="2147483722" r:id="rId21"/>
    <p:sldLayoutId id="2147483723" r:id="rId22"/>
    <p:sldLayoutId id="2147483724" r:id="rId23"/>
    <p:sldLayoutId id="2147483725" r:id="rId24"/>
    <p:sldLayoutId id="2147483726" r:id="rId25"/>
    <p:sldLayoutId id="2147483727" r:id="rId26"/>
    <p:sldLayoutId id="2147483728" r:id="rId27"/>
    <p:sldLayoutId id="2147483729" r:id="rId28"/>
    <p:sldLayoutId id="2147483730" r:id="rId29"/>
    <p:sldLayoutId id="2147483731" r:id="rId30"/>
    <p:sldLayoutId id="2147483732" r:id="rId31"/>
    <p:sldLayoutId id="2147483733" r:id="rId32"/>
    <p:sldLayoutId id="2147483734" r:id="rId33"/>
    <p:sldLayoutId id="2147483735" r:id="rId34"/>
    <p:sldLayoutId id="2147483736" r:id="rId35"/>
    <p:sldLayoutId id="2147483737" r:id="rId36"/>
    <p:sldLayoutId id="2147483738" r:id="rId37"/>
    <p:sldLayoutId id="2147483739" r:id="rId38"/>
    <p:sldLayoutId id="2147483740" r:id="rId39"/>
    <p:sldLayoutId id="2147483741" r:id="rId40"/>
    <p:sldLayoutId id="2147483742" r:id="rId41"/>
    <p:sldLayoutId id="2147483743" r:id="rId42"/>
    <p:sldLayoutId id="2147483744" r:id="rId43"/>
    <p:sldLayoutId id="2147483745" r:id="rId44"/>
    <p:sldLayoutId id="2147483746" r:id="rId45"/>
    <p:sldLayoutId id="2147483747" r:id="rId46"/>
    <p:sldLayoutId id="2147483748" r:id="rId47"/>
    <p:sldLayoutId id="2147483749" r:id="rId48"/>
    <p:sldLayoutId id="2147483750" r:id="rId49"/>
    <p:sldLayoutId id="2147483751" r:id="rId50"/>
    <p:sldLayoutId id="2147483752" r:id="rId51"/>
    <p:sldLayoutId id="2147483753" r:id="rId52"/>
    <p:sldLayoutId id="2147483754" r:id="rId53"/>
    <p:sldLayoutId id="2147483755" r:id="rId54"/>
    <p:sldLayoutId id="2147483756" r:id="rId55"/>
    <p:sldLayoutId id="2147483757" r:id="rId5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4.xml"/><Relationship Id="rId3" Type="http://schemas.openxmlformats.org/officeDocument/2006/relationships/image" Target="../media/image3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5.xml"/><Relationship Id="rId3" Type="http://schemas.openxmlformats.org/officeDocument/2006/relationships/hyperlink" Target="https://groove2groove.telecom-paris.fr/demo.html" TargetMode="External"/><Relationship Id="rId4" Type="http://schemas.openxmlformats.org/officeDocument/2006/relationships/image" Target="../media/image1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7.xml"/><Relationship Id="rId3" Type="http://schemas.openxmlformats.org/officeDocument/2006/relationships/image" Target="../media/image14.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9.xml"/><Relationship Id="rId3" Type="http://schemas.openxmlformats.org/officeDocument/2006/relationships/image" Target="../media/image6.png"/><Relationship Id="rId4" Type="http://schemas.openxmlformats.org/officeDocument/2006/relationships/image" Target="../media/image8.png"/><Relationship Id="rId5" Type="http://schemas.openxmlformats.org/officeDocument/2006/relationships/image" Target="../media/image1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10.xml"/><Relationship Id="rId3" Type="http://schemas.openxmlformats.org/officeDocument/2006/relationships/image" Target="../media/image5.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11.xml"/><Relationship Id="rId3" Type="http://schemas.openxmlformats.org/officeDocument/2006/relationships/image" Target="../media/image6.png"/><Relationship Id="rId4" Type="http://schemas.openxmlformats.org/officeDocument/2006/relationships/image" Target="../media/image9.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12.xml"/><Relationship Id="rId3" Type="http://schemas.openxmlformats.org/officeDocument/2006/relationships/image" Target="../media/image8.png"/><Relationship Id="rId4" Type="http://schemas.openxmlformats.org/officeDocument/2006/relationships/image" Target="../media/image10.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13.xml"/><Relationship Id="rId3" Type="http://schemas.openxmlformats.org/officeDocument/2006/relationships/image" Target="../media/image16.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14.xml"/><Relationship Id="rId3" Type="http://schemas.openxmlformats.org/officeDocument/2006/relationships/image" Target="../media/image16.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15.xml"/><Relationship Id="rId3" Type="http://schemas.openxmlformats.org/officeDocument/2006/relationships/image" Target="../media/image1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16.xml"/><Relationship Id="rId3" Type="http://schemas.openxmlformats.org/officeDocument/2006/relationships/image" Target="../media/image13.png"/><Relationship Id="rId4" Type="http://schemas.openxmlformats.org/officeDocument/2006/relationships/image" Target="../media/image7.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17.xml"/><Relationship Id="rId3" Type="http://schemas.openxmlformats.org/officeDocument/2006/relationships/image" Target="../media/image17.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18.xml"/><Relationship Id="rId3" Type="http://schemas.openxmlformats.org/officeDocument/2006/relationships/hyperlink" Target="http://www.youtube.com/watch?v=Een_AKh7Nik" TargetMode="External"/><Relationship Id="rId4" Type="http://schemas.openxmlformats.org/officeDocument/2006/relationships/image" Target="../media/image11.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19.xml"/><Relationship Id="rId3" Type="http://schemas.openxmlformats.org/officeDocument/2006/relationships/image" Target="../media/image2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21.xml"/><Relationship Id="rId3" Type="http://schemas.openxmlformats.org/officeDocument/2006/relationships/image" Target="../media/image34.png"/><Relationship Id="rId4" Type="http://schemas.openxmlformats.org/officeDocument/2006/relationships/image" Target="../media/image40.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22.xml"/><Relationship Id="rId3" Type="http://schemas.openxmlformats.org/officeDocument/2006/relationships/image" Target="../media/image27.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23.xml"/><Relationship Id="rId3" Type="http://schemas.openxmlformats.org/officeDocument/2006/relationships/image" Target="../media/image22.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24.xml"/><Relationship Id="rId3" Type="http://schemas.openxmlformats.org/officeDocument/2006/relationships/hyperlink" Target="https://chrisdonahue.com/wavegan/" TargetMode="External"/><Relationship Id="rId4" Type="http://schemas.openxmlformats.org/officeDocument/2006/relationships/image" Target="../media/image30.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26.xml"/><Relationship Id="rId3" Type="http://schemas.openxmlformats.org/officeDocument/2006/relationships/hyperlink" Target="https://storage.googleapis.com/magentadata/papers/gansynth/index.html" TargetMode="External"/><Relationship Id="rId4" Type="http://schemas.openxmlformats.org/officeDocument/2006/relationships/image" Target="../media/image41.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29.xml"/><Relationship Id="rId3" Type="http://schemas.openxmlformats.org/officeDocument/2006/relationships/image" Target="../media/image3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31.xml"/><Relationship Id="rId3" Type="http://schemas.openxmlformats.org/officeDocument/2006/relationships/hyperlink" Target="https://www.youtube.com/watch?v=dMZs04TzxUI" TargetMode="External"/><Relationship Id="rId4" Type="http://schemas.openxmlformats.org/officeDocument/2006/relationships/image" Target="../media/image36.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32.xml"/><Relationship Id="rId3" Type="http://schemas.openxmlformats.org/officeDocument/2006/relationships/image" Target="../media/image38.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34.xml"/><Relationship Id="rId3" Type="http://schemas.openxmlformats.org/officeDocument/2006/relationships/image" Target="../media/image20.png"/><Relationship Id="rId4" Type="http://schemas.openxmlformats.org/officeDocument/2006/relationships/image" Target="../media/image19.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36.xml"/><Relationship Id="rId3" Type="http://schemas.openxmlformats.org/officeDocument/2006/relationships/image" Target="../media/image18.png"/><Relationship Id="rId4" Type="http://schemas.openxmlformats.org/officeDocument/2006/relationships/image" Target="../media/image24.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38.xml"/><Relationship Id="rId3" Type="http://schemas.openxmlformats.org/officeDocument/2006/relationships/image" Target="../media/image28.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39.xml"/><Relationship Id="rId3" Type="http://schemas.openxmlformats.org/officeDocument/2006/relationships/image" Target="../media/image37.png"/><Relationship Id="rId4" Type="http://schemas.openxmlformats.org/officeDocument/2006/relationships/image" Target="../media/image31.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41.xml"/><Relationship Id="rId3" Type="http://schemas.openxmlformats.org/officeDocument/2006/relationships/image" Target="../media/image23.png"/><Relationship Id="rId4" Type="http://schemas.openxmlformats.org/officeDocument/2006/relationships/image" Target="../media/image26.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42.xml"/><Relationship Id="rId3" Type="http://schemas.openxmlformats.org/officeDocument/2006/relationships/image" Target="../media/image25.png"/><Relationship Id="rId4" Type="http://schemas.openxmlformats.org/officeDocument/2006/relationships/image" Target="../media/image29.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44.xml"/><Relationship Id="rId3" Type="http://schemas.openxmlformats.org/officeDocument/2006/relationships/image" Target="../media/image33.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45.xml"/><Relationship Id="rId3" Type="http://schemas.openxmlformats.org/officeDocument/2006/relationships/hyperlink" Target="https://audioldm.github.io/Overview.mp4" TargetMode="External"/><Relationship Id="rId4" Type="http://schemas.openxmlformats.org/officeDocument/2006/relationships/image" Target="../media/image39.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48.xml"/><Relationship Id="rId3" Type="http://schemas.openxmlformats.org/officeDocument/2006/relationships/hyperlink" Target="https://deepmind.google/research/wavenet/" TargetMode="External"/><Relationship Id="rId4" Type="http://schemas.openxmlformats.org/officeDocument/2006/relationships/hyperlink" Target="https://medium.com/@satyam_kumar/understanding-wavenet-architecture-361cc4c2d623" TargetMode="External"/><Relationship Id="rId9" Type="http://schemas.openxmlformats.org/officeDocument/2006/relationships/hyperlink" Target="https://storage.googleapis.com/magentadata/papers/gansynth/index.html" TargetMode="External"/><Relationship Id="rId5" Type="http://schemas.openxmlformats.org/officeDocument/2006/relationships/hyperlink" Target="https://developers.google.com/machine-learning/gan/gan_structure" TargetMode="External"/><Relationship Id="rId6" Type="http://schemas.openxmlformats.org/officeDocument/2006/relationships/hyperlink" Target="https://www.researchgate.net/figure/Architecture-of-parallel-WaveGAN_fig2_348498341" TargetMode="External"/><Relationship Id="rId7" Type="http://schemas.openxmlformats.org/officeDocument/2006/relationships/hyperlink" Target="https://lilianweng.github.io/posts/2018-08-12-vae/" TargetMode="External"/><Relationship Id="rId8" Type="http://schemas.openxmlformats.org/officeDocument/2006/relationships/hyperlink" Target="https://chrisdonahue.com/wavegan/" TargetMode="External"/><Relationship Id="rId10" Type="http://schemas.openxmlformats.org/officeDocument/2006/relationships/hyperlink" Target="https://www.youtube.com/watch?v=dMZs04TzxUI" TargetMode="Externa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30" name="Shape 2430"/>
        <p:cNvGrpSpPr/>
        <p:nvPr/>
      </p:nvGrpSpPr>
      <p:grpSpPr>
        <a:xfrm>
          <a:off x="0" y="0"/>
          <a:ext cx="0" cy="0"/>
          <a:chOff x="0" y="0"/>
          <a:chExt cx="0" cy="0"/>
        </a:xfrm>
      </p:grpSpPr>
      <p:sp>
        <p:nvSpPr>
          <p:cNvPr id="2431" name="Google Shape;2431;p113"/>
          <p:cNvSpPr/>
          <p:nvPr/>
        </p:nvSpPr>
        <p:spPr>
          <a:xfrm rot="5873752">
            <a:off x="4113228" y="2647315"/>
            <a:ext cx="917559" cy="193400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13"/>
          <p:cNvSpPr txBox="1"/>
          <p:nvPr>
            <p:ph type="ctrTitle"/>
          </p:nvPr>
        </p:nvSpPr>
        <p:spPr>
          <a:xfrm>
            <a:off x="1770150" y="1253625"/>
            <a:ext cx="5603700" cy="194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Musical Style Transfer</a:t>
            </a:r>
            <a:endParaRPr/>
          </a:p>
        </p:txBody>
      </p:sp>
      <p:grpSp>
        <p:nvGrpSpPr>
          <p:cNvPr id="2433" name="Google Shape;2433;p113"/>
          <p:cNvGrpSpPr/>
          <p:nvPr/>
        </p:nvGrpSpPr>
        <p:grpSpPr>
          <a:xfrm>
            <a:off x="1101247" y="2741467"/>
            <a:ext cx="483086" cy="429802"/>
            <a:chOff x="1101247" y="2686592"/>
            <a:chExt cx="483086" cy="429802"/>
          </a:xfrm>
        </p:grpSpPr>
        <p:sp>
          <p:nvSpPr>
            <p:cNvPr id="2434" name="Google Shape;2434;p113"/>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13"/>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6" name="Google Shape;2436;p113"/>
          <p:cNvSpPr/>
          <p:nvPr/>
        </p:nvSpPr>
        <p:spPr>
          <a:xfrm>
            <a:off x="4383650" y="5740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13"/>
          <p:cNvSpPr/>
          <p:nvPr/>
        </p:nvSpPr>
        <p:spPr>
          <a:xfrm rot="-492499">
            <a:off x="2535160" y="3997410"/>
            <a:ext cx="219844" cy="393429"/>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13"/>
          <p:cNvSpPr/>
          <p:nvPr/>
        </p:nvSpPr>
        <p:spPr>
          <a:xfrm rot="448387">
            <a:off x="7375575" y="293944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13"/>
          <p:cNvSpPr/>
          <p:nvPr/>
        </p:nvSpPr>
        <p:spPr>
          <a:xfrm>
            <a:off x="7951500" y="42016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13"/>
          <p:cNvSpPr/>
          <p:nvPr/>
        </p:nvSpPr>
        <p:spPr>
          <a:xfrm rot="1800062">
            <a:off x="6066414" y="3664493"/>
            <a:ext cx="348558" cy="910239"/>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13"/>
          <p:cNvSpPr txBox="1"/>
          <p:nvPr>
            <p:ph type="ctrTitle"/>
          </p:nvPr>
        </p:nvSpPr>
        <p:spPr>
          <a:xfrm>
            <a:off x="3576000" y="4311800"/>
            <a:ext cx="2213700" cy="24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chemeClr val="accent1"/>
                </a:solidFill>
              </a:rPr>
              <a:t>Sahara Kaul, Ahmed Sajid, Kelsey Pattison</a:t>
            </a:r>
            <a:endParaRPr sz="1500">
              <a:solidFill>
                <a:schemeClr val="accen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432"/>
                                        </p:tgtEl>
                                        <p:attrNameLst>
                                          <p:attrName>style.visibility</p:attrName>
                                        </p:attrNameLst>
                                      </p:cBhvr>
                                      <p:to>
                                        <p:strVal val="visible"/>
                                      </p:to>
                                    </p:set>
                                    <p:animEffect filter="fade" transition="in">
                                      <p:cBhvr>
                                        <p:cTn dur="1000"/>
                                        <p:tgtEl>
                                          <p:spTgt spid="2432"/>
                                        </p:tgtEl>
                                      </p:cBhvr>
                                    </p:animEffect>
                                  </p:childTnLst>
                                </p:cTn>
                              </p:par>
                              <p:par>
                                <p:cTn fill="hold" nodeType="withEffect" presetClass="entr" presetID="10" presetSubtype="0">
                                  <p:stCondLst>
                                    <p:cond delay="0"/>
                                  </p:stCondLst>
                                  <p:childTnLst>
                                    <p:set>
                                      <p:cBhvr>
                                        <p:cTn dur="1" fill="hold">
                                          <p:stCondLst>
                                            <p:cond delay="0"/>
                                          </p:stCondLst>
                                        </p:cTn>
                                        <p:tgtEl>
                                          <p:spTgt spid="2431"/>
                                        </p:tgtEl>
                                        <p:attrNameLst>
                                          <p:attrName>style.visibility</p:attrName>
                                        </p:attrNameLst>
                                      </p:cBhvr>
                                      <p:to>
                                        <p:strVal val="visible"/>
                                      </p:to>
                                    </p:set>
                                    <p:animEffect filter="fade" transition="in">
                                      <p:cBhvr>
                                        <p:cTn dur="1000"/>
                                        <p:tgtEl>
                                          <p:spTgt spid="243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431"/>
                                        </p:tgtEl>
                                        <p:attrNameLst>
                                          <p:attrName>style.visibility</p:attrName>
                                        </p:attrNameLst>
                                      </p:cBhvr>
                                      <p:to>
                                        <p:strVal val="visible"/>
                                      </p:to>
                                    </p:set>
                                    <p:animEffect filter="fade" transition="in">
                                      <p:cBhvr>
                                        <p:cTn dur="1000"/>
                                        <p:tgtEl>
                                          <p:spTgt spid="2431"/>
                                        </p:tgtEl>
                                      </p:cBhvr>
                                    </p:animEffect>
                                  </p:childTnLst>
                                </p:cTn>
                              </p:par>
                              <p:par>
                                <p:cTn fill="hold" nodeType="withEffect" presetClass="entr" presetID="10" presetSubtype="0">
                                  <p:stCondLst>
                                    <p:cond delay="0"/>
                                  </p:stCondLst>
                                  <p:childTnLst>
                                    <p:set>
                                      <p:cBhvr>
                                        <p:cTn dur="1" fill="hold">
                                          <p:stCondLst>
                                            <p:cond delay="0"/>
                                          </p:stCondLst>
                                        </p:cTn>
                                        <p:tgtEl>
                                          <p:spTgt spid="2432"/>
                                        </p:tgtEl>
                                        <p:attrNameLst>
                                          <p:attrName>style.visibility</p:attrName>
                                        </p:attrNameLst>
                                      </p:cBhvr>
                                      <p:to>
                                        <p:strVal val="visible"/>
                                      </p:to>
                                    </p:set>
                                    <p:animEffect filter="fade" transition="in">
                                      <p:cBhvr>
                                        <p:cTn dur="1000"/>
                                        <p:tgtEl>
                                          <p:spTgt spid="2432"/>
                                        </p:tgtEl>
                                      </p:cBhvr>
                                    </p:animEffect>
                                  </p:childTnLst>
                                </p:cTn>
                              </p:par>
                              <p:par>
                                <p:cTn fill="hold" nodeType="withEffect" presetClass="entr" presetID="10" presetSubtype="0">
                                  <p:stCondLst>
                                    <p:cond delay="0"/>
                                  </p:stCondLst>
                                  <p:childTnLst>
                                    <p:set>
                                      <p:cBhvr>
                                        <p:cTn dur="1" fill="hold">
                                          <p:stCondLst>
                                            <p:cond delay="0"/>
                                          </p:stCondLst>
                                        </p:cTn>
                                        <p:tgtEl>
                                          <p:spTgt spid="2441"/>
                                        </p:tgtEl>
                                        <p:attrNameLst>
                                          <p:attrName>style.visibility</p:attrName>
                                        </p:attrNameLst>
                                      </p:cBhvr>
                                      <p:to>
                                        <p:strVal val="visible"/>
                                      </p:to>
                                    </p:set>
                                    <p:animEffect filter="fade" transition="in">
                                      <p:cBhvr>
                                        <p:cTn dur="1000"/>
                                        <p:tgtEl>
                                          <p:spTgt spid="244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5" name="Shape 2445"/>
        <p:cNvGrpSpPr/>
        <p:nvPr/>
      </p:nvGrpSpPr>
      <p:grpSpPr>
        <a:xfrm>
          <a:off x="0" y="0"/>
          <a:ext cx="0" cy="0"/>
          <a:chOff x="0" y="0"/>
          <a:chExt cx="0" cy="0"/>
        </a:xfrm>
      </p:grpSpPr>
      <p:sp>
        <p:nvSpPr>
          <p:cNvPr id="2446" name="Google Shape;2446;p114"/>
          <p:cNvSpPr/>
          <p:nvPr/>
        </p:nvSpPr>
        <p:spPr>
          <a:xfrm rot="1514388">
            <a:off x="8162088" y="3225975"/>
            <a:ext cx="307706" cy="803617"/>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7" name="Google Shape;2447;p114"/>
          <p:cNvGrpSpPr/>
          <p:nvPr/>
        </p:nvGrpSpPr>
        <p:grpSpPr>
          <a:xfrm>
            <a:off x="5927389" y="663096"/>
            <a:ext cx="595931" cy="530198"/>
            <a:chOff x="5927389" y="663096"/>
            <a:chExt cx="595931" cy="530198"/>
          </a:xfrm>
        </p:grpSpPr>
        <p:sp>
          <p:nvSpPr>
            <p:cNvPr id="2448" name="Google Shape;2448;p114"/>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14"/>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0" name="Google Shape;2450;p114"/>
          <p:cNvSpPr/>
          <p:nvPr/>
        </p:nvSpPr>
        <p:spPr>
          <a:xfrm rot="210338">
            <a:off x="8076187" y="1744908"/>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14"/>
          <p:cNvSpPr txBox="1"/>
          <p:nvPr>
            <p:ph idx="4294967295" type="title"/>
          </p:nvPr>
        </p:nvSpPr>
        <p:spPr>
          <a:xfrm>
            <a:off x="325675" y="1568100"/>
            <a:ext cx="8164500" cy="15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000"/>
              <a:t>Introduction</a:t>
            </a:r>
            <a:endParaRPr sz="5000"/>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455" name="Shape 2455"/>
        <p:cNvGrpSpPr/>
        <p:nvPr/>
      </p:nvGrpSpPr>
      <p:grpSpPr>
        <a:xfrm>
          <a:off x="0" y="0"/>
          <a:ext cx="0" cy="0"/>
          <a:chOff x="0" y="0"/>
          <a:chExt cx="0" cy="0"/>
        </a:xfrm>
      </p:grpSpPr>
      <p:sp>
        <p:nvSpPr>
          <p:cNvPr id="2456" name="Google Shape;2456;p115"/>
          <p:cNvSpPr txBox="1"/>
          <p:nvPr/>
        </p:nvSpPr>
        <p:spPr>
          <a:xfrm>
            <a:off x="1973700" y="239000"/>
            <a:ext cx="51966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Style Transfer</a:t>
            </a:r>
            <a:endParaRPr b="1" sz="4100">
              <a:solidFill>
                <a:schemeClr val="dk1"/>
              </a:solidFill>
              <a:latin typeface="Poppins"/>
              <a:ea typeface="Poppins"/>
              <a:cs typeface="Poppins"/>
              <a:sym typeface="Poppins"/>
            </a:endParaRPr>
          </a:p>
        </p:txBody>
      </p:sp>
      <p:sp>
        <p:nvSpPr>
          <p:cNvPr id="2457" name="Google Shape;2457;p115"/>
          <p:cNvSpPr txBox="1"/>
          <p:nvPr/>
        </p:nvSpPr>
        <p:spPr>
          <a:xfrm>
            <a:off x="760800" y="1469325"/>
            <a:ext cx="3811200" cy="805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rgbClr val="405C73"/>
                </a:solidFill>
                <a:latin typeface="Lato"/>
                <a:ea typeface="Lato"/>
                <a:cs typeface="Lato"/>
                <a:sym typeface="Lato"/>
              </a:rPr>
              <a:t>What is style transfer?</a:t>
            </a:r>
            <a:endParaRPr sz="2000">
              <a:solidFill>
                <a:srgbClr val="405C73"/>
              </a:solidFill>
              <a:latin typeface="Lato"/>
              <a:ea typeface="Lato"/>
              <a:cs typeface="Lato"/>
              <a:sym typeface="Lato"/>
            </a:endParaRPr>
          </a:p>
          <a:p>
            <a:pPr indent="0" lvl="0" marL="0" rtl="0" algn="l">
              <a:spcBef>
                <a:spcPts val="0"/>
              </a:spcBef>
              <a:spcAft>
                <a:spcPts val="0"/>
              </a:spcAft>
              <a:buNone/>
            </a:pPr>
            <a:r>
              <a:t/>
            </a:r>
            <a:endParaRPr sz="2400">
              <a:solidFill>
                <a:schemeClr val="dk2"/>
              </a:solidFill>
              <a:latin typeface="Lato"/>
              <a:ea typeface="Lato"/>
              <a:cs typeface="Lato"/>
              <a:sym typeface="Lato"/>
            </a:endParaRPr>
          </a:p>
          <a:p>
            <a:pPr indent="0" lvl="0" marL="0" rtl="0" algn="l">
              <a:lnSpc>
                <a:spcPct val="115000"/>
              </a:lnSpc>
              <a:spcBef>
                <a:spcPts val="0"/>
              </a:spcBef>
              <a:spcAft>
                <a:spcPts val="0"/>
              </a:spcAft>
              <a:buNone/>
            </a:pPr>
            <a:r>
              <a:t/>
            </a:r>
            <a:endParaRPr sz="1800">
              <a:solidFill>
                <a:schemeClr val="dk2"/>
              </a:solidFill>
              <a:latin typeface="Lato"/>
              <a:ea typeface="Lato"/>
              <a:cs typeface="Lato"/>
              <a:sym typeface="Lato"/>
            </a:endParaRPr>
          </a:p>
        </p:txBody>
      </p:sp>
      <p:sp>
        <p:nvSpPr>
          <p:cNvPr id="2458" name="Google Shape;2458;p115"/>
          <p:cNvSpPr txBox="1"/>
          <p:nvPr/>
        </p:nvSpPr>
        <p:spPr>
          <a:xfrm>
            <a:off x="760800" y="2115775"/>
            <a:ext cx="6825900" cy="121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3200">
                <a:solidFill>
                  <a:schemeClr val="dk2"/>
                </a:solidFill>
                <a:latin typeface="Lato"/>
                <a:ea typeface="Lato"/>
                <a:cs typeface="Lato"/>
                <a:sym typeface="Lato"/>
              </a:rPr>
              <a:t>To take the content of something and express it in the style of another</a:t>
            </a:r>
            <a:endParaRPr sz="3200">
              <a:solidFill>
                <a:schemeClr val="dk2"/>
              </a:solidFill>
              <a:latin typeface="Lato"/>
              <a:ea typeface="Lato"/>
              <a:cs typeface="Lato"/>
              <a:sym typeface="La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2458"/>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462" name="Shape 2462"/>
        <p:cNvGrpSpPr/>
        <p:nvPr/>
      </p:nvGrpSpPr>
      <p:grpSpPr>
        <a:xfrm>
          <a:off x="0" y="0"/>
          <a:ext cx="0" cy="0"/>
          <a:chOff x="0" y="0"/>
          <a:chExt cx="0" cy="0"/>
        </a:xfrm>
      </p:grpSpPr>
      <p:sp>
        <p:nvSpPr>
          <p:cNvPr id="2463" name="Google Shape;2463;p116"/>
          <p:cNvSpPr txBox="1"/>
          <p:nvPr/>
        </p:nvSpPr>
        <p:spPr>
          <a:xfrm>
            <a:off x="1973700" y="239000"/>
            <a:ext cx="51966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Style Transfer</a:t>
            </a:r>
            <a:endParaRPr b="1" sz="4100">
              <a:solidFill>
                <a:schemeClr val="dk1"/>
              </a:solidFill>
              <a:latin typeface="Poppins"/>
              <a:ea typeface="Poppins"/>
              <a:cs typeface="Poppins"/>
              <a:sym typeface="Poppins"/>
            </a:endParaRPr>
          </a:p>
        </p:txBody>
      </p:sp>
      <p:pic>
        <p:nvPicPr>
          <p:cNvPr id="2464" name="Google Shape;2464;p116"/>
          <p:cNvPicPr preferRelativeResize="0"/>
          <p:nvPr/>
        </p:nvPicPr>
        <p:blipFill rotWithShape="1">
          <a:blip r:embed="rId3">
            <a:alphaModFix/>
          </a:blip>
          <a:srcRect b="14038" l="0" r="0" t="0"/>
          <a:stretch/>
        </p:blipFill>
        <p:spPr>
          <a:xfrm>
            <a:off x="931800" y="1400650"/>
            <a:ext cx="7280400" cy="2591975"/>
          </a:xfrm>
          <a:prstGeom prst="rect">
            <a:avLst/>
          </a:prstGeom>
          <a:noFill/>
          <a:ln>
            <a:noFill/>
          </a:ln>
        </p:spPr>
      </p:pic>
      <p:sp>
        <p:nvSpPr>
          <p:cNvPr id="2465" name="Google Shape;2465;p116"/>
          <p:cNvSpPr txBox="1"/>
          <p:nvPr/>
        </p:nvSpPr>
        <p:spPr>
          <a:xfrm>
            <a:off x="938400" y="3974927"/>
            <a:ext cx="1992000" cy="38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Lato"/>
                <a:ea typeface="Lato"/>
                <a:cs typeface="Lato"/>
                <a:sym typeface="Lato"/>
              </a:rPr>
              <a:t>Content </a:t>
            </a:r>
            <a:endParaRPr sz="2000">
              <a:solidFill>
                <a:schemeClr val="dk2"/>
              </a:solidFill>
              <a:latin typeface="Lato"/>
              <a:ea typeface="Lato"/>
              <a:cs typeface="Lato"/>
              <a:sym typeface="Lato"/>
            </a:endParaRPr>
          </a:p>
        </p:txBody>
      </p:sp>
      <p:sp>
        <p:nvSpPr>
          <p:cNvPr id="2466" name="Google Shape;2466;p116"/>
          <p:cNvSpPr txBox="1"/>
          <p:nvPr/>
        </p:nvSpPr>
        <p:spPr>
          <a:xfrm>
            <a:off x="3507636" y="3974927"/>
            <a:ext cx="1992000" cy="38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Lato"/>
                <a:ea typeface="Lato"/>
                <a:cs typeface="Lato"/>
                <a:sym typeface="Lato"/>
              </a:rPr>
              <a:t>Style</a:t>
            </a:r>
            <a:endParaRPr sz="2000">
              <a:solidFill>
                <a:schemeClr val="dk2"/>
              </a:solidFill>
              <a:latin typeface="Lato"/>
              <a:ea typeface="Lato"/>
              <a:cs typeface="Lato"/>
              <a:sym typeface="Lato"/>
            </a:endParaRPr>
          </a:p>
        </p:txBody>
      </p:sp>
      <p:sp>
        <p:nvSpPr>
          <p:cNvPr id="2467" name="Google Shape;2467;p116"/>
          <p:cNvSpPr txBox="1"/>
          <p:nvPr/>
        </p:nvSpPr>
        <p:spPr>
          <a:xfrm>
            <a:off x="6220200" y="3992627"/>
            <a:ext cx="1992000" cy="38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Lato"/>
                <a:ea typeface="Lato"/>
                <a:cs typeface="Lato"/>
                <a:sym typeface="Lato"/>
              </a:rPr>
              <a:t>Output</a:t>
            </a:r>
            <a:endParaRPr sz="2000">
              <a:solidFill>
                <a:schemeClr val="dk2"/>
              </a:solidFill>
              <a:latin typeface="Lato"/>
              <a:ea typeface="Lato"/>
              <a:cs typeface="Lato"/>
              <a:sym typeface="Lato"/>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471" name="Shape 2471"/>
        <p:cNvGrpSpPr/>
        <p:nvPr/>
      </p:nvGrpSpPr>
      <p:grpSpPr>
        <a:xfrm>
          <a:off x="0" y="0"/>
          <a:ext cx="0" cy="0"/>
          <a:chOff x="0" y="0"/>
          <a:chExt cx="0" cy="0"/>
        </a:xfrm>
      </p:grpSpPr>
      <p:sp>
        <p:nvSpPr>
          <p:cNvPr id="2472" name="Google Shape;2472;p117"/>
          <p:cNvSpPr txBox="1"/>
          <p:nvPr/>
        </p:nvSpPr>
        <p:spPr>
          <a:xfrm>
            <a:off x="1494600" y="403411"/>
            <a:ext cx="61548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Musical </a:t>
            </a:r>
            <a:r>
              <a:rPr b="1" lang="en" sz="4100">
                <a:solidFill>
                  <a:schemeClr val="dk1"/>
                </a:solidFill>
                <a:latin typeface="Poppins"/>
                <a:ea typeface="Poppins"/>
                <a:cs typeface="Poppins"/>
                <a:sym typeface="Poppins"/>
              </a:rPr>
              <a:t>Style Transfer</a:t>
            </a:r>
            <a:endParaRPr b="1" sz="4100">
              <a:solidFill>
                <a:schemeClr val="dk1"/>
              </a:solidFill>
              <a:latin typeface="Poppins"/>
              <a:ea typeface="Poppins"/>
              <a:cs typeface="Poppins"/>
              <a:sym typeface="Poppins"/>
            </a:endParaRPr>
          </a:p>
        </p:txBody>
      </p:sp>
      <p:sp>
        <p:nvSpPr>
          <p:cNvPr id="2473" name="Google Shape;2473;p117"/>
          <p:cNvSpPr txBox="1"/>
          <p:nvPr/>
        </p:nvSpPr>
        <p:spPr>
          <a:xfrm>
            <a:off x="1494600" y="1460061"/>
            <a:ext cx="61548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700">
                <a:solidFill>
                  <a:schemeClr val="dk2"/>
                </a:solidFill>
                <a:latin typeface="Poppins"/>
                <a:ea typeface="Poppins"/>
                <a:cs typeface="Poppins"/>
                <a:sym typeface="Poppins"/>
              </a:rPr>
              <a:t>Demo</a:t>
            </a:r>
            <a:endParaRPr b="1" sz="2400">
              <a:solidFill>
                <a:schemeClr val="dk2"/>
              </a:solidFill>
              <a:latin typeface="Poppins"/>
              <a:ea typeface="Poppins"/>
              <a:cs typeface="Poppins"/>
              <a:sym typeface="Poppins"/>
            </a:endParaRPr>
          </a:p>
        </p:txBody>
      </p:sp>
      <p:cxnSp>
        <p:nvCxnSpPr>
          <p:cNvPr id="2474" name="Google Shape;2474;p117"/>
          <p:cNvCxnSpPr/>
          <p:nvPr/>
        </p:nvCxnSpPr>
        <p:spPr>
          <a:xfrm>
            <a:off x="3463050" y="2106250"/>
            <a:ext cx="2217900" cy="12300"/>
          </a:xfrm>
          <a:prstGeom prst="straightConnector1">
            <a:avLst/>
          </a:prstGeom>
          <a:noFill/>
          <a:ln cap="flat" cmpd="sng" w="9525">
            <a:solidFill>
              <a:srgbClr val="5F8195"/>
            </a:solidFill>
            <a:prstDash val="solid"/>
            <a:round/>
            <a:headEnd len="med" w="med" type="none"/>
            <a:tailEnd len="med" w="med" type="none"/>
          </a:ln>
        </p:spPr>
      </p:cxnSp>
      <p:pic>
        <p:nvPicPr>
          <p:cNvPr id="2475" name="Google Shape;2475;p117">
            <a:hlinkClick r:id="rId3"/>
          </p:cNvPr>
          <p:cNvPicPr preferRelativeResize="0"/>
          <p:nvPr/>
        </p:nvPicPr>
        <p:blipFill>
          <a:blip r:embed="rId4">
            <a:alphaModFix/>
          </a:blip>
          <a:stretch>
            <a:fillRect/>
          </a:stretch>
        </p:blipFill>
        <p:spPr>
          <a:xfrm>
            <a:off x="839075" y="2230954"/>
            <a:ext cx="7465827" cy="1738496"/>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9" name="Shape 2479"/>
        <p:cNvGrpSpPr/>
        <p:nvPr/>
      </p:nvGrpSpPr>
      <p:grpSpPr>
        <a:xfrm>
          <a:off x="0" y="0"/>
          <a:ext cx="0" cy="0"/>
          <a:chOff x="0" y="0"/>
          <a:chExt cx="0" cy="0"/>
        </a:xfrm>
      </p:grpSpPr>
      <p:sp>
        <p:nvSpPr>
          <p:cNvPr id="2480" name="Google Shape;2480;p118"/>
          <p:cNvSpPr txBox="1"/>
          <p:nvPr/>
        </p:nvSpPr>
        <p:spPr>
          <a:xfrm>
            <a:off x="1494600" y="250750"/>
            <a:ext cx="61548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Style vs Content</a:t>
            </a:r>
            <a:endParaRPr b="1" sz="4100">
              <a:solidFill>
                <a:schemeClr val="dk1"/>
              </a:solidFill>
              <a:latin typeface="Poppins"/>
              <a:ea typeface="Poppins"/>
              <a:cs typeface="Poppins"/>
              <a:sym typeface="Poppins"/>
            </a:endParaRPr>
          </a:p>
        </p:txBody>
      </p:sp>
      <p:sp>
        <p:nvSpPr>
          <p:cNvPr id="2481" name="Google Shape;2481;p118"/>
          <p:cNvSpPr txBox="1"/>
          <p:nvPr/>
        </p:nvSpPr>
        <p:spPr>
          <a:xfrm>
            <a:off x="601250" y="1378654"/>
            <a:ext cx="8138100" cy="3628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3200">
                <a:solidFill>
                  <a:schemeClr val="dk2"/>
                </a:solidFill>
                <a:latin typeface="Lato"/>
                <a:ea typeface="Lato"/>
                <a:cs typeface="Lato"/>
                <a:sym typeface="Lato"/>
              </a:rPr>
              <a:t>Style</a:t>
            </a:r>
            <a:r>
              <a:rPr lang="en" sz="3200">
                <a:solidFill>
                  <a:schemeClr val="dk2"/>
                </a:solidFill>
                <a:latin typeface="Lato"/>
                <a:ea typeface="Lato"/>
                <a:cs typeface="Lato"/>
                <a:sym typeface="Lato"/>
              </a:rPr>
              <a:t>: </a:t>
            </a:r>
            <a:r>
              <a:rPr lang="en" sz="2600">
                <a:solidFill>
                  <a:schemeClr val="dk2"/>
                </a:solidFill>
                <a:latin typeface="Lato"/>
                <a:ea typeface="Lato"/>
                <a:cs typeface="Lato"/>
                <a:sym typeface="Lato"/>
              </a:rPr>
              <a:t>Timbre/tone quality, instrumentation, dynamics, tempo </a:t>
            </a:r>
            <a:endParaRPr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a:p>
            <a:pPr indent="0" lvl="0" marL="0" rtl="0" algn="l">
              <a:spcBef>
                <a:spcPts val="0"/>
              </a:spcBef>
              <a:spcAft>
                <a:spcPts val="0"/>
              </a:spcAft>
              <a:buNone/>
            </a:pPr>
            <a:r>
              <a:rPr b="1" lang="en" sz="3200">
                <a:solidFill>
                  <a:schemeClr val="dk2"/>
                </a:solidFill>
                <a:latin typeface="Lato"/>
                <a:ea typeface="Lato"/>
                <a:cs typeface="Lato"/>
                <a:sym typeface="Lato"/>
              </a:rPr>
              <a:t>Content:</a:t>
            </a:r>
            <a:r>
              <a:rPr b="1" lang="en" sz="2600">
                <a:solidFill>
                  <a:schemeClr val="dk2"/>
                </a:solidFill>
                <a:latin typeface="Lato"/>
                <a:ea typeface="Lato"/>
                <a:cs typeface="Lato"/>
                <a:sym typeface="Lato"/>
              </a:rPr>
              <a:t> </a:t>
            </a:r>
            <a:r>
              <a:rPr lang="en" sz="2600">
                <a:solidFill>
                  <a:schemeClr val="dk2"/>
                </a:solidFill>
                <a:latin typeface="Lato"/>
                <a:ea typeface="Lato"/>
                <a:cs typeface="Lato"/>
                <a:sym typeface="Lato"/>
              </a:rPr>
              <a:t>melody, </a:t>
            </a:r>
            <a:r>
              <a:rPr lang="en" sz="2600">
                <a:solidFill>
                  <a:schemeClr val="dk2"/>
                </a:solidFill>
                <a:latin typeface="Lato"/>
                <a:ea typeface="Lato"/>
                <a:cs typeface="Lato"/>
                <a:sym typeface="Lato"/>
              </a:rPr>
              <a:t>rhythm, structure</a:t>
            </a:r>
            <a:endParaRPr sz="2600">
              <a:solidFill>
                <a:schemeClr val="dk2"/>
              </a:solidFill>
              <a:latin typeface="Lato"/>
              <a:ea typeface="Lato"/>
              <a:cs typeface="Lato"/>
              <a:sym typeface="Lato"/>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5" name="Shape 2485"/>
        <p:cNvGrpSpPr/>
        <p:nvPr/>
      </p:nvGrpSpPr>
      <p:grpSpPr>
        <a:xfrm>
          <a:off x="0" y="0"/>
          <a:ext cx="0" cy="0"/>
          <a:chOff x="0" y="0"/>
          <a:chExt cx="0" cy="0"/>
        </a:xfrm>
      </p:grpSpPr>
      <p:sp>
        <p:nvSpPr>
          <p:cNvPr id="2486" name="Google Shape;2486;p119"/>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The Disentanglement Problem</a:t>
            </a:r>
            <a:endParaRPr b="1" sz="4100">
              <a:solidFill>
                <a:schemeClr val="dk1"/>
              </a:solidFill>
              <a:latin typeface="Poppins"/>
              <a:ea typeface="Poppins"/>
              <a:cs typeface="Poppins"/>
              <a:sym typeface="Poppins"/>
            </a:endParaRPr>
          </a:p>
        </p:txBody>
      </p:sp>
      <p:sp>
        <p:nvSpPr>
          <p:cNvPr id="2487" name="Google Shape;2487;p119"/>
          <p:cNvSpPr txBox="1"/>
          <p:nvPr/>
        </p:nvSpPr>
        <p:spPr>
          <a:xfrm>
            <a:off x="771150" y="1749576"/>
            <a:ext cx="7782000" cy="1260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600">
                <a:solidFill>
                  <a:schemeClr val="dk2"/>
                </a:solidFill>
                <a:latin typeface="Lato"/>
                <a:ea typeface="Lato"/>
                <a:cs typeface="Lato"/>
                <a:sym typeface="Lato"/>
              </a:rPr>
              <a:t>Unlike images, where content and style can be separated visually, in music they are deeply intertwined and audio signals are complex and high dimensional.</a:t>
            </a:r>
            <a:endParaRPr sz="2600">
              <a:solidFill>
                <a:schemeClr val="dk2"/>
              </a:solidFill>
              <a:latin typeface="Lato"/>
              <a:ea typeface="Lato"/>
              <a:cs typeface="Lato"/>
              <a:sym typeface="Lato"/>
            </a:endParaRPr>
          </a:p>
          <a:p>
            <a:pPr indent="0" lvl="0" marL="0" rtl="0" algn="l">
              <a:lnSpc>
                <a:spcPct val="115000"/>
              </a:lnSpc>
              <a:spcBef>
                <a:spcPts val="1200"/>
              </a:spcBef>
              <a:spcAft>
                <a:spcPts val="0"/>
              </a:spcAft>
              <a:buNone/>
            </a:pPr>
            <a:r>
              <a:t/>
            </a:r>
            <a:endParaRPr sz="2300">
              <a:solidFill>
                <a:schemeClr val="dk2"/>
              </a:solidFill>
              <a:latin typeface="Lato"/>
              <a:ea typeface="Lato"/>
              <a:cs typeface="Lato"/>
              <a:sym typeface="Lato"/>
            </a:endParaRPr>
          </a:p>
          <a:p>
            <a:pPr indent="0" lvl="0" marL="0" rtl="0" algn="l">
              <a:spcBef>
                <a:spcPts val="1200"/>
              </a:spcBef>
              <a:spcAft>
                <a:spcPts val="0"/>
              </a:spcAft>
              <a:buNone/>
            </a:pPr>
            <a:r>
              <a:t/>
            </a:r>
            <a:endParaRPr sz="2300">
              <a:solidFill>
                <a:schemeClr val="dk2"/>
              </a:solidFill>
              <a:latin typeface="Lato"/>
              <a:ea typeface="Lato"/>
              <a:cs typeface="Lato"/>
              <a:sym typeface="Lato"/>
            </a:endParaRPr>
          </a:p>
          <a:p>
            <a:pPr indent="0" lvl="0" marL="0" rtl="0" algn="l">
              <a:spcBef>
                <a:spcPts val="0"/>
              </a:spcBef>
              <a:spcAft>
                <a:spcPts val="0"/>
              </a:spcAft>
              <a:buNone/>
            </a:pPr>
            <a:r>
              <a:t/>
            </a:r>
            <a:endParaRPr sz="2300">
              <a:solidFill>
                <a:schemeClr val="dk2"/>
              </a:solidFill>
              <a:latin typeface="Lato"/>
              <a:ea typeface="Lato"/>
              <a:cs typeface="Lato"/>
              <a:sym typeface="Lato"/>
            </a:endParaRPr>
          </a:p>
        </p:txBody>
      </p:sp>
      <p:sp>
        <p:nvSpPr>
          <p:cNvPr id="2488" name="Google Shape;2488;p119"/>
          <p:cNvSpPr txBox="1"/>
          <p:nvPr/>
        </p:nvSpPr>
        <p:spPr>
          <a:xfrm>
            <a:off x="593100" y="1009764"/>
            <a:ext cx="8138100" cy="739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3200">
                <a:solidFill>
                  <a:schemeClr val="dk2"/>
                </a:solidFill>
                <a:latin typeface="Lato"/>
                <a:ea typeface="Lato"/>
                <a:cs typeface="Lato"/>
                <a:sym typeface="Lato"/>
              </a:rPr>
              <a:t>Separating style and content is not simple</a:t>
            </a:r>
            <a:endParaRPr sz="2600">
              <a:solidFill>
                <a:schemeClr val="dk2"/>
              </a:solidFill>
              <a:latin typeface="Lato"/>
              <a:ea typeface="Lato"/>
              <a:cs typeface="Lato"/>
              <a:sym typeface="Lato"/>
            </a:endParaRPr>
          </a:p>
        </p:txBody>
      </p:sp>
      <p:pic>
        <p:nvPicPr>
          <p:cNvPr id="2489" name="Google Shape;2489;p119"/>
          <p:cNvPicPr preferRelativeResize="0"/>
          <p:nvPr/>
        </p:nvPicPr>
        <p:blipFill rotWithShape="1">
          <a:blip r:embed="rId3">
            <a:alphaModFix/>
          </a:blip>
          <a:srcRect b="20295" l="0" r="0" t="30373"/>
          <a:stretch/>
        </p:blipFill>
        <p:spPr>
          <a:xfrm>
            <a:off x="3234450" y="3090000"/>
            <a:ext cx="4801925" cy="1579275"/>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3" name="Shape 2493"/>
        <p:cNvGrpSpPr/>
        <p:nvPr/>
      </p:nvGrpSpPr>
      <p:grpSpPr>
        <a:xfrm>
          <a:off x="0" y="0"/>
          <a:ext cx="0" cy="0"/>
          <a:chOff x="0" y="0"/>
          <a:chExt cx="0" cy="0"/>
        </a:xfrm>
      </p:grpSpPr>
      <p:sp>
        <p:nvSpPr>
          <p:cNvPr id="2494" name="Google Shape;2494;p120"/>
          <p:cNvSpPr txBox="1"/>
          <p:nvPr/>
        </p:nvSpPr>
        <p:spPr>
          <a:xfrm>
            <a:off x="1138500" y="68357"/>
            <a:ext cx="6867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The Representation Problem</a:t>
            </a:r>
            <a:endParaRPr b="1" sz="4100">
              <a:solidFill>
                <a:schemeClr val="dk1"/>
              </a:solidFill>
              <a:latin typeface="Poppins"/>
              <a:ea typeface="Poppins"/>
              <a:cs typeface="Poppins"/>
              <a:sym typeface="Poppins"/>
            </a:endParaRPr>
          </a:p>
        </p:txBody>
      </p:sp>
      <p:sp>
        <p:nvSpPr>
          <p:cNvPr id="2495" name="Google Shape;2495;p120"/>
          <p:cNvSpPr txBox="1"/>
          <p:nvPr/>
        </p:nvSpPr>
        <p:spPr>
          <a:xfrm>
            <a:off x="567725" y="1518325"/>
            <a:ext cx="8184900" cy="260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600">
                <a:solidFill>
                  <a:schemeClr val="dk2"/>
                </a:solidFill>
                <a:latin typeface="Lato"/>
                <a:ea typeface="Lato"/>
                <a:cs typeface="Lato"/>
                <a:sym typeface="Lato"/>
              </a:rPr>
              <a:t> </a:t>
            </a:r>
            <a:endParaRPr sz="2600">
              <a:solidFill>
                <a:schemeClr val="dk2"/>
              </a:solidFill>
              <a:latin typeface="Lato"/>
              <a:ea typeface="Lato"/>
              <a:cs typeface="Lato"/>
              <a:sym typeface="Lato"/>
            </a:endParaRPr>
          </a:p>
          <a:p>
            <a:pPr indent="0" lvl="0" marL="0" rtl="0" algn="l">
              <a:spcBef>
                <a:spcPts val="0"/>
              </a:spcBef>
              <a:spcAft>
                <a:spcPts val="0"/>
              </a:spcAft>
              <a:buNone/>
            </a:pPr>
            <a:r>
              <a:rPr lang="en" sz="2600">
                <a:solidFill>
                  <a:schemeClr val="dk2"/>
                </a:solidFill>
                <a:latin typeface="Lato"/>
                <a:ea typeface="Lato"/>
                <a:cs typeface="Lato"/>
                <a:sym typeface="Lato"/>
              </a:rPr>
              <a:t>In order to do style transfer, there needs to exist a representation that is expressive enough for controllable transfer</a:t>
            </a:r>
            <a:endParaRPr sz="2600">
              <a:solidFill>
                <a:schemeClr val="dk2"/>
              </a:solidFill>
              <a:latin typeface="Lato"/>
              <a:ea typeface="Lato"/>
              <a:cs typeface="Lato"/>
              <a:sym typeface="Lato"/>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9" name="Shape 2499"/>
        <p:cNvGrpSpPr/>
        <p:nvPr/>
      </p:nvGrpSpPr>
      <p:grpSpPr>
        <a:xfrm>
          <a:off x="0" y="0"/>
          <a:ext cx="0" cy="0"/>
          <a:chOff x="0" y="0"/>
          <a:chExt cx="0" cy="0"/>
        </a:xfrm>
      </p:grpSpPr>
      <p:sp>
        <p:nvSpPr>
          <p:cNvPr id="2500" name="Google Shape;2500;p121"/>
          <p:cNvSpPr txBox="1"/>
          <p:nvPr/>
        </p:nvSpPr>
        <p:spPr>
          <a:xfrm>
            <a:off x="979050" y="274225"/>
            <a:ext cx="71859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Audio Representations</a:t>
            </a:r>
            <a:endParaRPr b="1" sz="4100">
              <a:solidFill>
                <a:schemeClr val="dk1"/>
              </a:solidFill>
              <a:latin typeface="Poppins"/>
              <a:ea typeface="Poppins"/>
              <a:cs typeface="Poppins"/>
              <a:sym typeface="Poppins"/>
            </a:endParaRPr>
          </a:p>
        </p:txBody>
      </p:sp>
      <p:sp>
        <p:nvSpPr>
          <p:cNvPr id="2501" name="Google Shape;2501;p121"/>
          <p:cNvSpPr txBox="1"/>
          <p:nvPr/>
        </p:nvSpPr>
        <p:spPr>
          <a:xfrm>
            <a:off x="561175" y="1108550"/>
            <a:ext cx="7316100" cy="3381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600">
                <a:solidFill>
                  <a:schemeClr val="dk2"/>
                </a:solidFill>
                <a:latin typeface="Lato"/>
                <a:ea typeface="Lato"/>
                <a:cs typeface="Lato"/>
                <a:sym typeface="Lato"/>
              </a:rPr>
              <a:t>Audio can be represented as:</a:t>
            </a:r>
            <a:endParaRPr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MIDI </a:t>
            </a:r>
            <a:endParaRPr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Spectrogram</a:t>
            </a:r>
            <a:endParaRPr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Raw </a:t>
            </a:r>
            <a:r>
              <a:rPr lang="en" sz="2600">
                <a:solidFill>
                  <a:schemeClr val="dk2"/>
                </a:solidFill>
                <a:latin typeface="Lato"/>
                <a:ea typeface="Lato"/>
                <a:cs typeface="Lato"/>
                <a:sym typeface="Lato"/>
              </a:rPr>
              <a:t>waveforms</a:t>
            </a:r>
            <a:endParaRPr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a:p>
            <a:pPr indent="0" lvl="0" marL="457200" rtl="0" algn="l">
              <a:spcBef>
                <a:spcPts val="0"/>
              </a:spcBef>
              <a:spcAft>
                <a:spcPts val="0"/>
              </a:spcAft>
              <a:buNone/>
            </a:pPr>
            <a:r>
              <a:t/>
            </a:r>
            <a:endParaRPr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p:txBody>
      </p:sp>
      <p:pic>
        <p:nvPicPr>
          <p:cNvPr id="2502" name="Google Shape;2502;p121"/>
          <p:cNvPicPr preferRelativeResize="0"/>
          <p:nvPr/>
        </p:nvPicPr>
        <p:blipFill>
          <a:blip r:embed="rId3">
            <a:alphaModFix/>
          </a:blip>
          <a:stretch>
            <a:fillRect/>
          </a:stretch>
        </p:blipFill>
        <p:spPr>
          <a:xfrm>
            <a:off x="6410075" y="3856450"/>
            <a:ext cx="2506300" cy="1253150"/>
          </a:xfrm>
          <a:prstGeom prst="rect">
            <a:avLst/>
          </a:prstGeom>
          <a:noFill/>
          <a:ln>
            <a:noFill/>
          </a:ln>
        </p:spPr>
      </p:pic>
      <p:pic>
        <p:nvPicPr>
          <p:cNvPr id="2503" name="Google Shape;2503;p121"/>
          <p:cNvPicPr preferRelativeResize="0"/>
          <p:nvPr/>
        </p:nvPicPr>
        <p:blipFill>
          <a:blip r:embed="rId4">
            <a:alphaModFix/>
          </a:blip>
          <a:stretch>
            <a:fillRect/>
          </a:stretch>
        </p:blipFill>
        <p:spPr>
          <a:xfrm>
            <a:off x="6647593" y="2631800"/>
            <a:ext cx="2268785" cy="1128863"/>
          </a:xfrm>
          <a:prstGeom prst="rect">
            <a:avLst/>
          </a:prstGeom>
          <a:noFill/>
          <a:ln>
            <a:noFill/>
          </a:ln>
        </p:spPr>
      </p:pic>
      <p:pic>
        <p:nvPicPr>
          <p:cNvPr id="2504" name="Google Shape;2504;p121"/>
          <p:cNvPicPr preferRelativeResize="0"/>
          <p:nvPr/>
        </p:nvPicPr>
        <p:blipFill rotWithShape="1">
          <a:blip r:embed="rId5">
            <a:alphaModFix/>
          </a:blip>
          <a:srcRect b="9806" l="0" r="0" t="18725"/>
          <a:stretch/>
        </p:blipFill>
        <p:spPr>
          <a:xfrm>
            <a:off x="4523450" y="1600475"/>
            <a:ext cx="4440050" cy="971275"/>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8" name="Shape 2508"/>
        <p:cNvGrpSpPr/>
        <p:nvPr/>
      </p:nvGrpSpPr>
      <p:grpSpPr>
        <a:xfrm>
          <a:off x="0" y="0"/>
          <a:ext cx="0" cy="0"/>
          <a:chOff x="0" y="0"/>
          <a:chExt cx="0" cy="0"/>
        </a:xfrm>
      </p:grpSpPr>
      <p:sp>
        <p:nvSpPr>
          <p:cNvPr id="2509" name="Google Shape;2509;p122"/>
          <p:cNvSpPr txBox="1"/>
          <p:nvPr/>
        </p:nvSpPr>
        <p:spPr>
          <a:xfrm>
            <a:off x="979050" y="274225"/>
            <a:ext cx="71859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Audio Representations</a:t>
            </a:r>
            <a:endParaRPr b="1" sz="4100">
              <a:solidFill>
                <a:schemeClr val="dk1"/>
              </a:solidFill>
              <a:latin typeface="Poppins"/>
              <a:ea typeface="Poppins"/>
              <a:cs typeface="Poppins"/>
              <a:sym typeface="Poppins"/>
            </a:endParaRPr>
          </a:p>
        </p:txBody>
      </p:sp>
      <p:sp>
        <p:nvSpPr>
          <p:cNvPr id="2510" name="Google Shape;2510;p122"/>
          <p:cNvSpPr txBox="1"/>
          <p:nvPr/>
        </p:nvSpPr>
        <p:spPr>
          <a:xfrm>
            <a:off x="458775" y="1097175"/>
            <a:ext cx="4389600" cy="3381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600">
                <a:solidFill>
                  <a:schemeClr val="dk2"/>
                </a:solidFill>
                <a:latin typeface="Lato"/>
                <a:ea typeface="Lato"/>
                <a:cs typeface="Lato"/>
                <a:sym typeface="Lato"/>
              </a:rPr>
              <a:t>MIDI</a:t>
            </a:r>
            <a:endParaRPr b="1" sz="2600">
              <a:solidFill>
                <a:schemeClr val="dk2"/>
              </a:solidFill>
              <a:latin typeface="Lato"/>
              <a:ea typeface="Lato"/>
              <a:cs typeface="Lato"/>
              <a:sym typeface="Lato"/>
            </a:endParaRPr>
          </a:p>
          <a:p>
            <a:pPr indent="0" lvl="0" marL="0" rtl="0" algn="l">
              <a:spcBef>
                <a:spcPts val="0"/>
              </a:spcBef>
              <a:spcAft>
                <a:spcPts val="0"/>
              </a:spcAft>
              <a:buNone/>
            </a:pPr>
            <a:r>
              <a:t/>
            </a:r>
            <a:endParaRPr sz="2300">
              <a:solidFill>
                <a:schemeClr val="dk2"/>
              </a:solidFill>
              <a:latin typeface="Lato"/>
              <a:ea typeface="Lato"/>
              <a:cs typeface="Lato"/>
              <a:sym typeface="Lato"/>
            </a:endParaRPr>
          </a:p>
          <a:p>
            <a:pPr indent="-374650" lvl="0" marL="457200" rtl="0" algn="l">
              <a:lnSpc>
                <a:spcPct val="150000"/>
              </a:lnSpc>
              <a:spcBef>
                <a:spcPts val="0"/>
              </a:spcBef>
              <a:spcAft>
                <a:spcPts val="0"/>
              </a:spcAft>
              <a:buClr>
                <a:schemeClr val="dk2"/>
              </a:buClr>
              <a:buSzPts val="2300"/>
              <a:buFont typeface="Lato"/>
              <a:buChar char="●"/>
            </a:pPr>
            <a:r>
              <a:rPr lang="en" sz="2300">
                <a:solidFill>
                  <a:schemeClr val="dk2"/>
                </a:solidFill>
                <a:latin typeface="Lato"/>
                <a:ea typeface="Lato"/>
                <a:cs typeface="Lato"/>
                <a:sym typeface="Lato"/>
              </a:rPr>
              <a:t>A MIDI file stores information about notes but not specific sounds</a:t>
            </a:r>
            <a:endParaRPr sz="2300">
              <a:solidFill>
                <a:schemeClr val="dk2"/>
              </a:solidFill>
              <a:latin typeface="Lato"/>
              <a:ea typeface="Lato"/>
              <a:cs typeface="Lato"/>
              <a:sym typeface="Lato"/>
            </a:endParaRPr>
          </a:p>
          <a:p>
            <a:pPr indent="-374650" lvl="0" marL="457200" rtl="0" algn="l">
              <a:lnSpc>
                <a:spcPct val="150000"/>
              </a:lnSpc>
              <a:spcBef>
                <a:spcPts val="0"/>
              </a:spcBef>
              <a:spcAft>
                <a:spcPts val="0"/>
              </a:spcAft>
              <a:buClr>
                <a:schemeClr val="dk2"/>
              </a:buClr>
              <a:buSzPts val="2300"/>
              <a:buFont typeface="Lato"/>
              <a:buChar char="●"/>
            </a:pPr>
            <a:r>
              <a:rPr lang="en" sz="2300">
                <a:solidFill>
                  <a:schemeClr val="dk2"/>
                </a:solidFill>
                <a:latin typeface="Lato"/>
                <a:ea typeface="Lato"/>
                <a:cs typeface="Lato"/>
                <a:sym typeface="Lato"/>
              </a:rPr>
              <a:t>small file size</a:t>
            </a:r>
            <a:endParaRPr sz="2300">
              <a:solidFill>
                <a:schemeClr val="dk2"/>
              </a:solidFill>
              <a:latin typeface="Lato"/>
              <a:ea typeface="Lato"/>
              <a:cs typeface="Lato"/>
              <a:sym typeface="Lato"/>
            </a:endParaRPr>
          </a:p>
          <a:p>
            <a:pPr indent="-374650" lvl="0" marL="457200" rtl="0" algn="l">
              <a:lnSpc>
                <a:spcPct val="150000"/>
              </a:lnSpc>
              <a:spcBef>
                <a:spcPts val="0"/>
              </a:spcBef>
              <a:spcAft>
                <a:spcPts val="0"/>
              </a:spcAft>
              <a:buClr>
                <a:schemeClr val="dk2"/>
              </a:buClr>
              <a:buSzPts val="2300"/>
              <a:buFont typeface="Lato"/>
              <a:buChar char="●"/>
            </a:pPr>
            <a:r>
              <a:rPr lang="en" sz="2300">
                <a:solidFill>
                  <a:schemeClr val="dk2"/>
                </a:solidFill>
                <a:latin typeface="Lato"/>
                <a:ea typeface="Lato"/>
                <a:cs typeface="Lato"/>
                <a:sym typeface="Lato"/>
              </a:rPr>
              <a:t>easy manipulation</a:t>
            </a:r>
            <a:endParaRPr sz="2300">
              <a:solidFill>
                <a:schemeClr val="dk2"/>
              </a:solidFill>
              <a:latin typeface="Lato"/>
              <a:ea typeface="Lato"/>
              <a:cs typeface="Lato"/>
              <a:sym typeface="Lato"/>
            </a:endParaRPr>
          </a:p>
          <a:p>
            <a:pPr indent="-374650" lvl="0" marL="457200" rtl="0" algn="l">
              <a:lnSpc>
                <a:spcPct val="150000"/>
              </a:lnSpc>
              <a:spcBef>
                <a:spcPts val="0"/>
              </a:spcBef>
              <a:spcAft>
                <a:spcPts val="0"/>
              </a:spcAft>
              <a:buClr>
                <a:schemeClr val="dk2"/>
              </a:buClr>
              <a:buSzPts val="2300"/>
              <a:buFont typeface="Lato"/>
              <a:buChar char="●"/>
            </a:pPr>
            <a:r>
              <a:rPr lang="en" sz="2300">
                <a:solidFill>
                  <a:schemeClr val="dk2"/>
                </a:solidFill>
                <a:latin typeface="Lato"/>
                <a:ea typeface="Lato"/>
                <a:cs typeface="Lato"/>
                <a:sym typeface="Lato"/>
              </a:rPr>
              <a:t>some information lost</a:t>
            </a:r>
            <a:endParaRPr b="1"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p:txBody>
      </p:sp>
      <p:pic>
        <p:nvPicPr>
          <p:cNvPr id="2511" name="Google Shape;2511;p122"/>
          <p:cNvPicPr preferRelativeResize="0"/>
          <p:nvPr/>
        </p:nvPicPr>
        <p:blipFill>
          <a:blip r:embed="rId3">
            <a:alphaModFix/>
          </a:blip>
          <a:stretch>
            <a:fillRect/>
          </a:stretch>
        </p:blipFill>
        <p:spPr>
          <a:xfrm>
            <a:off x="4654925" y="1582475"/>
            <a:ext cx="4389576" cy="229720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5" name="Shape 2515"/>
        <p:cNvGrpSpPr/>
        <p:nvPr/>
      </p:nvGrpSpPr>
      <p:grpSpPr>
        <a:xfrm>
          <a:off x="0" y="0"/>
          <a:ext cx="0" cy="0"/>
          <a:chOff x="0" y="0"/>
          <a:chExt cx="0" cy="0"/>
        </a:xfrm>
      </p:grpSpPr>
      <p:sp>
        <p:nvSpPr>
          <p:cNvPr id="2516" name="Google Shape;2516;p123"/>
          <p:cNvSpPr txBox="1"/>
          <p:nvPr/>
        </p:nvSpPr>
        <p:spPr>
          <a:xfrm>
            <a:off x="979050" y="274225"/>
            <a:ext cx="71859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Audio Representations</a:t>
            </a:r>
            <a:endParaRPr b="1" sz="4100">
              <a:solidFill>
                <a:schemeClr val="dk1"/>
              </a:solidFill>
              <a:latin typeface="Poppins"/>
              <a:ea typeface="Poppins"/>
              <a:cs typeface="Poppins"/>
              <a:sym typeface="Poppins"/>
            </a:endParaRPr>
          </a:p>
        </p:txBody>
      </p:sp>
      <p:sp>
        <p:nvSpPr>
          <p:cNvPr id="2517" name="Google Shape;2517;p123"/>
          <p:cNvSpPr txBox="1"/>
          <p:nvPr/>
        </p:nvSpPr>
        <p:spPr>
          <a:xfrm>
            <a:off x="601250" y="1108550"/>
            <a:ext cx="5025900" cy="3381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600">
                <a:solidFill>
                  <a:schemeClr val="dk2"/>
                </a:solidFill>
                <a:latin typeface="Lato"/>
                <a:ea typeface="Lato"/>
                <a:cs typeface="Lato"/>
                <a:sym typeface="Lato"/>
              </a:rPr>
              <a:t>Raw waveforms</a:t>
            </a:r>
            <a:endParaRPr b="1" sz="2600">
              <a:solidFill>
                <a:schemeClr val="dk2"/>
              </a:solidFill>
              <a:latin typeface="Lato"/>
              <a:ea typeface="Lato"/>
              <a:cs typeface="Lato"/>
              <a:sym typeface="Lato"/>
            </a:endParaRPr>
          </a:p>
          <a:p>
            <a:pPr indent="0" lvl="0" marL="0" rtl="0" algn="l">
              <a:spcBef>
                <a:spcPts val="0"/>
              </a:spcBef>
              <a:spcAft>
                <a:spcPts val="0"/>
              </a:spcAft>
              <a:buNone/>
            </a:pPr>
            <a:r>
              <a:t/>
            </a:r>
            <a:endParaRPr b="1"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X-axis represents time</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Y-axis represents displacement of air molecules</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The oscillation frequency represents pitch</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Wave shape represents timbre</a:t>
            </a:r>
            <a:endParaRPr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p:txBody>
      </p:sp>
      <p:pic>
        <p:nvPicPr>
          <p:cNvPr id="2518" name="Google Shape;2518;p123"/>
          <p:cNvPicPr preferRelativeResize="0"/>
          <p:nvPr/>
        </p:nvPicPr>
        <p:blipFill>
          <a:blip r:embed="rId3">
            <a:alphaModFix/>
          </a:blip>
          <a:stretch>
            <a:fillRect/>
          </a:stretch>
        </p:blipFill>
        <p:spPr>
          <a:xfrm>
            <a:off x="5721275" y="1108550"/>
            <a:ext cx="3320175" cy="1660075"/>
          </a:xfrm>
          <a:prstGeom prst="rect">
            <a:avLst/>
          </a:prstGeom>
          <a:noFill/>
          <a:ln>
            <a:noFill/>
          </a:ln>
        </p:spPr>
      </p:pic>
      <p:pic>
        <p:nvPicPr>
          <p:cNvPr id="2519" name="Google Shape;2519;p123"/>
          <p:cNvPicPr preferRelativeResize="0"/>
          <p:nvPr/>
        </p:nvPicPr>
        <p:blipFill>
          <a:blip r:embed="rId4">
            <a:alphaModFix/>
          </a:blip>
          <a:stretch>
            <a:fillRect/>
          </a:stretch>
        </p:blipFill>
        <p:spPr>
          <a:xfrm>
            <a:off x="6189438" y="2850850"/>
            <a:ext cx="2383850" cy="2223750"/>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23" name="Shape 2523"/>
        <p:cNvGrpSpPr/>
        <p:nvPr/>
      </p:nvGrpSpPr>
      <p:grpSpPr>
        <a:xfrm>
          <a:off x="0" y="0"/>
          <a:ext cx="0" cy="0"/>
          <a:chOff x="0" y="0"/>
          <a:chExt cx="0" cy="0"/>
        </a:xfrm>
      </p:grpSpPr>
      <p:sp>
        <p:nvSpPr>
          <p:cNvPr id="2524" name="Google Shape;2524;p124"/>
          <p:cNvSpPr txBox="1"/>
          <p:nvPr/>
        </p:nvSpPr>
        <p:spPr>
          <a:xfrm>
            <a:off x="979050" y="274225"/>
            <a:ext cx="71859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Audio Representations</a:t>
            </a:r>
            <a:endParaRPr b="1" sz="4100">
              <a:solidFill>
                <a:schemeClr val="dk1"/>
              </a:solidFill>
              <a:latin typeface="Poppins"/>
              <a:ea typeface="Poppins"/>
              <a:cs typeface="Poppins"/>
              <a:sym typeface="Poppins"/>
            </a:endParaRPr>
          </a:p>
        </p:txBody>
      </p:sp>
      <p:sp>
        <p:nvSpPr>
          <p:cNvPr id="2525" name="Google Shape;2525;p124"/>
          <p:cNvSpPr txBox="1"/>
          <p:nvPr/>
        </p:nvSpPr>
        <p:spPr>
          <a:xfrm>
            <a:off x="458775" y="1097175"/>
            <a:ext cx="4607400" cy="397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600">
                <a:solidFill>
                  <a:schemeClr val="dk2"/>
                </a:solidFill>
                <a:latin typeface="Lato"/>
                <a:ea typeface="Lato"/>
                <a:cs typeface="Lato"/>
                <a:sym typeface="Lato"/>
              </a:rPr>
              <a:t>Spectrogram </a:t>
            </a:r>
            <a:endParaRPr b="1" sz="2600">
              <a:solidFill>
                <a:schemeClr val="dk2"/>
              </a:solidFill>
              <a:latin typeface="Lato"/>
              <a:ea typeface="Lato"/>
              <a:cs typeface="Lato"/>
              <a:sym typeface="Lato"/>
            </a:endParaRPr>
          </a:p>
          <a:p>
            <a:pPr indent="0" lvl="0" marL="0" rtl="0" algn="l">
              <a:spcBef>
                <a:spcPts val="0"/>
              </a:spcBef>
              <a:spcAft>
                <a:spcPts val="0"/>
              </a:spcAft>
              <a:buNone/>
            </a:pPr>
            <a:r>
              <a:t/>
            </a:r>
            <a:endParaRPr sz="2300">
              <a:solidFill>
                <a:schemeClr val="dk2"/>
              </a:solidFill>
              <a:latin typeface="Lato"/>
              <a:ea typeface="Lato"/>
              <a:cs typeface="Lato"/>
              <a:sym typeface="Lato"/>
            </a:endParaRPr>
          </a:p>
          <a:p>
            <a:pPr indent="-374650" lvl="0" marL="457200" rtl="0" algn="l">
              <a:spcBef>
                <a:spcPts val="0"/>
              </a:spcBef>
              <a:spcAft>
                <a:spcPts val="0"/>
              </a:spcAft>
              <a:buClr>
                <a:schemeClr val="dk2"/>
              </a:buClr>
              <a:buSzPts val="2300"/>
              <a:buFont typeface="Lato"/>
              <a:buChar char="●"/>
            </a:pPr>
            <a:r>
              <a:rPr lang="en" sz="2300">
                <a:solidFill>
                  <a:schemeClr val="dk2"/>
                </a:solidFill>
                <a:latin typeface="Lato"/>
                <a:ea typeface="Lato"/>
                <a:cs typeface="Lato"/>
                <a:sym typeface="Lato"/>
              </a:rPr>
              <a:t>Commonly used in style transfer model architectures</a:t>
            </a:r>
            <a:endParaRPr sz="2300">
              <a:solidFill>
                <a:schemeClr val="dk2"/>
              </a:solidFill>
              <a:latin typeface="Lato"/>
              <a:ea typeface="Lato"/>
              <a:cs typeface="Lato"/>
              <a:sym typeface="Lato"/>
            </a:endParaRPr>
          </a:p>
          <a:p>
            <a:pPr indent="-374650" lvl="0" marL="457200" rtl="0" algn="l">
              <a:spcBef>
                <a:spcPts val="0"/>
              </a:spcBef>
              <a:spcAft>
                <a:spcPts val="0"/>
              </a:spcAft>
              <a:buClr>
                <a:schemeClr val="dk2"/>
              </a:buClr>
              <a:buSzPts val="2300"/>
              <a:buFont typeface="Lato"/>
              <a:buChar char="●"/>
            </a:pPr>
            <a:r>
              <a:rPr lang="en" sz="2300">
                <a:solidFill>
                  <a:schemeClr val="dk2"/>
                </a:solidFill>
                <a:latin typeface="Lato"/>
                <a:ea typeface="Lato"/>
                <a:cs typeface="Lato"/>
                <a:sym typeface="Lato"/>
              </a:rPr>
              <a:t>X-axis represents time</a:t>
            </a:r>
            <a:endParaRPr sz="2300">
              <a:solidFill>
                <a:schemeClr val="dk2"/>
              </a:solidFill>
              <a:latin typeface="Lato"/>
              <a:ea typeface="Lato"/>
              <a:cs typeface="Lato"/>
              <a:sym typeface="Lato"/>
            </a:endParaRPr>
          </a:p>
          <a:p>
            <a:pPr indent="-374650" lvl="0" marL="457200" rtl="0" algn="l">
              <a:spcBef>
                <a:spcPts val="0"/>
              </a:spcBef>
              <a:spcAft>
                <a:spcPts val="0"/>
              </a:spcAft>
              <a:buClr>
                <a:schemeClr val="dk2"/>
              </a:buClr>
              <a:buSzPts val="2300"/>
              <a:buFont typeface="Lato"/>
              <a:buChar char="●"/>
            </a:pPr>
            <a:r>
              <a:rPr lang="en" sz="2300">
                <a:solidFill>
                  <a:schemeClr val="dk2"/>
                </a:solidFill>
                <a:latin typeface="Lato"/>
                <a:ea typeface="Lato"/>
                <a:cs typeface="Lato"/>
                <a:sym typeface="Lato"/>
              </a:rPr>
              <a:t>Y-axis represents frequency</a:t>
            </a:r>
            <a:endParaRPr sz="2300">
              <a:solidFill>
                <a:schemeClr val="dk2"/>
              </a:solidFill>
              <a:latin typeface="Lato"/>
              <a:ea typeface="Lato"/>
              <a:cs typeface="Lato"/>
              <a:sym typeface="Lato"/>
            </a:endParaRPr>
          </a:p>
          <a:p>
            <a:pPr indent="-374650" lvl="0" marL="457200" rtl="0" algn="l">
              <a:spcBef>
                <a:spcPts val="0"/>
              </a:spcBef>
              <a:spcAft>
                <a:spcPts val="0"/>
              </a:spcAft>
              <a:buClr>
                <a:schemeClr val="dk2"/>
              </a:buClr>
              <a:buSzPts val="2300"/>
              <a:buFont typeface="Lato"/>
              <a:buChar char="●"/>
            </a:pPr>
            <a:r>
              <a:rPr lang="en" sz="2300">
                <a:solidFill>
                  <a:schemeClr val="dk2"/>
                </a:solidFill>
                <a:latin typeface="Lato"/>
                <a:ea typeface="Lato"/>
                <a:cs typeface="Lato"/>
                <a:sym typeface="Lato"/>
              </a:rPr>
              <a:t>Color intensity represents strength of the frequency</a:t>
            </a:r>
            <a:endParaRPr sz="2300">
              <a:solidFill>
                <a:schemeClr val="dk2"/>
              </a:solidFill>
              <a:latin typeface="Lato"/>
              <a:ea typeface="Lato"/>
              <a:cs typeface="Lato"/>
              <a:sym typeface="Lato"/>
            </a:endParaRPr>
          </a:p>
          <a:p>
            <a:pPr indent="-374650" lvl="0" marL="457200" rtl="0" algn="l">
              <a:spcBef>
                <a:spcPts val="0"/>
              </a:spcBef>
              <a:spcAft>
                <a:spcPts val="0"/>
              </a:spcAft>
              <a:buClr>
                <a:schemeClr val="dk2"/>
              </a:buClr>
              <a:buSzPts val="2300"/>
              <a:buFont typeface="Lato"/>
              <a:buChar char="●"/>
            </a:pPr>
            <a:r>
              <a:rPr lang="en" sz="2300">
                <a:solidFill>
                  <a:schemeClr val="dk2"/>
                </a:solidFill>
                <a:latin typeface="Lato"/>
                <a:ea typeface="Lato"/>
                <a:cs typeface="Lato"/>
                <a:sym typeface="Lato"/>
              </a:rPr>
              <a:t>Calculated from raw waveforms using Short Time Fourier Transform</a:t>
            </a:r>
            <a:endParaRPr sz="2300">
              <a:solidFill>
                <a:schemeClr val="dk2"/>
              </a:solidFill>
              <a:latin typeface="Lato"/>
              <a:ea typeface="Lato"/>
              <a:cs typeface="Lato"/>
              <a:sym typeface="Lato"/>
            </a:endParaRPr>
          </a:p>
          <a:p>
            <a:pPr indent="0" lvl="0" marL="0" rtl="0" algn="l">
              <a:spcBef>
                <a:spcPts val="0"/>
              </a:spcBef>
              <a:spcAft>
                <a:spcPts val="0"/>
              </a:spcAft>
              <a:buNone/>
            </a:pPr>
            <a:r>
              <a:t/>
            </a:r>
            <a:endParaRPr sz="23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p:txBody>
      </p:sp>
      <p:pic>
        <p:nvPicPr>
          <p:cNvPr id="2526" name="Google Shape;2526;p124"/>
          <p:cNvPicPr preferRelativeResize="0"/>
          <p:nvPr/>
        </p:nvPicPr>
        <p:blipFill>
          <a:blip r:embed="rId3">
            <a:alphaModFix/>
          </a:blip>
          <a:stretch>
            <a:fillRect/>
          </a:stretch>
        </p:blipFill>
        <p:spPr>
          <a:xfrm>
            <a:off x="5066174" y="1097178"/>
            <a:ext cx="3729674" cy="1855749"/>
          </a:xfrm>
          <a:prstGeom prst="rect">
            <a:avLst/>
          </a:prstGeom>
          <a:noFill/>
          <a:ln>
            <a:noFill/>
          </a:ln>
        </p:spPr>
      </p:pic>
      <p:pic>
        <p:nvPicPr>
          <p:cNvPr id="2527" name="Google Shape;2527;p124"/>
          <p:cNvPicPr preferRelativeResize="0"/>
          <p:nvPr/>
        </p:nvPicPr>
        <p:blipFill>
          <a:blip r:embed="rId4">
            <a:alphaModFix/>
          </a:blip>
          <a:stretch>
            <a:fillRect/>
          </a:stretch>
        </p:blipFill>
        <p:spPr>
          <a:xfrm>
            <a:off x="5250992" y="3129669"/>
            <a:ext cx="3360046" cy="174785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31" name="Shape 2531"/>
        <p:cNvGrpSpPr/>
        <p:nvPr/>
      </p:nvGrpSpPr>
      <p:grpSpPr>
        <a:xfrm>
          <a:off x="0" y="0"/>
          <a:ext cx="0" cy="0"/>
          <a:chOff x="0" y="0"/>
          <a:chExt cx="0" cy="0"/>
        </a:xfrm>
      </p:grpSpPr>
      <p:sp>
        <p:nvSpPr>
          <p:cNvPr id="2532" name="Google Shape;2532;p125"/>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Short Time Fourier Transform</a:t>
            </a:r>
            <a:endParaRPr b="1" sz="4100">
              <a:solidFill>
                <a:schemeClr val="dk1"/>
              </a:solidFill>
              <a:latin typeface="Poppins"/>
              <a:ea typeface="Poppins"/>
              <a:cs typeface="Poppins"/>
              <a:sym typeface="Poppins"/>
            </a:endParaRPr>
          </a:p>
        </p:txBody>
      </p:sp>
      <p:sp>
        <p:nvSpPr>
          <p:cNvPr id="2533" name="Google Shape;2533;p125"/>
          <p:cNvSpPr txBox="1"/>
          <p:nvPr/>
        </p:nvSpPr>
        <p:spPr>
          <a:xfrm>
            <a:off x="685050" y="1358700"/>
            <a:ext cx="7942800" cy="3413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600">
                <a:solidFill>
                  <a:schemeClr val="dk2"/>
                </a:solidFill>
                <a:latin typeface="Lato"/>
                <a:ea typeface="Lato"/>
                <a:cs typeface="Lato"/>
                <a:sym typeface="Lato"/>
              </a:rPr>
              <a:t>Fourier Transform: </a:t>
            </a:r>
            <a:r>
              <a:rPr lang="en" sz="2200">
                <a:solidFill>
                  <a:schemeClr val="dk2"/>
                </a:solidFill>
                <a:latin typeface="Lato"/>
                <a:ea typeface="Lato"/>
                <a:cs typeface="Lato"/>
                <a:sym typeface="Lato"/>
              </a:rPr>
              <a:t>Tells us what a signal is made out of</a:t>
            </a:r>
            <a:endParaRPr sz="2200">
              <a:solidFill>
                <a:schemeClr val="dk2"/>
              </a:solidFill>
              <a:latin typeface="Lato"/>
              <a:ea typeface="Lato"/>
              <a:cs typeface="Lato"/>
              <a:sym typeface="Lato"/>
            </a:endParaRPr>
          </a:p>
          <a:p>
            <a:pPr indent="0" lvl="0" marL="0" rtl="0" algn="l">
              <a:spcBef>
                <a:spcPts val="0"/>
              </a:spcBef>
              <a:spcAft>
                <a:spcPts val="0"/>
              </a:spcAft>
              <a:buNone/>
            </a:pPr>
            <a:r>
              <a:t/>
            </a:r>
            <a:endParaRPr sz="2200">
              <a:solidFill>
                <a:schemeClr val="dk2"/>
              </a:solidFill>
              <a:latin typeface="Lato"/>
              <a:ea typeface="Lato"/>
              <a:cs typeface="Lato"/>
              <a:sym typeface="Lato"/>
            </a:endParaRPr>
          </a:p>
          <a:p>
            <a:pPr indent="0" lvl="0" marL="0" rtl="0" algn="l">
              <a:spcBef>
                <a:spcPts val="0"/>
              </a:spcBef>
              <a:spcAft>
                <a:spcPts val="0"/>
              </a:spcAft>
              <a:buNone/>
            </a:pPr>
            <a:r>
              <a:rPr lang="en" sz="2200">
                <a:solidFill>
                  <a:schemeClr val="dk2"/>
                </a:solidFill>
                <a:latin typeface="Lato"/>
                <a:ea typeface="Lato"/>
                <a:cs typeface="Lato"/>
                <a:sym typeface="Lato"/>
              </a:rPr>
              <a:t>Signals can be made out of individual sinusoids with properties like their frequency, amplitude, and position in the signal.</a:t>
            </a:r>
            <a:endParaRPr sz="2200">
              <a:solidFill>
                <a:schemeClr val="dk2"/>
              </a:solidFill>
              <a:latin typeface="Lato"/>
              <a:ea typeface="Lato"/>
              <a:cs typeface="Lato"/>
              <a:sym typeface="Lato"/>
            </a:endParaRPr>
          </a:p>
          <a:p>
            <a:pPr indent="0" lvl="0" marL="0" rtl="0" algn="l">
              <a:spcBef>
                <a:spcPts val="0"/>
              </a:spcBef>
              <a:spcAft>
                <a:spcPts val="0"/>
              </a:spcAft>
              <a:buNone/>
            </a:pPr>
            <a:r>
              <a:t/>
            </a:r>
            <a:endParaRPr sz="2200">
              <a:solidFill>
                <a:schemeClr val="dk2"/>
              </a:solidFill>
              <a:latin typeface="Lato"/>
              <a:ea typeface="Lato"/>
              <a:cs typeface="Lato"/>
              <a:sym typeface="Lato"/>
            </a:endParaRPr>
          </a:p>
          <a:p>
            <a:pPr indent="0" lvl="0" marL="0" rtl="0" algn="l">
              <a:spcBef>
                <a:spcPts val="0"/>
              </a:spcBef>
              <a:spcAft>
                <a:spcPts val="0"/>
              </a:spcAft>
              <a:buNone/>
            </a:pPr>
            <a:r>
              <a:rPr lang="en" sz="2200">
                <a:solidFill>
                  <a:schemeClr val="dk2"/>
                </a:solidFill>
                <a:latin typeface="Lato"/>
                <a:ea typeface="Lato"/>
                <a:cs typeface="Lato"/>
                <a:sym typeface="Lato"/>
              </a:rPr>
              <a:t>It answers the questions: What frequencies are inside this signal</a:t>
            </a:r>
            <a:endParaRPr sz="2200">
              <a:solidFill>
                <a:schemeClr val="dk2"/>
              </a:solidFill>
              <a:latin typeface="Lato"/>
              <a:ea typeface="Lato"/>
              <a:cs typeface="Lato"/>
              <a:sym typeface="Lato"/>
            </a:endParaRPr>
          </a:p>
          <a:p>
            <a:pPr indent="0" lvl="0" marL="0" rtl="0" algn="l">
              <a:spcBef>
                <a:spcPts val="0"/>
              </a:spcBef>
              <a:spcAft>
                <a:spcPts val="0"/>
              </a:spcAft>
              <a:buNone/>
            </a:pPr>
            <a:r>
              <a:t/>
            </a:r>
            <a:endParaRPr sz="2200">
              <a:solidFill>
                <a:schemeClr val="dk2"/>
              </a:solidFill>
              <a:latin typeface="Lato"/>
              <a:ea typeface="Lato"/>
              <a:cs typeface="Lato"/>
              <a:sym typeface="Lato"/>
            </a:endParaRPr>
          </a:p>
          <a:p>
            <a:pPr indent="0" lvl="0" marL="0" rtl="0" algn="l">
              <a:spcBef>
                <a:spcPts val="0"/>
              </a:spcBef>
              <a:spcAft>
                <a:spcPts val="0"/>
              </a:spcAft>
              <a:buNone/>
            </a:pPr>
            <a:r>
              <a:t/>
            </a:r>
            <a:endParaRPr sz="2200">
              <a:solidFill>
                <a:schemeClr val="dk2"/>
              </a:solidFill>
              <a:latin typeface="Lato"/>
              <a:ea typeface="Lato"/>
              <a:cs typeface="Lato"/>
              <a:sym typeface="Lato"/>
            </a:endParaRPr>
          </a:p>
          <a:p>
            <a:pPr indent="0" lvl="0" marL="0" rtl="0" algn="l">
              <a:spcBef>
                <a:spcPts val="0"/>
              </a:spcBef>
              <a:spcAft>
                <a:spcPts val="0"/>
              </a:spcAft>
              <a:buNone/>
            </a:pPr>
            <a:r>
              <a:t/>
            </a:r>
            <a:endParaRPr b="1" sz="2600">
              <a:solidFill>
                <a:schemeClr val="dk2"/>
              </a:solidFill>
              <a:latin typeface="Lato"/>
              <a:ea typeface="Lato"/>
              <a:cs typeface="Lato"/>
              <a:sym typeface="Lato"/>
            </a:endParaRPr>
          </a:p>
          <a:p>
            <a:pPr indent="0" lvl="0" marL="0" rtl="0" algn="l">
              <a:spcBef>
                <a:spcPts val="0"/>
              </a:spcBef>
              <a:spcAft>
                <a:spcPts val="0"/>
              </a:spcAft>
              <a:buNone/>
            </a:pPr>
            <a:r>
              <a:t/>
            </a:r>
            <a:endParaRPr b="1" sz="2300">
              <a:solidFill>
                <a:schemeClr val="dk2"/>
              </a:solidFill>
              <a:latin typeface="Lato"/>
              <a:ea typeface="Lato"/>
              <a:cs typeface="Lato"/>
              <a:sym typeface="Lato"/>
            </a:endParaRPr>
          </a:p>
        </p:txBody>
      </p:sp>
      <p:pic>
        <p:nvPicPr>
          <p:cNvPr id="2534" name="Google Shape;2534;p125"/>
          <p:cNvPicPr preferRelativeResize="0"/>
          <p:nvPr/>
        </p:nvPicPr>
        <p:blipFill>
          <a:blip r:embed="rId3">
            <a:alphaModFix/>
          </a:blip>
          <a:stretch>
            <a:fillRect/>
          </a:stretch>
        </p:blipFill>
        <p:spPr>
          <a:xfrm>
            <a:off x="2303732" y="3737682"/>
            <a:ext cx="4536550" cy="126095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38" name="Shape 2538"/>
        <p:cNvGrpSpPr/>
        <p:nvPr/>
      </p:nvGrpSpPr>
      <p:grpSpPr>
        <a:xfrm>
          <a:off x="0" y="0"/>
          <a:ext cx="0" cy="0"/>
          <a:chOff x="0" y="0"/>
          <a:chExt cx="0" cy="0"/>
        </a:xfrm>
      </p:grpSpPr>
      <p:sp>
        <p:nvSpPr>
          <p:cNvPr id="2539" name="Google Shape;2539;p126"/>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Short Time Fourier Transform</a:t>
            </a:r>
            <a:endParaRPr b="1" sz="4100">
              <a:solidFill>
                <a:schemeClr val="dk1"/>
              </a:solidFill>
              <a:latin typeface="Poppins"/>
              <a:ea typeface="Poppins"/>
              <a:cs typeface="Poppins"/>
              <a:sym typeface="Poppins"/>
            </a:endParaRPr>
          </a:p>
        </p:txBody>
      </p:sp>
      <p:sp>
        <p:nvSpPr>
          <p:cNvPr id="2540" name="Google Shape;2540;p126"/>
          <p:cNvSpPr txBox="1"/>
          <p:nvPr/>
        </p:nvSpPr>
        <p:spPr>
          <a:xfrm>
            <a:off x="685050" y="2457950"/>
            <a:ext cx="7556100" cy="1322700"/>
          </a:xfrm>
          <a:prstGeom prst="rect">
            <a:avLst/>
          </a:prstGeom>
          <a:noFill/>
          <a:ln>
            <a:noFill/>
          </a:ln>
        </p:spPr>
        <p:txBody>
          <a:bodyPr anchorCtr="0" anchor="t" bIns="91425" lIns="91425" spcFirstLastPara="1" rIns="91425" wrap="square" tIns="91425">
            <a:noAutofit/>
          </a:bodyPr>
          <a:lstStyle/>
          <a:p>
            <a:pPr indent="0" lvl="0" marL="0" rtl="0" algn="l">
              <a:lnSpc>
                <a:spcPct val="150000"/>
              </a:lnSpc>
              <a:spcBef>
                <a:spcPts val="0"/>
              </a:spcBef>
              <a:spcAft>
                <a:spcPts val="0"/>
              </a:spcAft>
              <a:buNone/>
            </a:pPr>
            <a:r>
              <a:rPr lang="en" sz="2300">
                <a:solidFill>
                  <a:schemeClr val="dk2"/>
                </a:solidFill>
                <a:latin typeface="Lato"/>
                <a:ea typeface="Lato"/>
                <a:cs typeface="Lato"/>
                <a:sym typeface="Lato"/>
              </a:rPr>
              <a:t>f(t): Audio signal</a:t>
            </a:r>
            <a:endParaRPr sz="2300">
              <a:solidFill>
                <a:schemeClr val="dk2"/>
              </a:solidFill>
              <a:latin typeface="Lato"/>
              <a:ea typeface="Lato"/>
              <a:cs typeface="Lato"/>
              <a:sym typeface="Lato"/>
            </a:endParaRPr>
          </a:p>
          <a:p>
            <a:pPr indent="0" lvl="0" marL="0" rtl="0" algn="l">
              <a:lnSpc>
                <a:spcPct val="150000"/>
              </a:lnSpc>
              <a:spcBef>
                <a:spcPts val="0"/>
              </a:spcBef>
              <a:spcAft>
                <a:spcPts val="0"/>
              </a:spcAft>
              <a:buNone/>
            </a:pPr>
            <a:r>
              <a:rPr lang="en" sz="2300">
                <a:solidFill>
                  <a:schemeClr val="dk2"/>
                </a:solidFill>
                <a:latin typeface="Lato"/>
                <a:ea typeface="Lato"/>
                <a:cs typeface="Lato"/>
                <a:sym typeface="Lato"/>
              </a:rPr>
              <a:t>e</a:t>
            </a:r>
            <a:r>
              <a:rPr baseline="30000" lang="en" sz="2300">
                <a:solidFill>
                  <a:schemeClr val="dk2"/>
                </a:solidFill>
                <a:latin typeface="Lato"/>
                <a:ea typeface="Lato"/>
                <a:cs typeface="Lato"/>
                <a:sym typeface="Lato"/>
              </a:rPr>
              <a:t>-iωt</a:t>
            </a:r>
            <a:r>
              <a:rPr lang="en" sz="2300">
                <a:solidFill>
                  <a:schemeClr val="dk2"/>
                </a:solidFill>
                <a:latin typeface="Lato"/>
                <a:ea typeface="Lato"/>
                <a:cs typeface="Lato"/>
                <a:sym typeface="Lato"/>
              </a:rPr>
              <a:t>:  Sinusoidal wave </a:t>
            </a:r>
            <a:endParaRPr sz="2300">
              <a:solidFill>
                <a:schemeClr val="dk2"/>
              </a:solidFill>
              <a:latin typeface="Lato"/>
              <a:ea typeface="Lato"/>
              <a:cs typeface="Lato"/>
              <a:sym typeface="Lato"/>
            </a:endParaRPr>
          </a:p>
          <a:p>
            <a:pPr indent="0" lvl="0" marL="0" rtl="0" algn="l">
              <a:spcBef>
                <a:spcPts val="0"/>
              </a:spcBef>
              <a:spcAft>
                <a:spcPts val="0"/>
              </a:spcAft>
              <a:buNone/>
            </a:pPr>
            <a:r>
              <a:t/>
            </a:r>
            <a:endParaRPr b="1"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a:p>
            <a:pPr indent="0" lvl="0" marL="0" rtl="0" algn="l">
              <a:spcBef>
                <a:spcPts val="0"/>
              </a:spcBef>
              <a:spcAft>
                <a:spcPts val="0"/>
              </a:spcAft>
              <a:buNone/>
            </a:pPr>
            <a:r>
              <a:t/>
            </a:r>
            <a:endParaRPr sz="2200">
              <a:solidFill>
                <a:schemeClr val="dk2"/>
              </a:solidFill>
              <a:latin typeface="Lato"/>
              <a:ea typeface="Lato"/>
              <a:cs typeface="Lato"/>
              <a:sym typeface="Lato"/>
            </a:endParaRPr>
          </a:p>
          <a:p>
            <a:pPr indent="0" lvl="0" marL="0" rtl="0" algn="l">
              <a:spcBef>
                <a:spcPts val="0"/>
              </a:spcBef>
              <a:spcAft>
                <a:spcPts val="0"/>
              </a:spcAft>
              <a:buNone/>
            </a:pPr>
            <a:r>
              <a:t/>
            </a:r>
            <a:endParaRPr sz="2200">
              <a:solidFill>
                <a:schemeClr val="dk2"/>
              </a:solidFill>
              <a:latin typeface="Lato"/>
              <a:ea typeface="Lato"/>
              <a:cs typeface="Lato"/>
              <a:sym typeface="Lato"/>
            </a:endParaRPr>
          </a:p>
          <a:p>
            <a:pPr indent="0" lvl="0" marL="0" rtl="0" algn="l">
              <a:spcBef>
                <a:spcPts val="0"/>
              </a:spcBef>
              <a:spcAft>
                <a:spcPts val="0"/>
              </a:spcAft>
              <a:buNone/>
            </a:pPr>
            <a:r>
              <a:t/>
            </a:r>
            <a:endParaRPr sz="2200">
              <a:solidFill>
                <a:schemeClr val="dk2"/>
              </a:solidFill>
              <a:latin typeface="Lato"/>
              <a:ea typeface="Lato"/>
              <a:cs typeface="Lato"/>
              <a:sym typeface="Lato"/>
            </a:endParaRPr>
          </a:p>
          <a:p>
            <a:pPr indent="0" lvl="0" marL="0" rtl="0" algn="l">
              <a:spcBef>
                <a:spcPts val="0"/>
              </a:spcBef>
              <a:spcAft>
                <a:spcPts val="0"/>
              </a:spcAft>
              <a:buNone/>
            </a:pPr>
            <a:r>
              <a:t/>
            </a:r>
            <a:endParaRPr sz="2200">
              <a:solidFill>
                <a:schemeClr val="dk2"/>
              </a:solidFill>
              <a:latin typeface="Lato"/>
              <a:ea typeface="Lato"/>
              <a:cs typeface="Lato"/>
              <a:sym typeface="Lato"/>
            </a:endParaRPr>
          </a:p>
          <a:p>
            <a:pPr indent="0" lvl="0" marL="0" rtl="0" algn="l">
              <a:spcBef>
                <a:spcPts val="0"/>
              </a:spcBef>
              <a:spcAft>
                <a:spcPts val="0"/>
              </a:spcAft>
              <a:buNone/>
            </a:pPr>
            <a:r>
              <a:t/>
            </a:r>
            <a:endParaRPr b="1" sz="2600">
              <a:solidFill>
                <a:schemeClr val="dk2"/>
              </a:solidFill>
              <a:latin typeface="Lato"/>
              <a:ea typeface="Lato"/>
              <a:cs typeface="Lato"/>
              <a:sym typeface="Lato"/>
            </a:endParaRPr>
          </a:p>
          <a:p>
            <a:pPr indent="0" lvl="0" marL="0" rtl="0" algn="l">
              <a:spcBef>
                <a:spcPts val="0"/>
              </a:spcBef>
              <a:spcAft>
                <a:spcPts val="0"/>
              </a:spcAft>
              <a:buNone/>
            </a:pPr>
            <a:r>
              <a:t/>
            </a:r>
            <a:endParaRPr b="1" sz="2300">
              <a:solidFill>
                <a:schemeClr val="dk2"/>
              </a:solidFill>
              <a:latin typeface="Lato"/>
              <a:ea typeface="Lato"/>
              <a:cs typeface="Lato"/>
              <a:sym typeface="Lato"/>
            </a:endParaRPr>
          </a:p>
        </p:txBody>
      </p:sp>
      <p:pic>
        <p:nvPicPr>
          <p:cNvPr id="2541" name="Google Shape;2541;p126"/>
          <p:cNvPicPr preferRelativeResize="0"/>
          <p:nvPr/>
        </p:nvPicPr>
        <p:blipFill>
          <a:blip r:embed="rId3">
            <a:alphaModFix/>
          </a:blip>
          <a:stretch>
            <a:fillRect/>
          </a:stretch>
        </p:blipFill>
        <p:spPr>
          <a:xfrm>
            <a:off x="3704489" y="1196996"/>
            <a:ext cx="4536550" cy="1260950"/>
          </a:xfrm>
          <a:prstGeom prst="rect">
            <a:avLst/>
          </a:prstGeom>
          <a:noFill/>
          <a:ln>
            <a:noFill/>
          </a:ln>
        </p:spPr>
      </p:pic>
      <p:sp>
        <p:nvSpPr>
          <p:cNvPr id="2542" name="Google Shape;2542;p126"/>
          <p:cNvSpPr txBox="1"/>
          <p:nvPr/>
        </p:nvSpPr>
        <p:spPr>
          <a:xfrm>
            <a:off x="685050" y="1358700"/>
            <a:ext cx="7942800" cy="104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600">
                <a:solidFill>
                  <a:schemeClr val="dk2"/>
                </a:solidFill>
                <a:latin typeface="Lato"/>
                <a:ea typeface="Lato"/>
                <a:cs typeface="Lato"/>
                <a:sym typeface="Lato"/>
              </a:rPr>
              <a:t>Fourier Transform:</a:t>
            </a:r>
            <a:endParaRPr b="1" sz="2600">
              <a:solidFill>
                <a:schemeClr val="dk2"/>
              </a:solidFill>
              <a:latin typeface="Lato"/>
              <a:ea typeface="Lato"/>
              <a:cs typeface="Lato"/>
              <a:sym typeface="Lato"/>
            </a:endParaRPr>
          </a:p>
          <a:p>
            <a:pPr indent="0" lvl="0" marL="0" rtl="0" algn="l">
              <a:spcBef>
                <a:spcPts val="0"/>
              </a:spcBef>
              <a:spcAft>
                <a:spcPts val="0"/>
              </a:spcAft>
              <a:buNone/>
            </a:pPr>
            <a:r>
              <a:t/>
            </a:r>
            <a:endParaRPr b="1" sz="2300">
              <a:solidFill>
                <a:schemeClr val="dk2"/>
              </a:solidFill>
              <a:latin typeface="Lato"/>
              <a:ea typeface="Lato"/>
              <a:cs typeface="Lato"/>
              <a:sym typeface="Lato"/>
            </a:endParaRPr>
          </a:p>
        </p:txBody>
      </p:sp>
      <p:sp>
        <p:nvSpPr>
          <p:cNvPr id="2543" name="Google Shape;2543;p126"/>
          <p:cNvSpPr txBox="1"/>
          <p:nvPr/>
        </p:nvSpPr>
        <p:spPr>
          <a:xfrm>
            <a:off x="412800" y="3650475"/>
            <a:ext cx="8318400" cy="90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300">
                <a:solidFill>
                  <a:schemeClr val="dk2"/>
                </a:solidFill>
                <a:latin typeface="Lato"/>
                <a:ea typeface="Lato"/>
                <a:cs typeface="Lato"/>
                <a:sym typeface="Lato"/>
              </a:rPr>
              <a:t>I</a:t>
            </a:r>
            <a:r>
              <a:rPr lang="en" sz="2300">
                <a:solidFill>
                  <a:schemeClr val="dk2"/>
                </a:solidFill>
                <a:latin typeface="Lato"/>
                <a:ea typeface="Lato"/>
                <a:cs typeface="Lato"/>
                <a:sym typeface="Lato"/>
              </a:rPr>
              <a:t>nstead</a:t>
            </a:r>
            <a:r>
              <a:rPr lang="en" sz="2300">
                <a:solidFill>
                  <a:schemeClr val="dk2"/>
                </a:solidFill>
                <a:latin typeface="Lato"/>
                <a:ea typeface="Lato"/>
                <a:cs typeface="Lato"/>
                <a:sym typeface="Lato"/>
              </a:rPr>
              <a:t> of telling you amplitude over time, the output of fourier transform tells you strength at each </a:t>
            </a:r>
            <a:r>
              <a:rPr lang="en" sz="2300">
                <a:solidFill>
                  <a:schemeClr val="dk2"/>
                </a:solidFill>
                <a:latin typeface="Lato"/>
                <a:ea typeface="Lato"/>
                <a:cs typeface="Lato"/>
                <a:sym typeface="Lato"/>
              </a:rPr>
              <a:t>frequency</a:t>
            </a:r>
            <a:endParaRPr sz="2300">
              <a:solidFill>
                <a:schemeClr val="dk2"/>
              </a:solidFill>
              <a:latin typeface="Lato"/>
              <a:ea typeface="Lato"/>
              <a:cs typeface="Lato"/>
              <a:sym typeface="Lato"/>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7" name="Shape 2547"/>
        <p:cNvGrpSpPr/>
        <p:nvPr/>
      </p:nvGrpSpPr>
      <p:grpSpPr>
        <a:xfrm>
          <a:off x="0" y="0"/>
          <a:ext cx="0" cy="0"/>
          <a:chOff x="0" y="0"/>
          <a:chExt cx="0" cy="0"/>
        </a:xfrm>
      </p:grpSpPr>
      <p:sp>
        <p:nvSpPr>
          <p:cNvPr id="2548" name="Google Shape;2548;p127"/>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Short Time Fourier Transform</a:t>
            </a:r>
            <a:endParaRPr b="1" sz="4100">
              <a:solidFill>
                <a:schemeClr val="dk1"/>
              </a:solidFill>
              <a:latin typeface="Poppins"/>
              <a:ea typeface="Poppins"/>
              <a:cs typeface="Poppins"/>
              <a:sym typeface="Poppins"/>
            </a:endParaRPr>
          </a:p>
        </p:txBody>
      </p:sp>
      <p:sp>
        <p:nvSpPr>
          <p:cNvPr id="2549" name="Google Shape;2549;p127"/>
          <p:cNvSpPr txBox="1"/>
          <p:nvPr/>
        </p:nvSpPr>
        <p:spPr>
          <a:xfrm>
            <a:off x="685050" y="2691300"/>
            <a:ext cx="5836500" cy="80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3000">
                <a:solidFill>
                  <a:schemeClr val="dk2"/>
                </a:solidFill>
                <a:latin typeface="Lato"/>
                <a:ea typeface="Lato"/>
                <a:cs typeface="Lato"/>
                <a:sym typeface="Lato"/>
              </a:rPr>
              <a:t>Problem </a:t>
            </a:r>
            <a:endParaRPr b="1" sz="3000">
              <a:solidFill>
                <a:schemeClr val="dk2"/>
              </a:solidFill>
              <a:latin typeface="Lato"/>
              <a:ea typeface="Lato"/>
              <a:cs typeface="Lato"/>
              <a:sym typeface="Lato"/>
            </a:endParaRPr>
          </a:p>
        </p:txBody>
      </p:sp>
      <p:sp>
        <p:nvSpPr>
          <p:cNvPr id="2550" name="Google Shape;2550;p127"/>
          <p:cNvSpPr txBox="1"/>
          <p:nvPr/>
        </p:nvSpPr>
        <p:spPr>
          <a:xfrm>
            <a:off x="685050" y="3339825"/>
            <a:ext cx="7782000" cy="1260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300">
                <a:solidFill>
                  <a:schemeClr val="dk2"/>
                </a:solidFill>
                <a:latin typeface="Lato"/>
                <a:ea typeface="Lato"/>
                <a:cs typeface="Lato"/>
                <a:sym typeface="Lato"/>
              </a:rPr>
              <a:t>The Fourier Transform looks at the entire signal at once, so it tells you which frequencies exist, but not when they appear</a:t>
            </a:r>
            <a:endParaRPr sz="2300">
              <a:solidFill>
                <a:schemeClr val="dk2"/>
              </a:solidFill>
              <a:latin typeface="Lato"/>
              <a:ea typeface="Lato"/>
              <a:cs typeface="Lato"/>
              <a:sym typeface="Lato"/>
            </a:endParaRPr>
          </a:p>
          <a:p>
            <a:pPr indent="0" lvl="0" marL="0" rtl="0" algn="l">
              <a:spcBef>
                <a:spcPts val="0"/>
              </a:spcBef>
              <a:spcAft>
                <a:spcPts val="0"/>
              </a:spcAft>
              <a:buNone/>
            </a:pPr>
            <a:r>
              <a:t/>
            </a:r>
            <a:endParaRPr sz="2300">
              <a:solidFill>
                <a:schemeClr val="dk2"/>
              </a:solidFill>
              <a:latin typeface="Lato"/>
              <a:ea typeface="Lato"/>
              <a:cs typeface="Lato"/>
              <a:sym typeface="Lato"/>
            </a:endParaRPr>
          </a:p>
        </p:txBody>
      </p:sp>
      <p:pic>
        <p:nvPicPr>
          <p:cNvPr id="2551" name="Google Shape;2551;p127"/>
          <p:cNvPicPr preferRelativeResize="0"/>
          <p:nvPr/>
        </p:nvPicPr>
        <p:blipFill>
          <a:blip r:embed="rId3">
            <a:alphaModFix/>
          </a:blip>
          <a:stretch>
            <a:fillRect/>
          </a:stretch>
        </p:blipFill>
        <p:spPr>
          <a:xfrm>
            <a:off x="2930552" y="1076477"/>
            <a:ext cx="4351025" cy="226335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55" name="Shape 2555"/>
        <p:cNvGrpSpPr/>
        <p:nvPr/>
      </p:nvGrpSpPr>
      <p:grpSpPr>
        <a:xfrm>
          <a:off x="0" y="0"/>
          <a:ext cx="0" cy="0"/>
          <a:chOff x="0" y="0"/>
          <a:chExt cx="0" cy="0"/>
        </a:xfrm>
      </p:grpSpPr>
      <p:sp>
        <p:nvSpPr>
          <p:cNvPr id="2556" name="Google Shape;2556;p128"/>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Short Time Fourier Transform</a:t>
            </a:r>
            <a:endParaRPr b="1" sz="4100">
              <a:solidFill>
                <a:schemeClr val="dk1"/>
              </a:solidFill>
              <a:latin typeface="Poppins"/>
              <a:ea typeface="Poppins"/>
              <a:cs typeface="Poppins"/>
              <a:sym typeface="Poppins"/>
            </a:endParaRPr>
          </a:p>
        </p:txBody>
      </p:sp>
      <p:sp>
        <p:nvSpPr>
          <p:cNvPr id="2557" name="Google Shape;2557;p128"/>
          <p:cNvSpPr txBox="1"/>
          <p:nvPr/>
        </p:nvSpPr>
        <p:spPr>
          <a:xfrm>
            <a:off x="685050" y="2691300"/>
            <a:ext cx="5836500" cy="80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3000">
                <a:solidFill>
                  <a:schemeClr val="dk2"/>
                </a:solidFill>
                <a:latin typeface="Lato"/>
                <a:ea typeface="Lato"/>
                <a:cs typeface="Lato"/>
                <a:sym typeface="Lato"/>
              </a:rPr>
              <a:t>Solution</a:t>
            </a:r>
            <a:endParaRPr b="1" sz="3000">
              <a:solidFill>
                <a:schemeClr val="dk2"/>
              </a:solidFill>
              <a:latin typeface="Lato"/>
              <a:ea typeface="Lato"/>
              <a:cs typeface="Lato"/>
              <a:sym typeface="Lato"/>
            </a:endParaRPr>
          </a:p>
        </p:txBody>
      </p:sp>
      <p:sp>
        <p:nvSpPr>
          <p:cNvPr id="2558" name="Google Shape;2558;p128"/>
          <p:cNvSpPr txBox="1"/>
          <p:nvPr/>
        </p:nvSpPr>
        <p:spPr>
          <a:xfrm>
            <a:off x="685050" y="3339825"/>
            <a:ext cx="7782000" cy="1260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200"/>
              </a:spcBef>
              <a:spcAft>
                <a:spcPts val="0"/>
              </a:spcAft>
              <a:buNone/>
            </a:pPr>
            <a:r>
              <a:rPr lang="en" sz="2300">
                <a:solidFill>
                  <a:schemeClr val="dk2"/>
                </a:solidFill>
                <a:latin typeface="Lato"/>
                <a:ea typeface="Lato"/>
                <a:cs typeface="Lato"/>
                <a:sym typeface="Lato"/>
              </a:rPr>
              <a:t>The Short Time Fourier Transform fixes this with one simple idea: instead of looking at the entire signal at once, you only look at a small slice at a time.</a:t>
            </a:r>
            <a:endParaRPr sz="1100"/>
          </a:p>
          <a:p>
            <a:pPr indent="0" lvl="0" marL="0" rtl="0" algn="l">
              <a:spcBef>
                <a:spcPts val="1200"/>
              </a:spcBef>
              <a:spcAft>
                <a:spcPts val="0"/>
              </a:spcAft>
              <a:buNone/>
            </a:pPr>
            <a:r>
              <a:t/>
            </a:r>
            <a:endParaRPr sz="2300">
              <a:solidFill>
                <a:schemeClr val="dk2"/>
              </a:solidFill>
              <a:latin typeface="Lato"/>
              <a:ea typeface="Lato"/>
              <a:cs typeface="Lato"/>
              <a:sym typeface="Lato"/>
            </a:endParaRPr>
          </a:p>
          <a:p>
            <a:pPr indent="0" lvl="0" marL="0" rtl="0" algn="l">
              <a:spcBef>
                <a:spcPts val="0"/>
              </a:spcBef>
              <a:spcAft>
                <a:spcPts val="0"/>
              </a:spcAft>
              <a:buNone/>
            </a:pPr>
            <a:r>
              <a:t/>
            </a:r>
            <a:endParaRPr sz="2300">
              <a:solidFill>
                <a:schemeClr val="dk2"/>
              </a:solidFill>
              <a:latin typeface="Lato"/>
              <a:ea typeface="Lato"/>
              <a:cs typeface="Lato"/>
              <a:sym typeface="Lato"/>
            </a:endParaRPr>
          </a:p>
        </p:txBody>
      </p:sp>
      <p:pic>
        <p:nvPicPr>
          <p:cNvPr id="2559" name="Google Shape;2559;p128"/>
          <p:cNvPicPr preferRelativeResize="0"/>
          <p:nvPr/>
        </p:nvPicPr>
        <p:blipFill>
          <a:blip r:embed="rId3">
            <a:alphaModFix/>
          </a:blip>
          <a:stretch>
            <a:fillRect/>
          </a:stretch>
        </p:blipFill>
        <p:spPr>
          <a:xfrm>
            <a:off x="2309100" y="1264100"/>
            <a:ext cx="4533900" cy="1171575"/>
          </a:xfrm>
          <a:prstGeom prst="rect">
            <a:avLst/>
          </a:prstGeom>
          <a:noFill/>
          <a:ln>
            <a:noFill/>
          </a:ln>
        </p:spPr>
      </p:pic>
      <p:pic>
        <p:nvPicPr>
          <p:cNvPr id="2560" name="Google Shape;2560;p128"/>
          <p:cNvPicPr preferRelativeResize="0"/>
          <p:nvPr/>
        </p:nvPicPr>
        <p:blipFill>
          <a:blip r:embed="rId4">
            <a:alphaModFix/>
          </a:blip>
          <a:stretch>
            <a:fillRect/>
          </a:stretch>
        </p:blipFill>
        <p:spPr>
          <a:xfrm>
            <a:off x="2746838" y="1051325"/>
            <a:ext cx="3650325" cy="19050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xit" presetID="1" presetSubtype="0">
                                  <p:stCondLst>
                                    <p:cond delay="0"/>
                                  </p:stCondLst>
                                  <p:childTnLst>
                                    <p:set>
                                      <p:cBhvr>
                                        <p:cTn dur="1" fill="hold">
                                          <p:stCondLst>
                                            <p:cond delay="0"/>
                                          </p:stCondLst>
                                        </p:cTn>
                                        <p:tgtEl>
                                          <p:spTgt spid="2559"/>
                                        </p:tgtEl>
                                        <p:attrNameLst>
                                          <p:attrName>style.visibility</p:attrName>
                                        </p:attrNameLst>
                                      </p:cBhvr>
                                      <p:to>
                                        <p:strVal val="hidden"/>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2560"/>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4" name="Shape 2564"/>
        <p:cNvGrpSpPr/>
        <p:nvPr/>
      </p:nvGrpSpPr>
      <p:grpSpPr>
        <a:xfrm>
          <a:off x="0" y="0"/>
          <a:ext cx="0" cy="0"/>
          <a:chOff x="0" y="0"/>
          <a:chExt cx="0" cy="0"/>
        </a:xfrm>
      </p:grpSpPr>
      <p:sp>
        <p:nvSpPr>
          <p:cNvPr id="2565" name="Google Shape;2565;p129"/>
          <p:cNvSpPr txBox="1"/>
          <p:nvPr/>
        </p:nvSpPr>
        <p:spPr>
          <a:xfrm>
            <a:off x="1138500" y="68357"/>
            <a:ext cx="6867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The Realism Problem</a:t>
            </a:r>
            <a:endParaRPr b="1" sz="4100">
              <a:solidFill>
                <a:schemeClr val="dk1"/>
              </a:solidFill>
              <a:latin typeface="Poppins"/>
              <a:ea typeface="Poppins"/>
              <a:cs typeface="Poppins"/>
              <a:sym typeface="Poppins"/>
            </a:endParaRPr>
          </a:p>
        </p:txBody>
      </p:sp>
      <p:sp>
        <p:nvSpPr>
          <p:cNvPr id="2566" name="Google Shape;2566;p129"/>
          <p:cNvSpPr txBox="1"/>
          <p:nvPr/>
        </p:nvSpPr>
        <p:spPr>
          <a:xfrm>
            <a:off x="560614" y="1265020"/>
            <a:ext cx="8184900" cy="260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600">
                <a:solidFill>
                  <a:schemeClr val="dk2"/>
                </a:solidFill>
                <a:latin typeface="Lato"/>
                <a:ea typeface="Lato"/>
                <a:cs typeface="Lato"/>
                <a:sym typeface="Lato"/>
              </a:rPr>
              <a:t> </a:t>
            </a:r>
            <a:endParaRPr sz="2600">
              <a:solidFill>
                <a:schemeClr val="dk2"/>
              </a:solidFill>
              <a:latin typeface="Lato"/>
              <a:ea typeface="Lato"/>
              <a:cs typeface="Lato"/>
              <a:sym typeface="Lato"/>
            </a:endParaRPr>
          </a:p>
          <a:p>
            <a:pPr indent="0" lvl="0" marL="0" rtl="0" algn="l">
              <a:spcBef>
                <a:spcPts val="0"/>
              </a:spcBef>
              <a:spcAft>
                <a:spcPts val="0"/>
              </a:spcAft>
              <a:buNone/>
            </a:pPr>
            <a:r>
              <a:rPr lang="en" sz="2600">
                <a:solidFill>
                  <a:schemeClr val="dk2"/>
                </a:solidFill>
                <a:latin typeface="Lato"/>
                <a:ea typeface="Lato"/>
                <a:cs typeface="Lato"/>
                <a:sym typeface="Lato"/>
              </a:rPr>
              <a:t>Even if a model preserves the right structure it can still sound bad. Audio is unforgiving with lots of intertwined components. Individual components that sound good may sound bad when played together. </a:t>
            </a:r>
            <a:endParaRPr sz="2600">
              <a:solidFill>
                <a:schemeClr val="dk2"/>
              </a:solidFill>
              <a:latin typeface="Lato"/>
              <a:ea typeface="Lato"/>
              <a:cs typeface="Lato"/>
              <a:sym typeface="Lato"/>
            </a:endParaRPr>
          </a:p>
        </p:txBody>
      </p:sp>
      <p:pic>
        <p:nvPicPr>
          <p:cNvPr id="2567" name="Google Shape;2567;p129"/>
          <p:cNvPicPr preferRelativeResize="0"/>
          <p:nvPr/>
        </p:nvPicPr>
        <p:blipFill>
          <a:blip r:embed="rId3">
            <a:alphaModFix/>
          </a:blip>
          <a:stretch>
            <a:fillRect/>
          </a:stretch>
        </p:blipFill>
        <p:spPr>
          <a:xfrm rot="-463171">
            <a:off x="-1156800" y="149925"/>
            <a:ext cx="5787375" cy="3104751"/>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1" name="Shape 2571"/>
        <p:cNvGrpSpPr/>
        <p:nvPr/>
      </p:nvGrpSpPr>
      <p:grpSpPr>
        <a:xfrm>
          <a:off x="0" y="0"/>
          <a:ext cx="0" cy="0"/>
          <a:chOff x="0" y="0"/>
          <a:chExt cx="0" cy="0"/>
        </a:xfrm>
      </p:grpSpPr>
      <p:sp>
        <p:nvSpPr>
          <p:cNvPr id="2572" name="Google Shape;2572;p130"/>
          <p:cNvSpPr txBox="1"/>
          <p:nvPr/>
        </p:nvSpPr>
        <p:spPr>
          <a:xfrm>
            <a:off x="1138500" y="68357"/>
            <a:ext cx="6867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The Realism Problem</a:t>
            </a:r>
            <a:endParaRPr b="1" sz="4100">
              <a:solidFill>
                <a:schemeClr val="dk1"/>
              </a:solidFill>
              <a:latin typeface="Poppins"/>
              <a:ea typeface="Poppins"/>
              <a:cs typeface="Poppins"/>
              <a:sym typeface="Poppins"/>
            </a:endParaRPr>
          </a:p>
        </p:txBody>
      </p:sp>
      <p:pic>
        <p:nvPicPr>
          <p:cNvPr descr="If you enjoyed this video, click below for ANOTHER video of me doing EVEN BETTER singing one syllable out-of-sync: https://youtu.be/3fp6pvpcZEw&#10;&#10;📕 Buy the MAP MEN BOOK 'This Way Up - When Maps Go Wrong' https://lnk.to/mapmen&#10;&#10;PATREON: http://www.patreon.com/jayforeman&#10;WEBSITE: (LIVE TOUR DATES) http://www.jayforeman.co.uk&#10;TWITTER: @jayforeman&#10;&#10;Here's a clip of me live in the Warwick Arts Centre doing my singing one syllable out-of-sync trick." id="2573" name="Google Shape;2573;p130" title="Singing one syllable out-of-sync">
            <a:hlinkClick r:id="rId3"/>
          </p:cNvPr>
          <p:cNvPicPr preferRelativeResize="0"/>
          <p:nvPr/>
        </p:nvPicPr>
        <p:blipFill>
          <a:blip r:embed="rId4">
            <a:alphaModFix/>
          </a:blip>
          <a:stretch>
            <a:fillRect/>
          </a:stretch>
        </p:blipFill>
        <p:spPr>
          <a:xfrm>
            <a:off x="1098050" y="994950"/>
            <a:ext cx="6947900" cy="390817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573"/>
                                        </p:tgtEl>
                                        <p:attrNameLst>
                                          <p:attrName>style.visibility</p:attrName>
                                        </p:attrNameLst>
                                      </p:cBhvr>
                                      <p:to>
                                        <p:strVal val="visible"/>
                                      </p:to>
                                    </p:set>
                                    <p:animEffect filter="fade" transition="in">
                                      <p:cBhvr>
                                        <p:cTn dur="1000"/>
                                        <p:tgtEl>
                                          <p:spTgt spid="257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7" name="Shape 2577"/>
        <p:cNvGrpSpPr/>
        <p:nvPr/>
      </p:nvGrpSpPr>
      <p:grpSpPr>
        <a:xfrm>
          <a:off x="0" y="0"/>
          <a:ext cx="0" cy="0"/>
          <a:chOff x="0" y="0"/>
          <a:chExt cx="0" cy="0"/>
        </a:xfrm>
      </p:grpSpPr>
      <p:sp>
        <p:nvSpPr>
          <p:cNvPr id="2578" name="Google Shape;2578;p131"/>
          <p:cNvSpPr txBox="1"/>
          <p:nvPr/>
        </p:nvSpPr>
        <p:spPr>
          <a:xfrm>
            <a:off x="1138500" y="68357"/>
            <a:ext cx="6867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The Long-Form Coherence Problem</a:t>
            </a:r>
            <a:endParaRPr b="1" sz="4100">
              <a:solidFill>
                <a:schemeClr val="dk1"/>
              </a:solidFill>
              <a:latin typeface="Poppins"/>
              <a:ea typeface="Poppins"/>
              <a:cs typeface="Poppins"/>
              <a:sym typeface="Poppins"/>
            </a:endParaRPr>
          </a:p>
        </p:txBody>
      </p:sp>
      <p:sp>
        <p:nvSpPr>
          <p:cNvPr id="2579" name="Google Shape;2579;p131"/>
          <p:cNvSpPr txBox="1"/>
          <p:nvPr/>
        </p:nvSpPr>
        <p:spPr>
          <a:xfrm>
            <a:off x="453601" y="1463550"/>
            <a:ext cx="4007100" cy="2216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600">
                <a:solidFill>
                  <a:schemeClr val="dk2"/>
                </a:solidFill>
                <a:latin typeface="Lato"/>
                <a:ea typeface="Lato"/>
                <a:cs typeface="Lato"/>
                <a:sym typeface="Lato"/>
              </a:rPr>
              <a:t> </a:t>
            </a:r>
            <a:endParaRPr sz="2600">
              <a:solidFill>
                <a:schemeClr val="dk2"/>
              </a:solidFill>
              <a:latin typeface="Lato"/>
              <a:ea typeface="Lato"/>
              <a:cs typeface="Lato"/>
              <a:sym typeface="Lato"/>
            </a:endParaRPr>
          </a:p>
          <a:p>
            <a:pPr indent="0" lvl="0" marL="0" rtl="0" algn="l">
              <a:spcBef>
                <a:spcPts val="0"/>
              </a:spcBef>
              <a:spcAft>
                <a:spcPts val="0"/>
              </a:spcAft>
              <a:buNone/>
            </a:pPr>
            <a:r>
              <a:rPr lang="en" sz="2600">
                <a:solidFill>
                  <a:schemeClr val="dk2"/>
                </a:solidFill>
                <a:latin typeface="Lato"/>
                <a:ea typeface="Lato"/>
                <a:cs typeface="Lato"/>
                <a:sym typeface="Lato"/>
              </a:rPr>
              <a:t>The longer a clip is, the more chance there is for small errors to compound over time. </a:t>
            </a:r>
            <a:endParaRPr sz="2600">
              <a:solidFill>
                <a:schemeClr val="dk2"/>
              </a:solidFill>
              <a:latin typeface="Lato"/>
              <a:ea typeface="Lato"/>
              <a:cs typeface="Lato"/>
              <a:sym typeface="Lato"/>
            </a:endParaRPr>
          </a:p>
        </p:txBody>
      </p:sp>
      <p:pic>
        <p:nvPicPr>
          <p:cNvPr id="2580" name="Google Shape;2580;p131"/>
          <p:cNvPicPr preferRelativeResize="0"/>
          <p:nvPr/>
        </p:nvPicPr>
        <p:blipFill>
          <a:blip r:embed="rId3">
            <a:alphaModFix/>
          </a:blip>
          <a:stretch>
            <a:fillRect/>
          </a:stretch>
        </p:blipFill>
        <p:spPr>
          <a:xfrm>
            <a:off x="4349225" y="1524350"/>
            <a:ext cx="4485875" cy="256742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2579"/>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4" name="Shape 2584"/>
        <p:cNvGrpSpPr/>
        <p:nvPr/>
      </p:nvGrpSpPr>
      <p:grpSpPr>
        <a:xfrm>
          <a:off x="0" y="0"/>
          <a:ext cx="0" cy="0"/>
          <a:chOff x="0" y="0"/>
          <a:chExt cx="0" cy="0"/>
        </a:xfrm>
      </p:grpSpPr>
      <p:sp>
        <p:nvSpPr>
          <p:cNvPr id="2585" name="Google Shape;2585;p132"/>
          <p:cNvSpPr/>
          <p:nvPr/>
        </p:nvSpPr>
        <p:spPr>
          <a:xfrm rot="1514388">
            <a:off x="8162088" y="3225975"/>
            <a:ext cx="307706" cy="803617"/>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6" name="Google Shape;2586;p132"/>
          <p:cNvGrpSpPr/>
          <p:nvPr/>
        </p:nvGrpSpPr>
        <p:grpSpPr>
          <a:xfrm>
            <a:off x="5927389" y="663096"/>
            <a:ext cx="595931" cy="530198"/>
            <a:chOff x="5927389" y="663096"/>
            <a:chExt cx="595931" cy="530198"/>
          </a:xfrm>
        </p:grpSpPr>
        <p:sp>
          <p:nvSpPr>
            <p:cNvPr id="2587" name="Google Shape;2587;p132"/>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32"/>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9" name="Google Shape;2589;p132"/>
          <p:cNvSpPr/>
          <p:nvPr/>
        </p:nvSpPr>
        <p:spPr>
          <a:xfrm rot="210338">
            <a:off x="8076187" y="1744908"/>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32"/>
          <p:cNvSpPr txBox="1"/>
          <p:nvPr>
            <p:ph idx="4294967295" type="title"/>
          </p:nvPr>
        </p:nvSpPr>
        <p:spPr>
          <a:xfrm>
            <a:off x="325675" y="1591052"/>
            <a:ext cx="8164500" cy="15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000"/>
              <a:t>Early Audio Generation Background</a:t>
            </a:r>
            <a:endParaRPr sz="5000"/>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4" name="Shape 2594"/>
        <p:cNvGrpSpPr/>
        <p:nvPr/>
      </p:nvGrpSpPr>
      <p:grpSpPr>
        <a:xfrm>
          <a:off x="0" y="0"/>
          <a:ext cx="0" cy="0"/>
          <a:chOff x="0" y="0"/>
          <a:chExt cx="0" cy="0"/>
        </a:xfrm>
      </p:grpSpPr>
      <p:sp>
        <p:nvSpPr>
          <p:cNvPr id="2595" name="Google Shape;2595;p133"/>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WaveNet</a:t>
            </a:r>
            <a:endParaRPr b="1" sz="4100">
              <a:solidFill>
                <a:schemeClr val="dk1"/>
              </a:solidFill>
              <a:latin typeface="Poppins"/>
              <a:ea typeface="Poppins"/>
              <a:cs typeface="Poppins"/>
              <a:sym typeface="Poppins"/>
            </a:endParaRPr>
          </a:p>
        </p:txBody>
      </p:sp>
      <p:pic>
        <p:nvPicPr>
          <p:cNvPr id="2596" name="Google Shape;2596;p133" title="Screenshot 2026-03-22 at 6.20.49 PM.png"/>
          <p:cNvPicPr preferRelativeResize="0"/>
          <p:nvPr/>
        </p:nvPicPr>
        <p:blipFill>
          <a:blip r:embed="rId3">
            <a:alphaModFix/>
          </a:blip>
          <a:stretch>
            <a:fillRect/>
          </a:stretch>
        </p:blipFill>
        <p:spPr>
          <a:xfrm>
            <a:off x="4896080" y="2861150"/>
            <a:ext cx="4119700" cy="2092100"/>
          </a:xfrm>
          <a:prstGeom prst="rect">
            <a:avLst/>
          </a:prstGeom>
          <a:noFill/>
          <a:ln>
            <a:noFill/>
          </a:ln>
        </p:spPr>
      </p:pic>
      <p:sp>
        <p:nvSpPr>
          <p:cNvPr id="2597" name="Google Shape;2597;p133"/>
          <p:cNvSpPr txBox="1"/>
          <p:nvPr/>
        </p:nvSpPr>
        <p:spPr>
          <a:xfrm>
            <a:off x="556329" y="1108550"/>
            <a:ext cx="4497300" cy="3381900"/>
          </a:xfrm>
          <a:prstGeom prst="rect">
            <a:avLst/>
          </a:prstGeom>
          <a:noFill/>
          <a:ln>
            <a:noFill/>
          </a:ln>
        </p:spPr>
        <p:txBody>
          <a:bodyPr anchorCtr="0" anchor="t" bIns="91425" lIns="91425" spcFirstLastPara="1" rIns="91425" wrap="square" tIns="91425">
            <a:noAutofit/>
          </a:bodyPr>
          <a:lstStyle/>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First AI model to generate </a:t>
            </a:r>
            <a:endParaRPr sz="2600">
              <a:solidFill>
                <a:schemeClr val="dk2"/>
              </a:solidFill>
              <a:latin typeface="Lato"/>
              <a:ea typeface="Lato"/>
              <a:cs typeface="Lato"/>
              <a:sym typeface="Lato"/>
            </a:endParaRPr>
          </a:p>
          <a:p>
            <a:pPr indent="0" lvl="0" marL="0" rtl="0" algn="l">
              <a:spcBef>
                <a:spcPts val="0"/>
              </a:spcBef>
              <a:spcAft>
                <a:spcPts val="0"/>
              </a:spcAft>
              <a:buNone/>
            </a:pPr>
            <a:r>
              <a:rPr lang="en" sz="2600">
                <a:solidFill>
                  <a:schemeClr val="dk2"/>
                </a:solidFill>
                <a:latin typeface="Lato"/>
                <a:ea typeface="Lato"/>
                <a:cs typeface="Lato"/>
                <a:sym typeface="Lato"/>
              </a:rPr>
              <a:t>m</a:t>
            </a:r>
            <a:r>
              <a:rPr lang="en" sz="2600">
                <a:solidFill>
                  <a:schemeClr val="dk2"/>
                </a:solidFill>
                <a:latin typeface="Lato"/>
                <a:ea typeface="Lato"/>
                <a:cs typeface="Lato"/>
                <a:sym typeface="Lato"/>
              </a:rPr>
              <a:t>usic and natural sounding</a:t>
            </a:r>
            <a:endParaRPr sz="2600">
              <a:solidFill>
                <a:schemeClr val="dk2"/>
              </a:solidFill>
              <a:latin typeface="Lato"/>
              <a:ea typeface="Lato"/>
              <a:cs typeface="Lato"/>
              <a:sym typeface="Lato"/>
            </a:endParaRPr>
          </a:p>
          <a:p>
            <a:pPr indent="0" lvl="0" marL="0" rtl="0" algn="l">
              <a:spcBef>
                <a:spcPts val="0"/>
              </a:spcBef>
              <a:spcAft>
                <a:spcPts val="0"/>
              </a:spcAft>
              <a:buNone/>
            </a:pPr>
            <a:r>
              <a:rPr lang="en" sz="2600">
                <a:solidFill>
                  <a:schemeClr val="dk2"/>
                </a:solidFill>
                <a:latin typeface="Lato"/>
                <a:ea typeface="Lato"/>
                <a:cs typeface="Lato"/>
                <a:sym typeface="Lato"/>
              </a:rPr>
              <a:t>s</a:t>
            </a:r>
            <a:r>
              <a:rPr lang="en" sz="2600">
                <a:solidFill>
                  <a:schemeClr val="dk2"/>
                </a:solidFill>
                <a:latin typeface="Lato"/>
                <a:ea typeface="Lato"/>
                <a:cs typeface="Lato"/>
                <a:sym typeface="Lato"/>
              </a:rPr>
              <a:t>peech </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Based on PixelCNN</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Autoregressive </a:t>
            </a:r>
            <a:endParaRPr sz="2600">
              <a:solidFill>
                <a:schemeClr val="dk2"/>
              </a:solidFill>
              <a:latin typeface="Lato"/>
              <a:ea typeface="Lato"/>
              <a:cs typeface="Lato"/>
              <a:sym typeface="Lato"/>
            </a:endParaRPr>
          </a:p>
          <a:p>
            <a:pPr indent="-393700" lvl="1" marL="9144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Predicts one sample given the previous sample(s)</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SLOW!! </a:t>
            </a:r>
            <a:endParaRPr sz="2600">
              <a:solidFill>
                <a:schemeClr val="dk2"/>
              </a:solidFill>
              <a:latin typeface="Lato"/>
              <a:ea typeface="Lato"/>
              <a:cs typeface="Lato"/>
              <a:sym typeface="Lato"/>
            </a:endParaRPr>
          </a:p>
        </p:txBody>
      </p:sp>
      <p:pic>
        <p:nvPicPr>
          <p:cNvPr id="2598" name="Google Shape;2598;p133" title="Screenshot 2026-03-22 at 6.45.28 PM.png"/>
          <p:cNvPicPr preferRelativeResize="0"/>
          <p:nvPr/>
        </p:nvPicPr>
        <p:blipFill>
          <a:blip r:embed="rId4">
            <a:alphaModFix/>
          </a:blip>
          <a:stretch>
            <a:fillRect/>
          </a:stretch>
        </p:blipFill>
        <p:spPr>
          <a:xfrm>
            <a:off x="5595729" y="961750"/>
            <a:ext cx="2555196" cy="1638049"/>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2" name="Shape 2602"/>
        <p:cNvGrpSpPr/>
        <p:nvPr/>
      </p:nvGrpSpPr>
      <p:grpSpPr>
        <a:xfrm>
          <a:off x="0" y="0"/>
          <a:ext cx="0" cy="0"/>
          <a:chOff x="0" y="0"/>
          <a:chExt cx="0" cy="0"/>
        </a:xfrm>
      </p:grpSpPr>
      <p:sp>
        <p:nvSpPr>
          <p:cNvPr id="2603" name="Google Shape;2603;p134"/>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General Adversarial Networks </a:t>
            </a:r>
            <a:endParaRPr b="1" sz="4100">
              <a:solidFill>
                <a:schemeClr val="dk1"/>
              </a:solidFill>
              <a:latin typeface="Poppins"/>
              <a:ea typeface="Poppins"/>
              <a:cs typeface="Poppins"/>
              <a:sym typeface="Poppins"/>
            </a:endParaRPr>
          </a:p>
        </p:txBody>
      </p:sp>
      <p:pic>
        <p:nvPicPr>
          <p:cNvPr id="2604" name="Google Shape;2604;p134" title="Screenshot 2026-03-22 at 6.49.28 PM.png"/>
          <p:cNvPicPr preferRelativeResize="0"/>
          <p:nvPr/>
        </p:nvPicPr>
        <p:blipFill>
          <a:blip r:embed="rId3">
            <a:alphaModFix/>
          </a:blip>
          <a:stretch>
            <a:fillRect/>
          </a:stretch>
        </p:blipFill>
        <p:spPr>
          <a:xfrm>
            <a:off x="1132075" y="1394825"/>
            <a:ext cx="6879851" cy="3034300"/>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8" name="Shape 2608"/>
        <p:cNvGrpSpPr/>
        <p:nvPr/>
      </p:nvGrpSpPr>
      <p:grpSpPr>
        <a:xfrm>
          <a:off x="0" y="0"/>
          <a:ext cx="0" cy="0"/>
          <a:chOff x="0" y="0"/>
          <a:chExt cx="0" cy="0"/>
        </a:xfrm>
      </p:grpSpPr>
      <p:sp>
        <p:nvSpPr>
          <p:cNvPr id="2609" name="Google Shape;2609;p135"/>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WaveGAN</a:t>
            </a:r>
            <a:endParaRPr b="1" sz="4100">
              <a:solidFill>
                <a:schemeClr val="dk1"/>
              </a:solidFill>
              <a:latin typeface="Poppins"/>
              <a:ea typeface="Poppins"/>
              <a:cs typeface="Poppins"/>
              <a:sym typeface="Poppins"/>
            </a:endParaRPr>
          </a:p>
        </p:txBody>
      </p:sp>
      <p:pic>
        <p:nvPicPr>
          <p:cNvPr id="2610" name="Google Shape;2610;p135" title="Screenshot 2026-03-22 at 7.21.11 PM.png"/>
          <p:cNvPicPr preferRelativeResize="0"/>
          <p:nvPr/>
        </p:nvPicPr>
        <p:blipFill>
          <a:blip r:embed="rId3">
            <a:alphaModFix/>
          </a:blip>
          <a:stretch>
            <a:fillRect/>
          </a:stretch>
        </p:blipFill>
        <p:spPr>
          <a:xfrm>
            <a:off x="5468888" y="1397456"/>
            <a:ext cx="3262300" cy="2804100"/>
          </a:xfrm>
          <a:prstGeom prst="rect">
            <a:avLst/>
          </a:prstGeom>
          <a:noFill/>
          <a:ln>
            <a:noFill/>
          </a:ln>
        </p:spPr>
      </p:pic>
      <p:sp>
        <p:nvSpPr>
          <p:cNvPr id="2611" name="Google Shape;2611;p135"/>
          <p:cNvSpPr txBox="1"/>
          <p:nvPr/>
        </p:nvSpPr>
        <p:spPr>
          <a:xfrm>
            <a:off x="556325" y="1686400"/>
            <a:ext cx="4497300" cy="2804100"/>
          </a:xfrm>
          <a:prstGeom prst="rect">
            <a:avLst/>
          </a:prstGeom>
          <a:noFill/>
          <a:ln>
            <a:noFill/>
          </a:ln>
        </p:spPr>
        <p:txBody>
          <a:bodyPr anchorCtr="0" anchor="t" bIns="91425" lIns="91425" spcFirstLastPara="1" rIns="91425" wrap="square" tIns="91425">
            <a:noAutofit/>
          </a:bodyPr>
          <a:lstStyle/>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Adapted DCGAN for audio</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Significantly faster than WaveNet</a:t>
            </a:r>
            <a:endParaRPr sz="2600">
              <a:solidFill>
                <a:schemeClr val="dk2"/>
              </a:solidFill>
              <a:latin typeface="Lato"/>
              <a:ea typeface="Lato"/>
              <a:cs typeface="Lato"/>
              <a:sym typeface="Lato"/>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5" name="Shape 2615"/>
        <p:cNvGrpSpPr/>
        <p:nvPr/>
      </p:nvGrpSpPr>
      <p:grpSpPr>
        <a:xfrm>
          <a:off x="0" y="0"/>
          <a:ext cx="0" cy="0"/>
          <a:chOff x="0" y="0"/>
          <a:chExt cx="0" cy="0"/>
        </a:xfrm>
      </p:grpSpPr>
      <p:sp>
        <p:nvSpPr>
          <p:cNvPr id="2616" name="Google Shape;2616;p136"/>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WaveGAN</a:t>
            </a:r>
            <a:endParaRPr b="1" sz="4100">
              <a:solidFill>
                <a:schemeClr val="dk1"/>
              </a:solidFill>
              <a:latin typeface="Poppins"/>
              <a:ea typeface="Poppins"/>
              <a:cs typeface="Poppins"/>
              <a:sym typeface="Poppins"/>
            </a:endParaRPr>
          </a:p>
        </p:txBody>
      </p:sp>
      <p:sp>
        <p:nvSpPr>
          <p:cNvPr id="2617" name="Google Shape;2617;p136"/>
          <p:cNvSpPr txBox="1"/>
          <p:nvPr/>
        </p:nvSpPr>
        <p:spPr>
          <a:xfrm>
            <a:off x="2604200" y="4339250"/>
            <a:ext cx="4497300" cy="79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600">
                <a:solidFill>
                  <a:schemeClr val="dk2"/>
                </a:solidFill>
                <a:latin typeface="Lato"/>
                <a:ea typeface="Lato"/>
                <a:cs typeface="Lato"/>
                <a:sym typeface="Lato"/>
              </a:rPr>
              <a:t>Problem: phase precession</a:t>
            </a:r>
            <a:endParaRPr sz="2600">
              <a:solidFill>
                <a:schemeClr val="dk2"/>
              </a:solidFill>
              <a:latin typeface="Lato"/>
              <a:ea typeface="Lato"/>
              <a:cs typeface="Lato"/>
              <a:sym typeface="Lato"/>
            </a:endParaRPr>
          </a:p>
          <a:p>
            <a:pPr indent="0" lvl="0" marL="0" rtl="0" algn="l">
              <a:spcBef>
                <a:spcPts val="0"/>
              </a:spcBef>
              <a:spcAft>
                <a:spcPts val="0"/>
              </a:spcAft>
              <a:buNone/>
            </a:pPr>
            <a:r>
              <a:t/>
            </a:r>
            <a:endParaRPr sz="2600">
              <a:solidFill>
                <a:schemeClr val="dk2"/>
              </a:solidFill>
              <a:latin typeface="Lato"/>
              <a:ea typeface="Lato"/>
              <a:cs typeface="Lato"/>
              <a:sym typeface="Lato"/>
            </a:endParaRPr>
          </a:p>
        </p:txBody>
      </p:sp>
      <p:pic>
        <p:nvPicPr>
          <p:cNvPr id="2618" name="Google Shape;2618;p136" title="Screenshot 2026-03-22 at 7.24.37 PM.png">
            <a:hlinkClick r:id="rId3"/>
          </p:cNvPr>
          <p:cNvPicPr preferRelativeResize="0"/>
          <p:nvPr/>
        </p:nvPicPr>
        <p:blipFill>
          <a:blip r:embed="rId4">
            <a:alphaModFix/>
          </a:blip>
          <a:stretch>
            <a:fillRect/>
          </a:stretch>
        </p:blipFill>
        <p:spPr>
          <a:xfrm>
            <a:off x="1035475" y="1487694"/>
            <a:ext cx="7634755" cy="2830125"/>
          </a:xfrm>
          <a:prstGeom prst="rect">
            <a:avLst/>
          </a:prstGeom>
          <a:noFill/>
          <a:ln>
            <a:noFill/>
          </a:ln>
        </p:spPr>
      </p:pic>
      <p:sp>
        <p:nvSpPr>
          <p:cNvPr id="2619" name="Google Shape;2619;p136"/>
          <p:cNvSpPr txBox="1"/>
          <p:nvPr/>
        </p:nvSpPr>
        <p:spPr>
          <a:xfrm>
            <a:off x="1494600" y="945711"/>
            <a:ext cx="61548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700">
                <a:solidFill>
                  <a:schemeClr val="dk2"/>
                </a:solidFill>
                <a:latin typeface="Poppins"/>
                <a:ea typeface="Poppins"/>
                <a:cs typeface="Poppins"/>
                <a:sym typeface="Poppins"/>
              </a:rPr>
              <a:t>Demo</a:t>
            </a:r>
            <a:endParaRPr b="1" sz="2400">
              <a:solidFill>
                <a:schemeClr val="dk2"/>
              </a:solidFill>
              <a:latin typeface="Poppins"/>
              <a:ea typeface="Poppins"/>
              <a:cs typeface="Poppins"/>
              <a:sym typeface="Poppins"/>
            </a:endParaRPr>
          </a:p>
        </p:txBody>
      </p:sp>
      <p:cxnSp>
        <p:nvCxnSpPr>
          <p:cNvPr id="2620" name="Google Shape;2620;p136"/>
          <p:cNvCxnSpPr/>
          <p:nvPr/>
        </p:nvCxnSpPr>
        <p:spPr>
          <a:xfrm>
            <a:off x="3541650" y="1398725"/>
            <a:ext cx="2217900" cy="12300"/>
          </a:xfrm>
          <a:prstGeom prst="straightConnector1">
            <a:avLst/>
          </a:prstGeom>
          <a:noFill/>
          <a:ln cap="flat" cmpd="sng" w="9525">
            <a:solidFill>
              <a:srgbClr val="5F8195"/>
            </a:solidFill>
            <a:prstDash val="solid"/>
            <a:round/>
            <a:headEnd len="med" w="med" type="none"/>
            <a:tailEnd len="med" w="med" type="none"/>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4" name="Shape 2624"/>
        <p:cNvGrpSpPr/>
        <p:nvPr/>
      </p:nvGrpSpPr>
      <p:grpSpPr>
        <a:xfrm>
          <a:off x="0" y="0"/>
          <a:ext cx="0" cy="0"/>
          <a:chOff x="0" y="0"/>
          <a:chExt cx="0" cy="0"/>
        </a:xfrm>
      </p:grpSpPr>
      <p:sp>
        <p:nvSpPr>
          <p:cNvPr id="2625" name="Google Shape;2625;p137"/>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GANSynth</a:t>
            </a:r>
            <a:endParaRPr b="1" sz="4100">
              <a:solidFill>
                <a:schemeClr val="dk1"/>
              </a:solidFill>
              <a:latin typeface="Poppins"/>
              <a:ea typeface="Poppins"/>
              <a:cs typeface="Poppins"/>
              <a:sym typeface="Poppins"/>
            </a:endParaRPr>
          </a:p>
        </p:txBody>
      </p:sp>
      <p:sp>
        <p:nvSpPr>
          <p:cNvPr id="2626" name="Google Shape;2626;p137"/>
          <p:cNvSpPr txBox="1"/>
          <p:nvPr/>
        </p:nvSpPr>
        <p:spPr>
          <a:xfrm>
            <a:off x="556329" y="1108550"/>
            <a:ext cx="4497300" cy="3381900"/>
          </a:xfrm>
          <a:prstGeom prst="rect">
            <a:avLst/>
          </a:prstGeom>
          <a:noFill/>
          <a:ln>
            <a:noFill/>
          </a:ln>
        </p:spPr>
        <p:txBody>
          <a:bodyPr anchorCtr="0" anchor="t" bIns="91425" lIns="91425" spcFirstLastPara="1" rIns="91425" wrap="square" tIns="91425">
            <a:noAutofit/>
          </a:bodyPr>
          <a:lstStyle/>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Generates spectrograms instead of audio</a:t>
            </a:r>
            <a:endParaRPr sz="2600">
              <a:solidFill>
                <a:schemeClr val="dk2"/>
              </a:solidFill>
              <a:latin typeface="Lato"/>
              <a:ea typeface="Lato"/>
              <a:cs typeface="Lato"/>
              <a:sym typeface="Lato"/>
            </a:endParaRPr>
          </a:p>
          <a:p>
            <a:pPr indent="-393700" lvl="1" marL="9144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Magnitude and Instantaneous Frequency</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Uses STFT to convert spectrogram to audio</a:t>
            </a:r>
            <a:endParaRPr sz="2600">
              <a:solidFill>
                <a:schemeClr val="dk2"/>
              </a:solidFill>
              <a:latin typeface="Lato"/>
              <a:ea typeface="Lato"/>
              <a:cs typeface="Lato"/>
              <a:sym typeface="Lato"/>
            </a:endParaRPr>
          </a:p>
        </p:txBody>
      </p:sp>
      <p:sp>
        <p:nvSpPr>
          <p:cNvPr id="2627" name="Google Shape;2627;p137"/>
          <p:cNvSpPr/>
          <p:nvPr/>
        </p:nvSpPr>
        <p:spPr>
          <a:xfrm>
            <a:off x="6024525" y="909050"/>
            <a:ext cx="2119200" cy="6462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628" name="Google Shape;2628;p137"/>
          <p:cNvSpPr txBox="1"/>
          <p:nvPr/>
        </p:nvSpPr>
        <p:spPr>
          <a:xfrm>
            <a:off x="6536475" y="1032050"/>
            <a:ext cx="14169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dk2"/>
                </a:solidFill>
                <a:latin typeface="Lato"/>
                <a:ea typeface="Lato"/>
                <a:cs typeface="Lato"/>
                <a:sym typeface="Lato"/>
              </a:rPr>
              <a:t>Generator</a:t>
            </a:r>
            <a:endParaRPr>
              <a:solidFill>
                <a:schemeClr val="dk2"/>
              </a:solidFill>
              <a:latin typeface="Lato"/>
              <a:ea typeface="Lato"/>
              <a:cs typeface="Lato"/>
              <a:sym typeface="Lato"/>
            </a:endParaRPr>
          </a:p>
        </p:txBody>
      </p:sp>
      <p:cxnSp>
        <p:nvCxnSpPr>
          <p:cNvPr id="2629" name="Google Shape;2629;p137"/>
          <p:cNvCxnSpPr>
            <a:stCxn id="2627" idx="2"/>
          </p:cNvCxnSpPr>
          <p:nvPr/>
        </p:nvCxnSpPr>
        <p:spPr>
          <a:xfrm flipH="1">
            <a:off x="7072425" y="1555250"/>
            <a:ext cx="11700" cy="361800"/>
          </a:xfrm>
          <a:prstGeom prst="straightConnector1">
            <a:avLst/>
          </a:prstGeom>
          <a:noFill/>
          <a:ln cap="flat" cmpd="sng" w="9525">
            <a:solidFill>
              <a:schemeClr val="dk2"/>
            </a:solidFill>
            <a:prstDash val="solid"/>
            <a:round/>
            <a:headEnd len="med" w="med" type="none"/>
            <a:tailEnd len="med" w="med" type="triangle"/>
          </a:ln>
        </p:spPr>
      </p:cxnSp>
      <p:sp>
        <p:nvSpPr>
          <p:cNvPr id="2630" name="Google Shape;2630;p137"/>
          <p:cNvSpPr txBox="1"/>
          <p:nvPr/>
        </p:nvSpPr>
        <p:spPr>
          <a:xfrm>
            <a:off x="6438225" y="1917050"/>
            <a:ext cx="1291800" cy="3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Lato"/>
                <a:ea typeface="Lato"/>
                <a:cs typeface="Lato"/>
                <a:sym typeface="Lato"/>
              </a:rPr>
              <a:t>Spectrograms</a:t>
            </a:r>
            <a:endParaRPr>
              <a:solidFill>
                <a:schemeClr val="dk2"/>
              </a:solidFill>
              <a:latin typeface="Lato"/>
              <a:ea typeface="Lato"/>
              <a:cs typeface="Lato"/>
              <a:sym typeface="Lato"/>
            </a:endParaRPr>
          </a:p>
        </p:txBody>
      </p:sp>
      <p:cxnSp>
        <p:nvCxnSpPr>
          <p:cNvPr id="2631" name="Google Shape;2631;p137"/>
          <p:cNvCxnSpPr>
            <a:stCxn id="2630" idx="2"/>
          </p:cNvCxnSpPr>
          <p:nvPr/>
        </p:nvCxnSpPr>
        <p:spPr>
          <a:xfrm flipH="1">
            <a:off x="7072425" y="2278850"/>
            <a:ext cx="11700" cy="340500"/>
          </a:xfrm>
          <a:prstGeom prst="straightConnector1">
            <a:avLst/>
          </a:prstGeom>
          <a:noFill/>
          <a:ln cap="flat" cmpd="sng" w="9525">
            <a:solidFill>
              <a:schemeClr val="dk2"/>
            </a:solidFill>
            <a:prstDash val="solid"/>
            <a:round/>
            <a:headEnd len="med" w="med" type="none"/>
            <a:tailEnd len="med" w="med" type="triangle"/>
          </a:ln>
        </p:spPr>
      </p:cxnSp>
      <p:sp>
        <p:nvSpPr>
          <p:cNvPr id="2632" name="Google Shape;2632;p137"/>
          <p:cNvSpPr txBox="1"/>
          <p:nvPr/>
        </p:nvSpPr>
        <p:spPr>
          <a:xfrm>
            <a:off x="6262700" y="2563250"/>
            <a:ext cx="1809600" cy="3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Lato"/>
                <a:ea typeface="Lato"/>
                <a:cs typeface="Lato"/>
                <a:sym typeface="Lato"/>
              </a:rPr>
              <a:t>Integrate IF to get unwrapped phase</a:t>
            </a:r>
            <a:endParaRPr>
              <a:solidFill>
                <a:schemeClr val="dk2"/>
              </a:solidFill>
              <a:latin typeface="Lato"/>
              <a:ea typeface="Lato"/>
              <a:cs typeface="Lato"/>
              <a:sym typeface="Lato"/>
            </a:endParaRPr>
          </a:p>
        </p:txBody>
      </p:sp>
      <p:cxnSp>
        <p:nvCxnSpPr>
          <p:cNvPr id="2633" name="Google Shape;2633;p137"/>
          <p:cNvCxnSpPr/>
          <p:nvPr/>
        </p:nvCxnSpPr>
        <p:spPr>
          <a:xfrm>
            <a:off x="7078219" y="3119419"/>
            <a:ext cx="4800" cy="479700"/>
          </a:xfrm>
          <a:prstGeom prst="straightConnector1">
            <a:avLst/>
          </a:prstGeom>
          <a:noFill/>
          <a:ln cap="flat" cmpd="sng" w="9525">
            <a:solidFill>
              <a:schemeClr val="dk2"/>
            </a:solidFill>
            <a:prstDash val="solid"/>
            <a:round/>
            <a:headEnd len="med" w="med" type="none"/>
            <a:tailEnd len="med" w="med" type="triangle"/>
          </a:ln>
        </p:spPr>
      </p:cxnSp>
      <p:sp>
        <p:nvSpPr>
          <p:cNvPr id="2634" name="Google Shape;2634;p137"/>
          <p:cNvSpPr txBox="1"/>
          <p:nvPr/>
        </p:nvSpPr>
        <p:spPr>
          <a:xfrm>
            <a:off x="6262700" y="3571250"/>
            <a:ext cx="2119200" cy="3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Lato"/>
                <a:ea typeface="Lato"/>
                <a:cs typeface="Lato"/>
                <a:sym typeface="Lato"/>
              </a:rPr>
              <a:t>Combine magnitude and phase to get complex spectrogram</a:t>
            </a:r>
            <a:endParaRPr>
              <a:solidFill>
                <a:schemeClr val="dk2"/>
              </a:solidFill>
              <a:latin typeface="Lato"/>
              <a:ea typeface="Lato"/>
              <a:cs typeface="Lato"/>
              <a:sym typeface="Lato"/>
            </a:endParaRPr>
          </a:p>
        </p:txBody>
      </p:sp>
      <p:cxnSp>
        <p:nvCxnSpPr>
          <p:cNvPr id="2635" name="Google Shape;2635;p137"/>
          <p:cNvCxnSpPr/>
          <p:nvPr/>
        </p:nvCxnSpPr>
        <p:spPr>
          <a:xfrm>
            <a:off x="7174975" y="4340900"/>
            <a:ext cx="0" cy="304500"/>
          </a:xfrm>
          <a:prstGeom prst="straightConnector1">
            <a:avLst/>
          </a:prstGeom>
          <a:noFill/>
          <a:ln cap="flat" cmpd="sng" w="9525">
            <a:solidFill>
              <a:schemeClr val="dk2"/>
            </a:solidFill>
            <a:prstDash val="solid"/>
            <a:round/>
            <a:headEnd len="med" w="med" type="none"/>
            <a:tailEnd len="med" w="med" type="triangle"/>
          </a:ln>
        </p:spPr>
      </p:cxnSp>
      <p:sp>
        <p:nvSpPr>
          <p:cNvPr id="2636" name="Google Shape;2636;p137"/>
          <p:cNvSpPr txBox="1"/>
          <p:nvPr/>
        </p:nvSpPr>
        <p:spPr>
          <a:xfrm>
            <a:off x="5815200" y="4645400"/>
            <a:ext cx="3202500" cy="27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Lato"/>
                <a:ea typeface="Lato"/>
                <a:cs typeface="Lato"/>
                <a:sym typeface="Lato"/>
              </a:rPr>
              <a:t>STFT to convert spectrogram to audio</a:t>
            </a:r>
            <a:endParaRPr>
              <a:solidFill>
                <a:schemeClr val="dk2"/>
              </a:solidFill>
              <a:latin typeface="Lato"/>
              <a:ea typeface="Lato"/>
              <a:cs typeface="Lato"/>
              <a:sym typeface="Lato"/>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0" name="Shape 2640"/>
        <p:cNvGrpSpPr/>
        <p:nvPr/>
      </p:nvGrpSpPr>
      <p:grpSpPr>
        <a:xfrm>
          <a:off x="0" y="0"/>
          <a:ext cx="0" cy="0"/>
          <a:chOff x="0" y="0"/>
          <a:chExt cx="0" cy="0"/>
        </a:xfrm>
      </p:grpSpPr>
      <p:pic>
        <p:nvPicPr>
          <p:cNvPr id="2641" name="Google Shape;2641;p138" title="Screenshot 2026-03-22 at 7.50.58 PM.png">
            <a:hlinkClick r:id="rId3"/>
          </p:cNvPr>
          <p:cNvPicPr preferRelativeResize="0"/>
          <p:nvPr/>
        </p:nvPicPr>
        <p:blipFill>
          <a:blip r:embed="rId4">
            <a:alphaModFix/>
          </a:blip>
          <a:stretch>
            <a:fillRect/>
          </a:stretch>
        </p:blipFill>
        <p:spPr>
          <a:xfrm>
            <a:off x="152400" y="1563923"/>
            <a:ext cx="8839200" cy="2686050"/>
          </a:xfrm>
          <a:prstGeom prst="rect">
            <a:avLst/>
          </a:prstGeom>
          <a:noFill/>
          <a:ln>
            <a:noFill/>
          </a:ln>
        </p:spPr>
      </p:pic>
      <p:sp>
        <p:nvSpPr>
          <p:cNvPr id="2642" name="Google Shape;2642;p138"/>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GANSynth</a:t>
            </a:r>
            <a:endParaRPr b="1" sz="4100">
              <a:solidFill>
                <a:schemeClr val="dk1"/>
              </a:solidFill>
              <a:latin typeface="Poppins"/>
              <a:ea typeface="Poppins"/>
              <a:cs typeface="Poppins"/>
              <a:sym typeface="Poppins"/>
            </a:endParaRPr>
          </a:p>
        </p:txBody>
      </p:sp>
      <p:sp>
        <p:nvSpPr>
          <p:cNvPr id="2643" name="Google Shape;2643;p138"/>
          <p:cNvSpPr txBox="1"/>
          <p:nvPr/>
        </p:nvSpPr>
        <p:spPr>
          <a:xfrm>
            <a:off x="1494600" y="945711"/>
            <a:ext cx="61548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700">
                <a:solidFill>
                  <a:schemeClr val="dk2"/>
                </a:solidFill>
                <a:latin typeface="Poppins"/>
                <a:ea typeface="Poppins"/>
                <a:cs typeface="Poppins"/>
                <a:sym typeface="Poppins"/>
              </a:rPr>
              <a:t>Demo</a:t>
            </a:r>
            <a:endParaRPr b="1" sz="2400">
              <a:solidFill>
                <a:schemeClr val="dk2"/>
              </a:solidFill>
              <a:latin typeface="Poppins"/>
              <a:ea typeface="Poppins"/>
              <a:cs typeface="Poppins"/>
              <a:sym typeface="Poppins"/>
            </a:endParaRPr>
          </a:p>
        </p:txBody>
      </p:sp>
      <p:cxnSp>
        <p:nvCxnSpPr>
          <p:cNvPr id="2644" name="Google Shape;2644;p138"/>
          <p:cNvCxnSpPr/>
          <p:nvPr/>
        </p:nvCxnSpPr>
        <p:spPr>
          <a:xfrm>
            <a:off x="3463050" y="1454875"/>
            <a:ext cx="2217900" cy="12300"/>
          </a:xfrm>
          <a:prstGeom prst="straightConnector1">
            <a:avLst/>
          </a:prstGeom>
          <a:noFill/>
          <a:ln cap="flat" cmpd="sng" w="9525">
            <a:solidFill>
              <a:srgbClr val="5F8195"/>
            </a:solidFill>
            <a:prstDash val="solid"/>
            <a:round/>
            <a:headEnd len="med" w="med" type="none"/>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8" name="Shape 2648"/>
        <p:cNvGrpSpPr/>
        <p:nvPr/>
      </p:nvGrpSpPr>
      <p:grpSpPr>
        <a:xfrm>
          <a:off x="0" y="0"/>
          <a:ext cx="0" cy="0"/>
          <a:chOff x="0" y="0"/>
          <a:chExt cx="0" cy="0"/>
        </a:xfrm>
      </p:grpSpPr>
      <p:sp>
        <p:nvSpPr>
          <p:cNvPr id="2649" name="Google Shape;2649;p139"/>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Early Audio Generation is not Enough</a:t>
            </a:r>
            <a:endParaRPr b="1" sz="4100">
              <a:solidFill>
                <a:schemeClr val="dk1"/>
              </a:solidFill>
              <a:latin typeface="Poppins"/>
              <a:ea typeface="Poppins"/>
              <a:cs typeface="Poppins"/>
              <a:sym typeface="Poppins"/>
            </a:endParaRPr>
          </a:p>
        </p:txBody>
      </p:sp>
      <p:sp>
        <p:nvSpPr>
          <p:cNvPr id="2650" name="Google Shape;2650;p139"/>
          <p:cNvSpPr txBox="1"/>
          <p:nvPr/>
        </p:nvSpPr>
        <p:spPr>
          <a:xfrm>
            <a:off x="403925" y="1560725"/>
            <a:ext cx="8168700" cy="2708400"/>
          </a:xfrm>
          <a:prstGeom prst="rect">
            <a:avLst/>
          </a:prstGeom>
          <a:noFill/>
          <a:ln>
            <a:noFill/>
          </a:ln>
        </p:spPr>
        <p:txBody>
          <a:bodyPr anchorCtr="0" anchor="t" bIns="91425" lIns="91425" spcFirstLastPara="1" rIns="91425" wrap="square" tIns="91425">
            <a:noAutofit/>
          </a:bodyPr>
          <a:lstStyle/>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Showed that audio generation using neural networks was possible</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Can condition </a:t>
            </a:r>
            <a:r>
              <a:rPr lang="en" sz="2600">
                <a:solidFill>
                  <a:schemeClr val="dk2"/>
                </a:solidFill>
                <a:latin typeface="Lato"/>
                <a:ea typeface="Lato"/>
                <a:cs typeface="Lato"/>
                <a:sym typeface="Lato"/>
              </a:rPr>
              <a:t>models for certain stylistic effects</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CANNOT guarantee that content is preserved</a:t>
            </a:r>
            <a:endParaRPr sz="2600">
              <a:solidFill>
                <a:schemeClr val="dk2"/>
              </a:solidFill>
              <a:latin typeface="Lato"/>
              <a:ea typeface="Lato"/>
              <a:cs typeface="Lato"/>
              <a:sym typeface="Lato"/>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4" name="Shape 2654"/>
        <p:cNvGrpSpPr/>
        <p:nvPr/>
      </p:nvGrpSpPr>
      <p:grpSpPr>
        <a:xfrm>
          <a:off x="0" y="0"/>
          <a:ext cx="0" cy="0"/>
          <a:chOff x="0" y="0"/>
          <a:chExt cx="0" cy="0"/>
        </a:xfrm>
      </p:grpSpPr>
      <p:sp>
        <p:nvSpPr>
          <p:cNvPr id="2655" name="Google Shape;2655;p140"/>
          <p:cNvSpPr/>
          <p:nvPr/>
        </p:nvSpPr>
        <p:spPr>
          <a:xfrm rot="1514388">
            <a:off x="8162088" y="3225975"/>
            <a:ext cx="307706" cy="803617"/>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6" name="Google Shape;2656;p140"/>
          <p:cNvGrpSpPr/>
          <p:nvPr/>
        </p:nvGrpSpPr>
        <p:grpSpPr>
          <a:xfrm>
            <a:off x="5927389" y="663096"/>
            <a:ext cx="595931" cy="530198"/>
            <a:chOff x="5927389" y="663096"/>
            <a:chExt cx="595931" cy="530198"/>
          </a:xfrm>
        </p:grpSpPr>
        <p:sp>
          <p:nvSpPr>
            <p:cNvPr id="2657" name="Google Shape;2657;p140"/>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40"/>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9" name="Google Shape;2659;p140"/>
          <p:cNvSpPr/>
          <p:nvPr/>
        </p:nvSpPr>
        <p:spPr>
          <a:xfrm rot="210338">
            <a:off x="8076187" y="1744908"/>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40"/>
          <p:cNvSpPr txBox="1"/>
          <p:nvPr>
            <p:ph idx="4294967295" type="title"/>
          </p:nvPr>
        </p:nvSpPr>
        <p:spPr>
          <a:xfrm>
            <a:off x="325675" y="2562350"/>
            <a:ext cx="8164500" cy="69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3600"/>
              <a:buFont typeface="Arial"/>
              <a:buNone/>
            </a:pPr>
            <a:r>
              <a:rPr lang="en" sz="5000"/>
              <a:t>Latent Structured Audio and Style Transfer</a:t>
            </a:r>
            <a:endParaRPr sz="5000"/>
          </a:p>
          <a:p>
            <a:pPr indent="0" lvl="0" marL="0" rtl="0" algn="ctr">
              <a:spcBef>
                <a:spcPts val="0"/>
              </a:spcBef>
              <a:spcAft>
                <a:spcPts val="0"/>
              </a:spcAft>
              <a:buNone/>
            </a:pPr>
            <a:r>
              <a:t/>
            </a:r>
            <a:endParaRPr sz="5000"/>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4" name="Shape 2664"/>
        <p:cNvGrpSpPr/>
        <p:nvPr/>
      </p:nvGrpSpPr>
      <p:grpSpPr>
        <a:xfrm>
          <a:off x="0" y="0"/>
          <a:ext cx="0" cy="0"/>
          <a:chOff x="0" y="0"/>
          <a:chExt cx="0" cy="0"/>
        </a:xfrm>
      </p:grpSpPr>
      <p:sp>
        <p:nvSpPr>
          <p:cNvPr id="2665" name="Google Shape;2665;p141"/>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Variational Autoencoders (VAES)</a:t>
            </a:r>
            <a:endParaRPr b="1" sz="4100">
              <a:solidFill>
                <a:schemeClr val="dk1"/>
              </a:solidFill>
              <a:latin typeface="Poppins"/>
              <a:ea typeface="Poppins"/>
              <a:cs typeface="Poppins"/>
              <a:sym typeface="Poppins"/>
            </a:endParaRPr>
          </a:p>
        </p:txBody>
      </p:sp>
      <p:sp>
        <p:nvSpPr>
          <p:cNvPr id="2666" name="Google Shape;2666;p141"/>
          <p:cNvSpPr txBox="1"/>
          <p:nvPr/>
        </p:nvSpPr>
        <p:spPr>
          <a:xfrm>
            <a:off x="403925" y="1062646"/>
            <a:ext cx="4168200" cy="3381900"/>
          </a:xfrm>
          <a:prstGeom prst="rect">
            <a:avLst/>
          </a:prstGeom>
          <a:noFill/>
          <a:ln>
            <a:noFill/>
          </a:ln>
        </p:spPr>
        <p:txBody>
          <a:bodyPr anchorCtr="0" anchor="t" bIns="91425" lIns="91425" spcFirstLastPara="1" rIns="91425" wrap="square" tIns="91425">
            <a:noAutofit/>
          </a:bodyPr>
          <a:lstStyle/>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Compress input into latent space (encoder), reconstruct (decoder)</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Naive implementation p</a:t>
            </a:r>
            <a:r>
              <a:rPr lang="en" sz="2600">
                <a:solidFill>
                  <a:schemeClr val="dk2"/>
                </a:solidFill>
                <a:latin typeface="Lato"/>
                <a:ea typeface="Lato"/>
                <a:cs typeface="Lato"/>
                <a:sym typeface="Lato"/>
              </a:rPr>
              <a:t>rone to posterior collapse</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Incredibly important to style-transfer as in extracts a latent representation</a:t>
            </a:r>
            <a:endParaRPr sz="2600">
              <a:solidFill>
                <a:schemeClr val="dk2"/>
              </a:solidFill>
              <a:latin typeface="Lato"/>
              <a:ea typeface="Lato"/>
              <a:cs typeface="Lato"/>
              <a:sym typeface="Lato"/>
            </a:endParaRPr>
          </a:p>
        </p:txBody>
      </p:sp>
      <p:pic>
        <p:nvPicPr>
          <p:cNvPr id="2667" name="Google Shape;2667;p141" title="Screenshot 2026-03-22 at 8.26.12 PM.png"/>
          <p:cNvPicPr preferRelativeResize="0"/>
          <p:nvPr/>
        </p:nvPicPr>
        <p:blipFill>
          <a:blip r:embed="rId3">
            <a:alphaModFix/>
          </a:blip>
          <a:stretch>
            <a:fillRect/>
          </a:stretch>
        </p:blipFill>
        <p:spPr>
          <a:xfrm>
            <a:off x="4360850" y="1776986"/>
            <a:ext cx="4783151" cy="1883824"/>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1" name="Shape 2671"/>
        <p:cNvGrpSpPr/>
        <p:nvPr/>
      </p:nvGrpSpPr>
      <p:grpSpPr>
        <a:xfrm>
          <a:off x="0" y="0"/>
          <a:ext cx="0" cy="0"/>
          <a:chOff x="0" y="0"/>
          <a:chExt cx="0" cy="0"/>
        </a:xfrm>
      </p:grpSpPr>
      <p:sp>
        <p:nvSpPr>
          <p:cNvPr id="2672" name="Google Shape;2672;p142"/>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RAVE</a:t>
            </a:r>
            <a:endParaRPr b="1" sz="4100">
              <a:solidFill>
                <a:schemeClr val="dk1"/>
              </a:solidFill>
              <a:latin typeface="Poppins"/>
              <a:ea typeface="Poppins"/>
              <a:cs typeface="Poppins"/>
              <a:sym typeface="Poppins"/>
            </a:endParaRPr>
          </a:p>
        </p:txBody>
      </p:sp>
      <p:sp>
        <p:nvSpPr>
          <p:cNvPr id="2673" name="Google Shape;2673;p142"/>
          <p:cNvSpPr txBox="1"/>
          <p:nvPr/>
        </p:nvSpPr>
        <p:spPr>
          <a:xfrm>
            <a:off x="403925" y="1062650"/>
            <a:ext cx="8168700" cy="3381900"/>
          </a:xfrm>
          <a:prstGeom prst="rect">
            <a:avLst/>
          </a:prstGeom>
          <a:noFill/>
          <a:ln>
            <a:noFill/>
          </a:ln>
        </p:spPr>
        <p:txBody>
          <a:bodyPr anchorCtr="0" anchor="t" bIns="91425" lIns="91425" spcFirstLastPara="1" rIns="91425" wrap="square" tIns="91425">
            <a:noAutofit/>
          </a:bodyPr>
          <a:lstStyle/>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Uses Convolutional layers instead of RNN</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Uses spectral losses instead of only raw sample-wise reconstruction.</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Two stage training procedure:</a:t>
            </a:r>
            <a:endParaRPr sz="2600">
              <a:solidFill>
                <a:schemeClr val="dk2"/>
              </a:solidFill>
              <a:latin typeface="Lato"/>
              <a:ea typeface="Lato"/>
              <a:cs typeface="Lato"/>
              <a:sym typeface="Lato"/>
            </a:endParaRPr>
          </a:p>
          <a:p>
            <a:pPr indent="-393700" lvl="0" marL="914400" rtl="0" algn="l">
              <a:spcBef>
                <a:spcPts val="0"/>
              </a:spcBef>
              <a:spcAft>
                <a:spcPts val="0"/>
              </a:spcAft>
              <a:buClr>
                <a:schemeClr val="dk2"/>
              </a:buClr>
              <a:buSzPts val="2600"/>
              <a:buFont typeface="Lato"/>
              <a:buAutoNum type="arabicPeriod"/>
            </a:pPr>
            <a:r>
              <a:rPr lang="en" sz="2600">
                <a:solidFill>
                  <a:schemeClr val="dk2"/>
                </a:solidFill>
                <a:latin typeface="Lato"/>
                <a:ea typeface="Lato"/>
                <a:cs typeface="Lato"/>
                <a:sym typeface="Lato"/>
              </a:rPr>
              <a:t>Trains encoder and decoder to learn compact latent representation</a:t>
            </a:r>
            <a:endParaRPr sz="2600">
              <a:solidFill>
                <a:schemeClr val="dk2"/>
              </a:solidFill>
              <a:latin typeface="Lato"/>
              <a:ea typeface="Lato"/>
              <a:cs typeface="Lato"/>
              <a:sym typeface="Lato"/>
            </a:endParaRPr>
          </a:p>
          <a:p>
            <a:pPr indent="-393700" lvl="0" marL="914400" rtl="0" algn="l">
              <a:spcBef>
                <a:spcPts val="0"/>
              </a:spcBef>
              <a:spcAft>
                <a:spcPts val="0"/>
              </a:spcAft>
              <a:buClr>
                <a:schemeClr val="dk2"/>
              </a:buClr>
              <a:buSzPts val="2600"/>
              <a:buFont typeface="Lato"/>
              <a:buAutoNum type="arabicPeriod"/>
            </a:pPr>
            <a:r>
              <a:rPr lang="en" sz="2600">
                <a:solidFill>
                  <a:schemeClr val="dk2"/>
                </a:solidFill>
                <a:latin typeface="Lato"/>
                <a:ea typeface="Lato"/>
                <a:cs typeface="Lato"/>
                <a:sym typeface="Lato"/>
              </a:rPr>
              <a:t>Trains only decoder with GAN discriminator </a:t>
            </a:r>
            <a:endParaRPr sz="2600">
              <a:solidFill>
                <a:schemeClr val="dk2"/>
              </a:solidFill>
              <a:latin typeface="Lato"/>
              <a:ea typeface="Lato"/>
              <a:cs typeface="Lato"/>
              <a:sym typeface="Lato"/>
            </a:endParaRPr>
          </a:p>
          <a:p>
            <a:pPr indent="-393700" lvl="0" marL="4572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Enables style transfer </a:t>
            </a:r>
            <a:endParaRPr sz="2600">
              <a:solidFill>
                <a:schemeClr val="dk2"/>
              </a:solidFill>
              <a:latin typeface="Lato"/>
              <a:ea typeface="Lato"/>
              <a:cs typeface="Lato"/>
              <a:sym typeface="Lato"/>
            </a:endParaRPr>
          </a:p>
          <a:p>
            <a:pPr indent="-393700" lvl="1" marL="914400" rtl="0" algn="l">
              <a:spcBef>
                <a:spcPts val="0"/>
              </a:spcBef>
              <a:spcAft>
                <a:spcPts val="0"/>
              </a:spcAft>
              <a:buClr>
                <a:schemeClr val="dk2"/>
              </a:buClr>
              <a:buSzPts val="2600"/>
              <a:buFont typeface="Lato"/>
              <a:buChar char="○"/>
            </a:pPr>
            <a:r>
              <a:rPr lang="en" sz="2600">
                <a:solidFill>
                  <a:schemeClr val="dk2"/>
                </a:solidFill>
                <a:latin typeface="Lato"/>
                <a:ea typeface="Lato"/>
                <a:cs typeface="Lato"/>
                <a:sym typeface="Lato"/>
              </a:rPr>
              <a:t>Encode from one domain, decode from another </a:t>
            </a:r>
            <a:endParaRPr sz="2600">
              <a:solidFill>
                <a:schemeClr val="dk2"/>
              </a:solidFill>
              <a:latin typeface="Lato"/>
              <a:ea typeface="Lato"/>
              <a:cs typeface="Lato"/>
              <a:sym typeface="Lato"/>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7" name="Shape 2677"/>
        <p:cNvGrpSpPr/>
        <p:nvPr/>
      </p:nvGrpSpPr>
      <p:grpSpPr>
        <a:xfrm>
          <a:off x="0" y="0"/>
          <a:ext cx="0" cy="0"/>
          <a:chOff x="0" y="0"/>
          <a:chExt cx="0" cy="0"/>
        </a:xfrm>
      </p:grpSpPr>
      <p:sp>
        <p:nvSpPr>
          <p:cNvPr id="2678" name="Google Shape;2678;p143"/>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RAVE</a:t>
            </a:r>
            <a:endParaRPr b="1" sz="4100">
              <a:solidFill>
                <a:schemeClr val="dk1"/>
              </a:solidFill>
              <a:latin typeface="Poppins"/>
              <a:ea typeface="Poppins"/>
              <a:cs typeface="Poppins"/>
              <a:sym typeface="Poppins"/>
            </a:endParaRPr>
          </a:p>
        </p:txBody>
      </p:sp>
      <p:sp>
        <p:nvSpPr>
          <p:cNvPr id="2679" name="Google Shape;2679;p143"/>
          <p:cNvSpPr txBox="1"/>
          <p:nvPr/>
        </p:nvSpPr>
        <p:spPr>
          <a:xfrm>
            <a:off x="1494600" y="945711"/>
            <a:ext cx="61548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700">
                <a:solidFill>
                  <a:schemeClr val="dk2"/>
                </a:solidFill>
                <a:latin typeface="Poppins"/>
                <a:ea typeface="Poppins"/>
                <a:cs typeface="Poppins"/>
                <a:sym typeface="Poppins"/>
              </a:rPr>
              <a:t>Demo</a:t>
            </a:r>
            <a:endParaRPr b="1" sz="2400">
              <a:solidFill>
                <a:schemeClr val="dk2"/>
              </a:solidFill>
              <a:latin typeface="Poppins"/>
              <a:ea typeface="Poppins"/>
              <a:cs typeface="Poppins"/>
              <a:sym typeface="Poppins"/>
            </a:endParaRPr>
          </a:p>
        </p:txBody>
      </p:sp>
      <p:pic>
        <p:nvPicPr>
          <p:cNvPr id="2680" name="Google Shape;2680;p143" title="Screenshot 2026-03-22 at 9.25.06 PM.png">
            <a:hlinkClick r:id="rId3"/>
          </p:cNvPr>
          <p:cNvPicPr preferRelativeResize="0"/>
          <p:nvPr/>
        </p:nvPicPr>
        <p:blipFill>
          <a:blip r:embed="rId4">
            <a:alphaModFix/>
          </a:blip>
          <a:stretch>
            <a:fillRect/>
          </a:stretch>
        </p:blipFill>
        <p:spPr>
          <a:xfrm>
            <a:off x="2152650" y="1591910"/>
            <a:ext cx="4838705" cy="3246789"/>
          </a:xfrm>
          <a:prstGeom prst="rect">
            <a:avLst/>
          </a:prstGeom>
          <a:noFill/>
          <a:ln>
            <a:noFill/>
          </a:ln>
        </p:spPr>
      </p:pic>
      <p:cxnSp>
        <p:nvCxnSpPr>
          <p:cNvPr id="2681" name="Google Shape;2681;p143"/>
          <p:cNvCxnSpPr/>
          <p:nvPr/>
        </p:nvCxnSpPr>
        <p:spPr>
          <a:xfrm>
            <a:off x="3463050" y="1466125"/>
            <a:ext cx="2217900" cy="12300"/>
          </a:xfrm>
          <a:prstGeom prst="straightConnector1">
            <a:avLst/>
          </a:prstGeom>
          <a:noFill/>
          <a:ln cap="flat" cmpd="sng" w="9525">
            <a:solidFill>
              <a:srgbClr val="5F8195"/>
            </a:solidFill>
            <a:prstDash val="solid"/>
            <a:round/>
            <a:headEnd len="med" w="med" type="none"/>
            <a:tailEnd len="med" w="med" type="none"/>
          </a:ln>
        </p:spPr>
      </p:cxn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5" name="Shape 2685"/>
        <p:cNvGrpSpPr/>
        <p:nvPr/>
      </p:nvGrpSpPr>
      <p:grpSpPr>
        <a:xfrm>
          <a:off x="0" y="0"/>
          <a:ext cx="0" cy="0"/>
          <a:chOff x="0" y="0"/>
          <a:chExt cx="0" cy="0"/>
        </a:xfrm>
      </p:grpSpPr>
      <p:sp>
        <p:nvSpPr>
          <p:cNvPr id="2686" name="Google Shape;2686;p144"/>
          <p:cNvSpPr txBox="1"/>
          <p:nvPr>
            <p:ph idx="4294967295" type="body"/>
          </p:nvPr>
        </p:nvSpPr>
        <p:spPr>
          <a:xfrm>
            <a:off x="-88650" y="1192600"/>
            <a:ext cx="4478700" cy="3555900"/>
          </a:xfrm>
          <a:prstGeom prst="rect">
            <a:avLst/>
          </a:prstGeom>
          <a:noFill/>
          <a:ln>
            <a:noFill/>
          </a:ln>
        </p:spPr>
        <p:txBody>
          <a:bodyPr anchorCtr="0" anchor="ctr" bIns="91425" lIns="91425" spcFirstLastPara="1" rIns="91425" wrap="square" tIns="91425">
            <a:noAutofit/>
          </a:bodyPr>
          <a:lstStyle/>
          <a:p>
            <a:pPr indent="-368300" lvl="0" marL="457200" rtl="0" algn="l">
              <a:lnSpc>
                <a:spcPct val="100000"/>
              </a:lnSpc>
              <a:spcBef>
                <a:spcPts val="0"/>
              </a:spcBef>
              <a:spcAft>
                <a:spcPts val="0"/>
              </a:spcAft>
              <a:buSzPts val="2200"/>
              <a:buChar char="●"/>
            </a:pPr>
            <a:r>
              <a:rPr lang="en" sz="2200"/>
              <a:t>It was built specifically for musical timbre transfer rather than generic audio generation.</a:t>
            </a:r>
            <a:endParaRPr sz="2200"/>
          </a:p>
          <a:p>
            <a:pPr indent="-368300" lvl="0" marL="457200" rtl="0" algn="l">
              <a:lnSpc>
                <a:spcPct val="100000"/>
              </a:lnSpc>
              <a:spcBef>
                <a:spcPts val="0"/>
              </a:spcBef>
              <a:spcAft>
                <a:spcPts val="0"/>
              </a:spcAft>
              <a:buSzPts val="2200"/>
              <a:buChar char="●"/>
            </a:pPr>
            <a:r>
              <a:rPr lang="en" sz="2200"/>
              <a:t>Uses FiLM conditioning and an MMD objective to support many-to-many transfer in a single multi-</a:t>
            </a:r>
            <a:r>
              <a:rPr lang="en" sz="2200"/>
              <a:t>domain</a:t>
            </a:r>
            <a:r>
              <a:rPr lang="en" sz="2200"/>
              <a:t> model.</a:t>
            </a:r>
            <a:endParaRPr sz="2200"/>
          </a:p>
          <a:p>
            <a:pPr indent="-368300" lvl="0" marL="457200" rtl="0" algn="l">
              <a:lnSpc>
                <a:spcPct val="100000"/>
              </a:lnSpc>
              <a:spcBef>
                <a:spcPts val="0"/>
              </a:spcBef>
              <a:spcAft>
                <a:spcPts val="0"/>
              </a:spcAft>
              <a:buSzPts val="2200"/>
              <a:buChar char="●"/>
            </a:pPr>
            <a:r>
              <a:rPr lang="en" sz="2200"/>
              <a:t>Very relevant conceptually, but still closer to timbre transfer than full genre remastering.</a:t>
            </a:r>
            <a:endParaRPr sz="2200"/>
          </a:p>
        </p:txBody>
      </p:sp>
      <p:sp>
        <p:nvSpPr>
          <p:cNvPr id="2687" name="Google Shape;2687;p144"/>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MoVE</a:t>
            </a:r>
            <a:endParaRPr b="1" sz="4100">
              <a:solidFill>
                <a:schemeClr val="dk1"/>
              </a:solidFill>
              <a:latin typeface="Poppins"/>
              <a:ea typeface="Poppins"/>
              <a:cs typeface="Poppins"/>
              <a:sym typeface="Poppins"/>
            </a:endParaRPr>
          </a:p>
        </p:txBody>
      </p:sp>
      <p:pic>
        <p:nvPicPr>
          <p:cNvPr id="2688" name="Google Shape;2688;p144"/>
          <p:cNvPicPr preferRelativeResize="0"/>
          <p:nvPr/>
        </p:nvPicPr>
        <p:blipFill>
          <a:blip r:embed="rId3">
            <a:alphaModFix/>
          </a:blip>
          <a:stretch>
            <a:fillRect/>
          </a:stretch>
        </p:blipFill>
        <p:spPr>
          <a:xfrm>
            <a:off x="4624025" y="1587550"/>
            <a:ext cx="4340599" cy="1968400"/>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2" name="Shape 2692"/>
        <p:cNvGrpSpPr/>
        <p:nvPr/>
      </p:nvGrpSpPr>
      <p:grpSpPr>
        <a:xfrm>
          <a:off x="0" y="0"/>
          <a:ext cx="0" cy="0"/>
          <a:chOff x="0" y="0"/>
          <a:chExt cx="0" cy="0"/>
        </a:xfrm>
      </p:grpSpPr>
      <p:sp>
        <p:nvSpPr>
          <p:cNvPr id="2693" name="Google Shape;2693;p145"/>
          <p:cNvSpPr txBox="1"/>
          <p:nvPr>
            <p:ph idx="4294967295" type="body"/>
          </p:nvPr>
        </p:nvSpPr>
        <p:spPr>
          <a:xfrm>
            <a:off x="267075" y="1105500"/>
            <a:ext cx="8585700" cy="3768000"/>
          </a:xfrm>
          <a:prstGeom prst="rect">
            <a:avLst/>
          </a:prstGeom>
          <a:noFill/>
          <a:ln>
            <a:noFill/>
          </a:ln>
        </p:spPr>
        <p:txBody>
          <a:bodyPr anchorCtr="0" anchor="ctr" bIns="91425" lIns="91425" spcFirstLastPara="1" rIns="91425" wrap="square" tIns="91425">
            <a:noAutofit/>
          </a:bodyPr>
          <a:lstStyle/>
          <a:p>
            <a:pPr indent="-393700" lvl="0" marL="457200" rtl="0" algn="l">
              <a:spcBef>
                <a:spcPts val="0"/>
              </a:spcBef>
              <a:spcAft>
                <a:spcPts val="0"/>
              </a:spcAft>
              <a:buSzPts val="2600"/>
              <a:buChar char="●"/>
            </a:pPr>
            <a:r>
              <a:rPr lang="en" sz="2600"/>
              <a:t>FiLM is a conditioning mechanism that lets a style vector scale and shift hidden features throughout the network.</a:t>
            </a:r>
            <a:endParaRPr sz="2600"/>
          </a:p>
          <a:p>
            <a:pPr indent="-393700" lvl="0" marL="457200" rtl="0" algn="l">
              <a:spcBef>
                <a:spcPts val="0"/>
              </a:spcBef>
              <a:spcAft>
                <a:spcPts val="0"/>
              </a:spcAft>
              <a:buSzPts val="2600"/>
              <a:buChar char="●"/>
            </a:pPr>
            <a:r>
              <a:rPr lang="en" sz="2600"/>
              <a:t>Its role is style-control logic rather than final waveform synthesis.</a:t>
            </a:r>
            <a:endParaRPr sz="2600"/>
          </a:p>
          <a:p>
            <a:pPr indent="0" lvl="0" marL="457200" rtl="0" algn="l">
              <a:lnSpc>
                <a:spcPct val="100000"/>
              </a:lnSpc>
              <a:spcBef>
                <a:spcPts val="0"/>
              </a:spcBef>
              <a:spcAft>
                <a:spcPts val="0"/>
              </a:spcAft>
              <a:buNone/>
            </a:pPr>
            <a:r>
              <a:t/>
            </a:r>
            <a:endParaRPr sz="2600"/>
          </a:p>
        </p:txBody>
      </p:sp>
      <p:sp>
        <p:nvSpPr>
          <p:cNvPr id="2694" name="Google Shape;2694;p145"/>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FiLM </a:t>
            </a:r>
            <a:endParaRPr b="1" sz="4100">
              <a:solidFill>
                <a:schemeClr val="dk1"/>
              </a:solidFill>
              <a:latin typeface="Poppins"/>
              <a:ea typeface="Poppins"/>
              <a:cs typeface="Poppins"/>
              <a:sym typeface="Poppins"/>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8" name="Shape 2698"/>
        <p:cNvGrpSpPr/>
        <p:nvPr/>
      </p:nvGrpSpPr>
      <p:grpSpPr>
        <a:xfrm>
          <a:off x="0" y="0"/>
          <a:ext cx="0" cy="0"/>
          <a:chOff x="0" y="0"/>
          <a:chExt cx="0" cy="0"/>
        </a:xfrm>
      </p:grpSpPr>
      <p:pic>
        <p:nvPicPr>
          <p:cNvPr id="2699" name="Google Shape;2699;p146"/>
          <p:cNvPicPr preferRelativeResize="0"/>
          <p:nvPr/>
        </p:nvPicPr>
        <p:blipFill>
          <a:blip r:embed="rId3">
            <a:alphaModFix/>
          </a:blip>
          <a:stretch>
            <a:fillRect/>
          </a:stretch>
        </p:blipFill>
        <p:spPr>
          <a:xfrm>
            <a:off x="973075" y="1636975"/>
            <a:ext cx="6944275" cy="1374100"/>
          </a:xfrm>
          <a:prstGeom prst="rect">
            <a:avLst/>
          </a:prstGeom>
          <a:noFill/>
          <a:ln>
            <a:noFill/>
          </a:ln>
        </p:spPr>
      </p:pic>
      <p:pic>
        <p:nvPicPr>
          <p:cNvPr id="2700" name="Google Shape;2700;p146"/>
          <p:cNvPicPr preferRelativeResize="0"/>
          <p:nvPr/>
        </p:nvPicPr>
        <p:blipFill>
          <a:blip r:embed="rId4">
            <a:alphaModFix/>
          </a:blip>
          <a:stretch>
            <a:fillRect/>
          </a:stretch>
        </p:blipFill>
        <p:spPr>
          <a:xfrm>
            <a:off x="152400" y="3324450"/>
            <a:ext cx="3671621" cy="1666650"/>
          </a:xfrm>
          <a:prstGeom prst="rect">
            <a:avLst/>
          </a:prstGeom>
          <a:noFill/>
          <a:ln>
            <a:noFill/>
          </a:ln>
        </p:spPr>
      </p:pic>
      <p:sp>
        <p:nvSpPr>
          <p:cNvPr id="2701" name="Google Shape;2701;p146"/>
          <p:cNvSpPr txBox="1"/>
          <p:nvPr/>
        </p:nvSpPr>
        <p:spPr>
          <a:xfrm>
            <a:off x="3928950" y="3131450"/>
            <a:ext cx="49533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solidFill>
                <a:schemeClr val="dk2"/>
              </a:solidFill>
              <a:latin typeface="Lato"/>
              <a:ea typeface="Lato"/>
              <a:cs typeface="Lato"/>
              <a:sym typeface="Lato"/>
            </a:endParaRPr>
          </a:p>
        </p:txBody>
      </p:sp>
      <p:sp>
        <p:nvSpPr>
          <p:cNvPr id="2702" name="Google Shape;2702;p146"/>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FiLM Formula</a:t>
            </a:r>
            <a:endParaRPr b="1" sz="4100">
              <a:solidFill>
                <a:schemeClr val="dk1"/>
              </a:solidFill>
              <a:latin typeface="Poppins"/>
              <a:ea typeface="Poppins"/>
              <a:cs typeface="Poppins"/>
              <a:sym typeface="Poppins"/>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6" name="Shape 2706"/>
        <p:cNvGrpSpPr/>
        <p:nvPr/>
      </p:nvGrpSpPr>
      <p:grpSpPr>
        <a:xfrm>
          <a:off x="0" y="0"/>
          <a:ext cx="0" cy="0"/>
          <a:chOff x="0" y="0"/>
          <a:chExt cx="0" cy="0"/>
        </a:xfrm>
      </p:grpSpPr>
      <p:sp>
        <p:nvSpPr>
          <p:cNvPr id="2707" name="Google Shape;2707;p147"/>
          <p:cNvSpPr txBox="1"/>
          <p:nvPr>
            <p:ph idx="4294967295" type="body"/>
          </p:nvPr>
        </p:nvSpPr>
        <p:spPr>
          <a:xfrm>
            <a:off x="267075" y="548750"/>
            <a:ext cx="8585700" cy="3885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600"/>
          </a:p>
          <a:p>
            <a:pPr indent="-393700" lvl="0" marL="457200" rtl="0" algn="l">
              <a:lnSpc>
                <a:spcPct val="100000"/>
              </a:lnSpc>
              <a:spcBef>
                <a:spcPts val="0"/>
              </a:spcBef>
              <a:spcAft>
                <a:spcPts val="0"/>
              </a:spcAft>
              <a:buSzPts val="2600"/>
              <a:buChar char="●"/>
            </a:pPr>
            <a:r>
              <a:rPr lang="en" sz="2600"/>
              <a:t>BigVGAN is a universal neural vocoder: it turns intermediate audio representations into more realistic waveform audio.</a:t>
            </a:r>
            <a:endParaRPr sz="2600"/>
          </a:p>
          <a:p>
            <a:pPr indent="-393700" lvl="0" marL="457200" rtl="0" algn="l">
              <a:lnSpc>
                <a:spcPct val="100000"/>
              </a:lnSpc>
              <a:spcBef>
                <a:spcPts val="0"/>
              </a:spcBef>
              <a:spcAft>
                <a:spcPts val="0"/>
              </a:spcAft>
              <a:buSzPts val="2600"/>
              <a:buChar char="●"/>
            </a:pPr>
            <a:r>
              <a:rPr lang="en" sz="2600"/>
              <a:t>Its role is realism rather than transfer logic itself.</a:t>
            </a:r>
            <a:endParaRPr sz="2600"/>
          </a:p>
        </p:txBody>
      </p:sp>
      <p:sp>
        <p:nvSpPr>
          <p:cNvPr id="2708" name="Google Shape;2708;p147"/>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BigVGAN</a:t>
            </a:r>
            <a:endParaRPr b="1" sz="4100">
              <a:solidFill>
                <a:schemeClr val="dk1"/>
              </a:solidFill>
              <a:latin typeface="Poppins"/>
              <a:ea typeface="Poppins"/>
              <a:cs typeface="Poppins"/>
              <a:sym typeface="Poppins"/>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2" name="Shape 2712"/>
        <p:cNvGrpSpPr/>
        <p:nvPr/>
      </p:nvGrpSpPr>
      <p:grpSpPr>
        <a:xfrm>
          <a:off x="0" y="0"/>
          <a:ext cx="0" cy="0"/>
          <a:chOff x="0" y="0"/>
          <a:chExt cx="0" cy="0"/>
        </a:xfrm>
      </p:grpSpPr>
      <p:sp>
        <p:nvSpPr>
          <p:cNvPr id="2713" name="Google Shape;2713;p148"/>
          <p:cNvSpPr txBox="1"/>
          <p:nvPr/>
        </p:nvSpPr>
        <p:spPr>
          <a:xfrm>
            <a:off x="3928950" y="3131450"/>
            <a:ext cx="49533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solidFill>
                <a:schemeClr val="dk2"/>
              </a:solidFill>
              <a:latin typeface="Lato"/>
              <a:ea typeface="Lato"/>
              <a:cs typeface="Lato"/>
              <a:sym typeface="Lato"/>
            </a:endParaRPr>
          </a:p>
        </p:txBody>
      </p:sp>
      <p:pic>
        <p:nvPicPr>
          <p:cNvPr id="2714" name="Google Shape;2714;p148"/>
          <p:cNvPicPr preferRelativeResize="0"/>
          <p:nvPr/>
        </p:nvPicPr>
        <p:blipFill>
          <a:blip r:embed="rId3">
            <a:alphaModFix/>
          </a:blip>
          <a:stretch>
            <a:fillRect/>
          </a:stretch>
        </p:blipFill>
        <p:spPr>
          <a:xfrm>
            <a:off x="247500" y="1297150"/>
            <a:ext cx="4953300" cy="1581475"/>
          </a:xfrm>
          <a:prstGeom prst="rect">
            <a:avLst/>
          </a:prstGeom>
          <a:noFill/>
          <a:ln>
            <a:noFill/>
          </a:ln>
        </p:spPr>
      </p:pic>
      <p:pic>
        <p:nvPicPr>
          <p:cNvPr id="2715" name="Google Shape;2715;p148"/>
          <p:cNvPicPr preferRelativeResize="0"/>
          <p:nvPr/>
        </p:nvPicPr>
        <p:blipFill>
          <a:blip r:embed="rId4">
            <a:alphaModFix/>
          </a:blip>
          <a:stretch>
            <a:fillRect/>
          </a:stretch>
        </p:blipFill>
        <p:spPr>
          <a:xfrm>
            <a:off x="3146100" y="3030100"/>
            <a:ext cx="5736151" cy="1875300"/>
          </a:xfrm>
          <a:prstGeom prst="rect">
            <a:avLst/>
          </a:prstGeom>
          <a:noFill/>
          <a:ln>
            <a:noFill/>
          </a:ln>
        </p:spPr>
      </p:pic>
      <p:sp>
        <p:nvSpPr>
          <p:cNvPr id="2716" name="Google Shape;2716;p148"/>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BigVGAN</a:t>
            </a:r>
            <a:endParaRPr b="1" sz="4100">
              <a:solidFill>
                <a:schemeClr val="dk1"/>
              </a:solidFill>
              <a:latin typeface="Poppins"/>
              <a:ea typeface="Poppins"/>
              <a:cs typeface="Poppins"/>
              <a:sym typeface="Poppins"/>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0" name="Shape 2720"/>
        <p:cNvGrpSpPr/>
        <p:nvPr/>
      </p:nvGrpSpPr>
      <p:grpSpPr>
        <a:xfrm>
          <a:off x="0" y="0"/>
          <a:ext cx="0" cy="0"/>
          <a:chOff x="0" y="0"/>
          <a:chExt cx="0" cy="0"/>
        </a:xfrm>
      </p:grpSpPr>
      <p:sp>
        <p:nvSpPr>
          <p:cNvPr id="2721" name="Google Shape;2721;p149"/>
          <p:cNvSpPr txBox="1"/>
          <p:nvPr>
            <p:ph idx="4294967295" type="title"/>
          </p:nvPr>
        </p:nvSpPr>
        <p:spPr>
          <a:xfrm>
            <a:off x="103800" y="1993775"/>
            <a:ext cx="7768800" cy="736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sz="5000"/>
              <a:t>Modern Controllable Synthesis and Style Transfer</a:t>
            </a:r>
            <a:endParaRPr sz="5000"/>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5" name="Shape 2725"/>
        <p:cNvGrpSpPr/>
        <p:nvPr/>
      </p:nvGrpSpPr>
      <p:grpSpPr>
        <a:xfrm>
          <a:off x="0" y="0"/>
          <a:ext cx="0" cy="0"/>
          <a:chOff x="0" y="0"/>
          <a:chExt cx="0" cy="0"/>
        </a:xfrm>
      </p:grpSpPr>
      <p:sp>
        <p:nvSpPr>
          <p:cNvPr id="2726" name="Google Shape;2726;p150"/>
          <p:cNvSpPr txBox="1"/>
          <p:nvPr>
            <p:ph idx="4294967295" type="body"/>
          </p:nvPr>
        </p:nvSpPr>
        <p:spPr>
          <a:xfrm>
            <a:off x="127350" y="812125"/>
            <a:ext cx="8520900" cy="2187600"/>
          </a:xfrm>
          <a:prstGeom prst="rect">
            <a:avLst/>
          </a:prstGeom>
          <a:noFill/>
          <a:ln>
            <a:noFill/>
          </a:ln>
        </p:spPr>
        <p:txBody>
          <a:bodyPr anchorCtr="0" anchor="ctr" bIns="91425" lIns="91425" spcFirstLastPara="1" rIns="91425" wrap="square" tIns="91425">
            <a:noAutofit/>
          </a:bodyPr>
          <a:lstStyle/>
          <a:p>
            <a:pPr indent="-374650" lvl="0" marL="457200" rtl="0" algn="l">
              <a:lnSpc>
                <a:spcPct val="100000"/>
              </a:lnSpc>
              <a:spcBef>
                <a:spcPts val="0"/>
              </a:spcBef>
              <a:spcAft>
                <a:spcPts val="0"/>
              </a:spcAft>
              <a:buSzPts val="2300"/>
              <a:buChar char="●"/>
            </a:pPr>
            <a:r>
              <a:rPr lang="en" sz="2300"/>
              <a:t>Denoising Diffusion Probabilistic Models gradually destroy a sample with noise and learn the reverse denoising process.</a:t>
            </a:r>
            <a:endParaRPr sz="2300"/>
          </a:p>
          <a:p>
            <a:pPr indent="-374650" lvl="0" marL="457200" rtl="0" algn="l">
              <a:lnSpc>
                <a:spcPct val="100000"/>
              </a:lnSpc>
              <a:spcBef>
                <a:spcPts val="0"/>
              </a:spcBef>
              <a:spcAft>
                <a:spcPts val="0"/>
              </a:spcAft>
              <a:buSzPts val="2300"/>
              <a:buChar char="●"/>
            </a:pPr>
            <a:r>
              <a:rPr lang="en" sz="2300"/>
              <a:t>Diffusion matters because generation happens by gradual refinement rather than one-shot synthesis.</a:t>
            </a:r>
            <a:endParaRPr sz="2300"/>
          </a:p>
          <a:p>
            <a:pPr indent="-374650" lvl="0" marL="457200" rtl="0" algn="l">
              <a:lnSpc>
                <a:spcPct val="100000"/>
              </a:lnSpc>
              <a:spcBef>
                <a:spcPts val="0"/>
              </a:spcBef>
              <a:spcAft>
                <a:spcPts val="0"/>
              </a:spcAft>
              <a:buSzPts val="2300"/>
              <a:buChar char="●"/>
            </a:pPr>
            <a:r>
              <a:rPr lang="en" sz="2300"/>
              <a:t>That usually gives more stability and more room for control than many older model families.</a:t>
            </a:r>
            <a:endParaRPr sz="2300"/>
          </a:p>
        </p:txBody>
      </p:sp>
      <p:sp>
        <p:nvSpPr>
          <p:cNvPr id="2727" name="Google Shape;2727;p150"/>
          <p:cNvSpPr txBox="1"/>
          <p:nvPr/>
        </p:nvSpPr>
        <p:spPr>
          <a:xfrm>
            <a:off x="0" y="5800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DDPM</a:t>
            </a:r>
            <a:endParaRPr b="1" sz="4100">
              <a:solidFill>
                <a:schemeClr val="dk1"/>
              </a:solidFill>
              <a:latin typeface="Poppins"/>
              <a:ea typeface="Poppins"/>
              <a:cs typeface="Poppins"/>
              <a:sym typeface="Poppins"/>
            </a:endParaRPr>
          </a:p>
        </p:txBody>
      </p:sp>
      <p:pic>
        <p:nvPicPr>
          <p:cNvPr id="2728" name="Google Shape;2728;p150"/>
          <p:cNvPicPr preferRelativeResize="0"/>
          <p:nvPr/>
        </p:nvPicPr>
        <p:blipFill>
          <a:blip r:embed="rId3">
            <a:alphaModFix/>
          </a:blip>
          <a:stretch>
            <a:fillRect/>
          </a:stretch>
        </p:blipFill>
        <p:spPr>
          <a:xfrm>
            <a:off x="308636" y="3029000"/>
            <a:ext cx="8047774" cy="2048325"/>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2" name="Shape 2732"/>
        <p:cNvGrpSpPr/>
        <p:nvPr/>
      </p:nvGrpSpPr>
      <p:grpSpPr>
        <a:xfrm>
          <a:off x="0" y="0"/>
          <a:ext cx="0" cy="0"/>
          <a:chOff x="0" y="0"/>
          <a:chExt cx="0" cy="0"/>
        </a:xfrm>
      </p:grpSpPr>
      <p:pic>
        <p:nvPicPr>
          <p:cNvPr id="2733" name="Google Shape;2733;p151"/>
          <p:cNvPicPr preferRelativeResize="0"/>
          <p:nvPr/>
        </p:nvPicPr>
        <p:blipFill>
          <a:blip r:embed="rId3">
            <a:alphaModFix/>
          </a:blip>
          <a:stretch>
            <a:fillRect/>
          </a:stretch>
        </p:blipFill>
        <p:spPr>
          <a:xfrm>
            <a:off x="170051" y="2970500"/>
            <a:ext cx="4065825" cy="2035250"/>
          </a:xfrm>
          <a:prstGeom prst="rect">
            <a:avLst/>
          </a:prstGeom>
          <a:noFill/>
          <a:ln>
            <a:noFill/>
          </a:ln>
        </p:spPr>
      </p:pic>
      <p:pic>
        <p:nvPicPr>
          <p:cNvPr id="2734" name="Google Shape;2734;p151"/>
          <p:cNvPicPr preferRelativeResize="0"/>
          <p:nvPr/>
        </p:nvPicPr>
        <p:blipFill>
          <a:blip r:embed="rId4">
            <a:alphaModFix/>
          </a:blip>
          <a:stretch>
            <a:fillRect/>
          </a:stretch>
        </p:blipFill>
        <p:spPr>
          <a:xfrm>
            <a:off x="1110875" y="1466842"/>
            <a:ext cx="7505700" cy="1104900"/>
          </a:xfrm>
          <a:prstGeom prst="rect">
            <a:avLst/>
          </a:prstGeom>
          <a:noFill/>
          <a:ln>
            <a:noFill/>
          </a:ln>
        </p:spPr>
      </p:pic>
      <p:sp>
        <p:nvSpPr>
          <p:cNvPr id="2735" name="Google Shape;2735;p151"/>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DDPM Formula</a:t>
            </a:r>
            <a:endParaRPr b="1" sz="4100">
              <a:solidFill>
                <a:schemeClr val="dk1"/>
              </a:solidFill>
              <a:latin typeface="Poppins"/>
              <a:ea typeface="Poppins"/>
              <a:cs typeface="Poppins"/>
              <a:sym typeface="Poppins"/>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9" name="Shape 2739"/>
        <p:cNvGrpSpPr/>
        <p:nvPr/>
      </p:nvGrpSpPr>
      <p:grpSpPr>
        <a:xfrm>
          <a:off x="0" y="0"/>
          <a:ext cx="0" cy="0"/>
          <a:chOff x="0" y="0"/>
          <a:chExt cx="0" cy="0"/>
        </a:xfrm>
      </p:grpSpPr>
      <p:sp>
        <p:nvSpPr>
          <p:cNvPr id="2740" name="Google Shape;2740;p152"/>
          <p:cNvSpPr txBox="1"/>
          <p:nvPr>
            <p:ph idx="4294967295" type="body"/>
          </p:nvPr>
        </p:nvSpPr>
        <p:spPr>
          <a:xfrm>
            <a:off x="65850" y="983125"/>
            <a:ext cx="8926200" cy="4034700"/>
          </a:xfrm>
          <a:prstGeom prst="rect">
            <a:avLst/>
          </a:prstGeom>
          <a:noFill/>
          <a:ln>
            <a:noFill/>
          </a:ln>
        </p:spPr>
        <p:txBody>
          <a:bodyPr anchorCtr="0" anchor="ctr" bIns="91425" lIns="91425" spcFirstLastPara="1" rIns="91425" wrap="square" tIns="91425">
            <a:noAutofit/>
          </a:bodyPr>
          <a:lstStyle/>
          <a:p>
            <a:pPr indent="-381000" lvl="0" marL="457200" rtl="0" algn="l">
              <a:lnSpc>
                <a:spcPct val="100000"/>
              </a:lnSpc>
              <a:spcBef>
                <a:spcPts val="0"/>
              </a:spcBef>
              <a:spcAft>
                <a:spcPts val="0"/>
              </a:spcAft>
              <a:buSzPts val="2400"/>
              <a:buChar char="●"/>
            </a:pPr>
            <a:r>
              <a:rPr lang="en" sz="2400"/>
              <a:t>Classifier-Free Guidance adds a practical control knob for how strongly the generation should follow the target condition.</a:t>
            </a:r>
            <a:endParaRPr sz="2400"/>
          </a:p>
          <a:p>
            <a:pPr indent="-381000" lvl="0" marL="457200" rtl="0" algn="l">
              <a:lnSpc>
                <a:spcPct val="100000"/>
              </a:lnSpc>
              <a:spcBef>
                <a:spcPts val="0"/>
              </a:spcBef>
              <a:spcAft>
                <a:spcPts val="0"/>
              </a:spcAft>
              <a:buSzPts val="2400"/>
              <a:buChar char="●"/>
            </a:pPr>
            <a:r>
              <a:rPr lang="en" sz="2400"/>
              <a:t>SDEdit starts from a noised version of an existing source instead of pure noise.</a:t>
            </a:r>
            <a:endParaRPr sz="2400"/>
          </a:p>
          <a:p>
            <a:pPr indent="-381000" lvl="0" marL="457200" rtl="0" algn="l">
              <a:lnSpc>
                <a:spcPct val="100000"/>
              </a:lnSpc>
              <a:spcBef>
                <a:spcPts val="0"/>
              </a:spcBef>
              <a:spcAft>
                <a:spcPts val="0"/>
              </a:spcAft>
              <a:buSzPts val="2400"/>
              <a:buChar char="●"/>
            </a:pPr>
            <a:r>
              <a:rPr lang="en" sz="2400"/>
              <a:t>Together they make the content-versus-style tradeoff much more explicit.</a:t>
            </a:r>
            <a:endParaRPr sz="2400"/>
          </a:p>
        </p:txBody>
      </p:sp>
      <p:sp>
        <p:nvSpPr>
          <p:cNvPr id="2741" name="Google Shape;2741;p152"/>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3800">
                <a:solidFill>
                  <a:schemeClr val="dk1"/>
                </a:solidFill>
                <a:latin typeface="Poppins"/>
                <a:ea typeface="Poppins"/>
                <a:cs typeface="Poppins"/>
                <a:sym typeface="Poppins"/>
              </a:rPr>
              <a:t>Classifier-free Guidance and SDEdit</a:t>
            </a:r>
            <a:endParaRPr b="1" sz="3800">
              <a:solidFill>
                <a:schemeClr val="dk1"/>
              </a:solidFill>
              <a:latin typeface="Poppins"/>
              <a:ea typeface="Poppins"/>
              <a:cs typeface="Poppins"/>
              <a:sym typeface="Poppins"/>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5" name="Shape 2745"/>
        <p:cNvGrpSpPr/>
        <p:nvPr/>
      </p:nvGrpSpPr>
      <p:grpSpPr>
        <a:xfrm>
          <a:off x="0" y="0"/>
          <a:ext cx="0" cy="0"/>
          <a:chOff x="0" y="0"/>
          <a:chExt cx="0" cy="0"/>
        </a:xfrm>
      </p:grpSpPr>
      <p:pic>
        <p:nvPicPr>
          <p:cNvPr id="2746" name="Google Shape;2746;p153"/>
          <p:cNvPicPr preferRelativeResize="0"/>
          <p:nvPr/>
        </p:nvPicPr>
        <p:blipFill>
          <a:blip r:embed="rId3">
            <a:alphaModFix/>
          </a:blip>
          <a:stretch>
            <a:fillRect/>
          </a:stretch>
        </p:blipFill>
        <p:spPr>
          <a:xfrm>
            <a:off x="152400" y="1234025"/>
            <a:ext cx="8839201" cy="1055151"/>
          </a:xfrm>
          <a:prstGeom prst="rect">
            <a:avLst/>
          </a:prstGeom>
          <a:noFill/>
          <a:ln>
            <a:noFill/>
          </a:ln>
        </p:spPr>
      </p:pic>
      <p:pic>
        <p:nvPicPr>
          <p:cNvPr id="2747" name="Google Shape;2747;p153"/>
          <p:cNvPicPr preferRelativeResize="0"/>
          <p:nvPr/>
        </p:nvPicPr>
        <p:blipFill>
          <a:blip r:embed="rId4">
            <a:alphaModFix/>
          </a:blip>
          <a:stretch>
            <a:fillRect/>
          </a:stretch>
        </p:blipFill>
        <p:spPr>
          <a:xfrm>
            <a:off x="152400" y="2441576"/>
            <a:ext cx="5630852" cy="2549525"/>
          </a:xfrm>
          <a:prstGeom prst="rect">
            <a:avLst/>
          </a:prstGeom>
          <a:noFill/>
          <a:ln>
            <a:noFill/>
          </a:ln>
        </p:spPr>
      </p:pic>
      <p:sp>
        <p:nvSpPr>
          <p:cNvPr id="2748" name="Google Shape;2748;p153"/>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Classifier-free Guidance Formula</a:t>
            </a:r>
            <a:endParaRPr b="1" sz="4100">
              <a:solidFill>
                <a:schemeClr val="dk1"/>
              </a:solidFill>
              <a:latin typeface="Poppins"/>
              <a:ea typeface="Poppins"/>
              <a:cs typeface="Poppins"/>
              <a:sym typeface="Poppins"/>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2" name="Shape 2752"/>
        <p:cNvGrpSpPr/>
        <p:nvPr/>
      </p:nvGrpSpPr>
      <p:grpSpPr>
        <a:xfrm>
          <a:off x="0" y="0"/>
          <a:ext cx="0" cy="0"/>
          <a:chOff x="0" y="0"/>
          <a:chExt cx="0" cy="0"/>
        </a:xfrm>
      </p:grpSpPr>
      <p:pic>
        <p:nvPicPr>
          <p:cNvPr id="2753" name="Google Shape;2753;p154"/>
          <p:cNvPicPr preferRelativeResize="0"/>
          <p:nvPr/>
        </p:nvPicPr>
        <p:blipFill>
          <a:blip r:embed="rId3">
            <a:alphaModFix/>
          </a:blip>
          <a:stretch>
            <a:fillRect/>
          </a:stretch>
        </p:blipFill>
        <p:spPr>
          <a:xfrm>
            <a:off x="723100" y="2571750"/>
            <a:ext cx="6161726" cy="2413475"/>
          </a:xfrm>
          <a:prstGeom prst="rect">
            <a:avLst/>
          </a:prstGeom>
          <a:noFill/>
          <a:ln>
            <a:noFill/>
          </a:ln>
        </p:spPr>
      </p:pic>
      <p:pic>
        <p:nvPicPr>
          <p:cNvPr id="2754" name="Google Shape;2754;p154"/>
          <p:cNvPicPr preferRelativeResize="0"/>
          <p:nvPr/>
        </p:nvPicPr>
        <p:blipFill>
          <a:blip r:embed="rId4">
            <a:alphaModFix/>
          </a:blip>
          <a:stretch>
            <a:fillRect/>
          </a:stretch>
        </p:blipFill>
        <p:spPr>
          <a:xfrm>
            <a:off x="723100" y="1469500"/>
            <a:ext cx="6667500" cy="714375"/>
          </a:xfrm>
          <a:prstGeom prst="rect">
            <a:avLst/>
          </a:prstGeom>
          <a:noFill/>
          <a:ln>
            <a:noFill/>
          </a:ln>
        </p:spPr>
      </p:pic>
      <p:sp>
        <p:nvSpPr>
          <p:cNvPr id="2755" name="Google Shape;2755;p154"/>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SDEdit Formula</a:t>
            </a:r>
            <a:endParaRPr b="1" sz="4100">
              <a:solidFill>
                <a:schemeClr val="dk1"/>
              </a:solidFill>
              <a:latin typeface="Poppins"/>
              <a:ea typeface="Poppins"/>
              <a:cs typeface="Poppins"/>
              <a:sym typeface="Poppins"/>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9" name="Shape 2759"/>
        <p:cNvGrpSpPr/>
        <p:nvPr/>
      </p:nvGrpSpPr>
      <p:grpSpPr>
        <a:xfrm>
          <a:off x="0" y="0"/>
          <a:ext cx="0" cy="0"/>
          <a:chOff x="0" y="0"/>
          <a:chExt cx="0" cy="0"/>
        </a:xfrm>
      </p:grpSpPr>
      <p:sp>
        <p:nvSpPr>
          <p:cNvPr id="2760" name="Google Shape;2760;p155"/>
          <p:cNvSpPr txBox="1"/>
          <p:nvPr>
            <p:ph idx="4294967295" type="body"/>
          </p:nvPr>
        </p:nvSpPr>
        <p:spPr>
          <a:xfrm>
            <a:off x="428700" y="1287575"/>
            <a:ext cx="8286600" cy="3318900"/>
          </a:xfrm>
          <a:prstGeom prst="rect">
            <a:avLst/>
          </a:prstGeom>
          <a:noFill/>
          <a:ln>
            <a:noFill/>
          </a:ln>
        </p:spPr>
        <p:txBody>
          <a:bodyPr anchorCtr="0" anchor="ctr" bIns="91425" lIns="91425" spcFirstLastPara="1" rIns="91425" wrap="square" tIns="91425">
            <a:noAutofit/>
          </a:bodyPr>
          <a:lstStyle/>
          <a:p>
            <a:pPr indent="-381000" lvl="0" marL="457200" rtl="0" algn="l">
              <a:lnSpc>
                <a:spcPct val="100000"/>
              </a:lnSpc>
              <a:spcBef>
                <a:spcPts val="0"/>
              </a:spcBef>
              <a:spcAft>
                <a:spcPts val="0"/>
              </a:spcAft>
              <a:buSzPts val="2400"/>
              <a:buChar char="●"/>
            </a:pPr>
            <a:r>
              <a:rPr lang="en" sz="2400"/>
              <a:t>AudioLDM shows that high-quality controllable generation can happen in learned latent audio spaces.</a:t>
            </a:r>
            <a:endParaRPr sz="2400"/>
          </a:p>
          <a:p>
            <a:pPr indent="0" lvl="0" marL="457200" rtl="0" algn="l">
              <a:lnSpc>
                <a:spcPct val="100000"/>
              </a:lnSpc>
              <a:spcBef>
                <a:spcPts val="0"/>
              </a:spcBef>
              <a:spcAft>
                <a:spcPts val="0"/>
              </a:spcAft>
              <a:buNone/>
            </a:pPr>
            <a:r>
              <a:t/>
            </a:r>
            <a:endParaRPr sz="2400"/>
          </a:p>
          <a:p>
            <a:pPr indent="-381000" lvl="0" marL="457200" rtl="0" algn="l">
              <a:lnSpc>
                <a:spcPct val="100000"/>
              </a:lnSpc>
              <a:spcBef>
                <a:spcPts val="0"/>
              </a:spcBef>
              <a:spcAft>
                <a:spcPts val="0"/>
              </a:spcAft>
              <a:buSzPts val="2400"/>
              <a:buChar char="●"/>
            </a:pPr>
            <a:r>
              <a:rPr lang="en" sz="2400"/>
              <a:t>This makes diffusion much more relevant to editing and transformation, not only text-to-audio generation.</a:t>
            </a:r>
            <a:endParaRPr sz="2400"/>
          </a:p>
          <a:p>
            <a:pPr indent="0" lvl="0" marL="457200" rtl="0" algn="l">
              <a:lnSpc>
                <a:spcPct val="100000"/>
              </a:lnSpc>
              <a:spcBef>
                <a:spcPts val="0"/>
              </a:spcBef>
              <a:spcAft>
                <a:spcPts val="0"/>
              </a:spcAft>
              <a:buNone/>
            </a:pPr>
            <a:r>
              <a:t/>
            </a:r>
            <a:endParaRPr sz="2400"/>
          </a:p>
          <a:p>
            <a:pPr indent="-381000" lvl="0" marL="457200" rtl="0" algn="l">
              <a:lnSpc>
                <a:spcPct val="100000"/>
              </a:lnSpc>
              <a:spcBef>
                <a:spcPts val="0"/>
              </a:spcBef>
              <a:spcAft>
                <a:spcPts val="0"/>
              </a:spcAft>
              <a:buSzPts val="2400"/>
              <a:buChar char="●"/>
            </a:pPr>
            <a:r>
              <a:rPr lang="en" sz="2400"/>
              <a:t>Diffusion is central because it combines progressive generation, conditioning, guidance, and source anchoring.</a:t>
            </a:r>
            <a:endParaRPr sz="2400"/>
          </a:p>
        </p:txBody>
      </p:sp>
      <p:sp>
        <p:nvSpPr>
          <p:cNvPr id="2761" name="Google Shape;2761;p155"/>
          <p:cNvSpPr txBox="1"/>
          <p:nvPr/>
        </p:nvSpPr>
        <p:spPr>
          <a:xfrm>
            <a:off x="207000" y="4660600"/>
            <a:ext cx="55020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solidFill>
                <a:schemeClr val="dk2"/>
              </a:solidFill>
              <a:latin typeface="Lato"/>
              <a:ea typeface="Lato"/>
              <a:cs typeface="Lato"/>
              <a:sym typeface="Lato"/>
            </a:endParaRPr>
          </a:p>
        </p:txBody>
      </p:sp>
      <p:sp>
        <p:nvSpPr>
          <p:cNvPr id="2762" name="Google Shape;2762;p155"/>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AudioLDM </a:t>
            </a:r>
            <a:endParaRPr b="1" sz="4100">
              <a:solidFill>
                <a:schemeClr val="dk1"/>
              </a:solidFill>
              <a:latin typeface="Poppins"/>
              <a:ea typeface="Poppins"/>
              <a:cs typeface="Poppins"/>
              <a:sym typeface="Poppins"/>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6" name="Shape 2766"/>
        <p:cNvGrpSpPr/>
        <p:nvPr/>
      </p:nvGrpSpPr>
      <p:grpSpPr>
        <a:xfrm>
          <a:off x="0" y="0"/>
          <a:ext cx="0" cy="0"/>
          <a:chOff x="0" y="0"/>
          <a:chExt cx="0" cy="0"/>
        </a:xfrm>
      </p:grpSpPr>
      <p:sp>
        <p:nvSpPr>
          <p:cNvPr id="2767" name="Google Shape;2767;p156"/>
          <p:cNvSpPr txBox="1"/>
          <p:nvPr>
            <p:ph idx="4294967295" type="body"/>
          </p:nvPr>
        </p:nvSpPr>
        <p:spPr>
          <a:xfrm>
            <a:off x="381475" y="3244350"/>
            <a:ext cx="8677500" cy="1280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t/>
            </a:r>
            <a:endParaRPr sz="1800"/>
          </a:p>
          <a:p>
            <a:pPr indent="-342900" lvl="0" marL="457200" rtl="0" algn="l">
              <a:lnSpc>
                <a:spcPct val="100000"/>
              </a:lnSpc>
              <a:spcBef>
                <a:spcPts val="0"/>
              </a:spcBef>
              <a:spcAft>
                <a:spcPts val="0"/>
              </a:spcAft>
              <a:buSzPts val="1800"/>
              <a:buChar char="●"/>
            </a:pPr>
            <a:r>
              <a:rPr lang="en" sz="1800"/>
              <a:t>AudioLDM matters because it shows that diffusion is not only useful for generating audio from scratch, but also for controllable audio transformation and editing</a:t>
            </a:r>
            <a:endParaRPr sz="1800"/>
          </a:p>
          <a:p>
            <a:pPr indent="-342900" lvl="0" marL="457200" rtl="0" algn="l">
              <a:lnSpc>
                <a:spcPct val="100000"/>
              </a:lnSpc>
              <a:spcBef>
                <a:spcPts val="0"/>
              </a:spcBef>
              <a:spcAft>
                <a:spcPts val="0"/>
              </a:spcAft>
              <a:buSzPts val="1800"/>
              <a:buChar char="●"/>
            </a:pPr>
            <a:r>
              <a:rPr lang="en" sz="1800"/>
              <a:t>It suggests that a model can work in a compressed but meaningful audio space, apply style-conditioned diffusion there, and then decode the result back into believable sound</a:t>
            </a:r>
            <a:endParaRPr sz="1800"/>
          </a:p>
        </p:txBody>
      </p:sp>
      <p:sp>
        <p:nvSpPr>
          <p:cNvPr id="2768" name="Google Shape;2768;p156"/>
          <p:cNvSpPr txBox="1"/>
          <p:nvPr/>
        </p:nvSpPr>
        <p:spPr>
          <a:xfrm>
            <a:off x="207000" y="4660600"/>
            <a:ext cx="55020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solidFill>
                <a:schemeClr val="dk2"/>
              </a:solidFill>
              <a:latin typeface="Lato"/>
              <a:ea typeface="Lato"/>
              <a:cs typeface="Lato"/>
              <a:sym typeface="Lato"/>
            </a:endParaRPr>
          </a:p>
        </p:txBody>
      </p:sp>
      <p:sp>
        <p:nvSpPr>
          <p:cNvPr id="2769" name="Google Shape;2769;p156"/>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AudioLDM </a:t>
            </a:r>
            <a:endParaRPr b="1" sz="4100">
              <a:solidFill>
                <a:schemeClr val="dk1"/>
              </a:solidFill>
              <a:latin typeface="Poppins"/>
              <a:ea typeface="Poppins"/>
              <a:cs typeface="Poppins"/>
              <a:sym typeface="Poppins"/>
            </a:endParaRPr>
          </a:p>
        </p:txBody>
      </p:sp>
      <p:pic>
        <p:nvPicPr>
          <p:cNvPr id="2770" name="Google Shape;2770;p156"/>
          <p:cNvPicPr preferRelativeResize="0"/>
          <p:nvPr/>
        </p:nvPicPr>
        <p:blipFill>
          <a:blip r:embed="rId3">
            <a:alphaModFix/>
          </a:blip>
          <a:stretch>
            <a:fillRect/>
          </a:stretch>
        </p:blipFill>
        <p:spPr>
          <a:xfrm>
            <a:off x="1316975" y="125624"/>
            <a:ext cx="6486923" cy="2784975"/>
          </a:xfrm>
          <a:prstGeom prst="rect">
            <a:avLst/>
          </a:prstGeom>
          <a:noFill/>
          <a:ln>
            <a:noFill/>
          </a:ln>
        </p:spPr>
      </p:pic>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74" name="Shape 2774"/>
        <p:cNvGrpSpPr/>
        <p:nvPr/>
      </p:nvGrpSpPr>
      <p:grpSpPr>
        <a:xfrm>
          <a:off x="0" y="0"/>
          <a:ext cx="0" cy="0"/>
          <a:chOff x="0" y="0"/>
          <a:chExt cx="0" cy="0"/>
        </a:xfrm>
      </p:grpSpPr>
      <p:sp>
        <p:nvSpPr>
          <p:cNvPr id="2775" name="Google Shape;2775;p157"/>
          <p:cNvSpPr txBox="1"/>
          <p:nvPr/>
        </p:nvSpPr>
        <p:spPr>
          <a:xfrm>
            <a:off x="412800" y="262850"/>
            <a:ext cx="83184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AudioLDM</a:t>
            </a:r>
            <a:endParaRPr b="1" sz="4100">
              <a:solidFill>
                <a:schemeClr val="dk1"/>
              </a:solidFill>
              <a:latin typeface="Poppins"/>
              <a:ea typeface="Poppins"/>
              <a:cs typeface="Poppins"/>
              <a:sym typeface="Poppins"/>
            </a:endParaRPr>
          </a:p>
        </p:txBody>
      </p:sp>
      <p:sp>
        <p:nvSpPr>
          <p:cNvPr id="2776" name="Google Shape;2776;p157"/>
          <p:cNvSpPr txBox="1"/>
          <p:nvPr/>
        </p:nvSpPr>
        <p:spPr>
          <a:xfrm>
            <a:off x="1494600" y="945711"/>
            <a:ext cx="61548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700">
                <a:solidFill>
                  <a:schemeClr val="dk2"/>
                </a:solidFill>
                <a:latin typeface="Poppins"/>
                <a:ea typeface="Poppins"/>
                <a:cs typeface="Poppins"/>
                <a:sym typeface="Poppins"/>
              </a:rPr>
              <a:t>Demo</a:t>
            </a:r>
            <a:endParaRPr b="1" sz="2400">
              <a:solidFill>
                <a:schemeClr val="dk2"/>
              </a:solidFill>
              <a:latin typeface="Poppins"/>
              <a:ea typeface="Poppins"/>
              <a:cs typeface="Poppins"/>
              <a:sym typeface="Poppins"/>
            </a:endParaRPr>
          </a:p>
        </p:txBody>
      </p:sp>
      <p:cxnSp>
        <p:nvCxnSpPr>
          <p:cNvPr id="2777" name="Google Shape;2777;p157"/>
          <p:cNvCxnSpPr/>
          <p:nvPr/>
        </p:nvCxnSpPr>
        <p:spPr>
          <a:xfrm>
            <a:off x="3463050" y="1466125"/>
            <a:ext cx="2217900" cy="12300"/>
          </a:xfrm>
          <a:prstGeom prst="straightConnector1">
            <a:avLst/>
          </a:prstGeom>
          <a:noFill/>
          <a:ln cap="flat" cmpd="sng" w="9525">
            <a:solidFill>
              <a:srgbClr val="5F8195"/>
            </a:solidFill>
            <a:prstDash val="solid"/>
            <a:round/>
            <a:headEnd len="med" w="med" type="none"/>
            <a:tailEnd len="med" w="med" type="none"/>
          </a:ln>
        </p:spPr>
      </p:cxnSp>
      <p:pic>
        <p:nvPicPr>
          <p:cNvPr id="2778" name="Google Shape;2778;p157" title="Screenshot 2026-03-23 at 10.39.37 AM.png">
            <a:hlinkClick r:id="rId3"/>
          </p:cNvPr>
          <p:cNvPicPr preferRelativeResize="0"/>
          <p:nvPr/>
        </p:nvPicPr>
        <p:blipFill>
          <a:blip r:embed="rId4">
            <a:alphaModFix/>
          </a:blip>
          <a:stretch>
            <a:fillRect/>
          </a:stretch>
        </p:blipFill>
        <p:spPr>
          <a:xfrm>
            <a:off x="1520337" y="1663068"/>
            <a:ext cx="6103325" cy="2995000"/>
          </a:xfrm>
          <a:prstGeom prst="rect">
            <a:avLst/>
          </a:prstGeom>
          <a:noFill/>
          <a:ln>
            <a:noFill/>
          </a:ln>
        </p:spPr>
      </p:pic>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2" name="Shape 2782"/>
        <p:cNvGrpSpPr/>
        <p:nvPr/>
      </p:nvGrpSpPr>
      <p:grpSpPr>
        <a:xfrm>
          <a:off x="0" y="0"/>
          <a:ext cx="0" cy="0"/>
          <a:chOff x="0" y="0"/>
          <a:chExt cx="0" cy="0"/>
        </a:xfrm>
      </p:grpSpPr>
      <p:sp>
        <p:nvSpPr>
          <p:cNvPr id="2783" name="Google Shape;2783;p158"/>
          <p:cNvSpPr txBox="1"/>
          <p:nvPr>
            <p:ph idx="4294967295" type="body"/>
          </p:nvPr>
        </p:nvSpPr>
        <p:spPr>
          <a:xfrm>
            <a:off x="727300" y="1646225"/>
            <a:ext cx="7942800" cy="2450100"/>
          </a:xfrm>
          <a:prstGeom prst="rect">
            <a:avLst/>
          </a:prstGeom>
          <a:noFill/>
          <a:ln>
            <a:noFill/>
          </a:ln>
        </p:spPr>
        <p:txBody>
          <a:bodyPr anchorCtr="0" anchor="ctr" bIns="91425" lIns="91425" spcFirstLastPara="1" rIns="91425" wrap="square" tIns="91425">
            <a:noAutofit/>
          </a:bodyPr>
          <a:lstStyle/>
          <a:p>
            <a:pPr indent="-393700" lvl="0" marL="457200" rtl="0" algn="l">
              <a:lnSpc>
                <a:spcPct val="100000"/>
              </a:lnSpc>
              <a:spcBef>
                <a:spcPts val="0"/>
              </a:spcBef>
              <a:spcAft>
                <a:spcPts val="0"/>
              </a:spcAft>
              <a:buSzPts val="2600"/>
              <a:buAutoNum type="arabicPeriod"/>
            </a:pPr>
            <a:r>
              <a:rPr lang="en" sz="2600"/>
              <a:t>Disentanglement</a:t>
            </a:r>
            <a:endParaRPr sz="2600"/>
          </a:p>
          <a:p>
            <a:pPr indent="-393700" lvl="0" marL="457200" rtl="0" algn="l">
              <a:lnSpc>
                <a:spcPct val="100000"/>
              </a:lnSpc>
              <a:spcBef>
                <a:spcPts val="0"/>
              </a:spcBef>
              <a:spcAft>
                <a:spcPts val="0"/>
              </a:spcAft>
              <a:buSzPts val="2600"/>
              <a:buAutoNum type="arabicPeriod"/>
            </a:pPr>
            <a:r>
              <a:rPr lang="en" sz="2600"/>
              <a:t> Controllable latent audio</a:t>
            </a:r>
            <a:endParaRPr sz="2600"/>
          </a:p>
          <a:p>
            <a:pPr indent="-393700" lvl="0" marL="457200" rtl="0" algn="l">
              <a:lnSpc>
                <a:spcPct val="100000"/>
              </a:lnSpc>
              <a:spcBef>
                <a:spcPts val="0"/>
              </a:spcBef>
              <a:spcAft>
                <a:spcPts val="0"/>
              </a:spcAft>
              <a:buSzPts val="2600"/>
              <a:buAutoNum type="arabicPeriod"/>
            </a:pPr>
            <a:r>
              <a:rPr lang="en" sz="2600"/>
              <a:t>Diffusion-based re-authoring</a:t>
            </a:r>
            <a:endParaRPr sz="2600"/>
          </a:p>
          <a:p>
            <a:pPr indent="-393700" lvl="0" marL="457200" rtl="0" algn="l">
              <a:lnSpc>
                <a:spcPct val="100000"/>
              </a:lnSpc>
              <a:spcBef>
                <a:spcPts val="0"/>
              </a:spcBef>
              <a:spcAft>
                <a:spcPts val="0"/>
              </a:spcAft>
              <a:buSzPts val="2600"/>
              <a:buAutoNum type="arabicPeriod"/>
            </a:pPr>
            <a:r>
              <a:rPr lang="en" sz="2600"/>
              <a:t>Long-form coherence</a:t>
            </a:r>
            <a:endParaRPr sz="2600"/>
          </a:p>
          <a:p>
            <a:pPr indent="-393700" lvl="0" marL="457200" rtl="0" algn="l">
              <a:lnSpc>
                <a:spcPct val="100000"/>
              </a:lnSpc>
              <a:spcBef>
                <a:spcPts val="0"/>
              </a:spcBef>
              <a:spcAft>
                <a:spcPts val="0"/>
              </a:spcAft>
              <a:buSzPts val="2600"/>
              <a:buAutoNum type="arabicPeriod"/>
            </a:pPr>
            <a:r>
              <a:rPr lang="en" sz="2600"/>
              <a:t>The field moved from raw generation toward structured representations and explicit control.</a:t>
            </a:r>
            <a:endParaRPr sz="2600"/>
          </a:p>
        </p:txBody>
      </p:sp>
      <p:sp>
        <p:nvSpPr>
          <p:cNvPr id="2784" name="Google Shape;2784;p158"/>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Overview of Field Trends</a:t>
            </a:r>
            <a:endParaRPr b="1" sz="4100">
              <a:solidFill>
                <a:schemeClr val="dk1"/>
              </a:solidFill>
              <a:latin typeface="Poppins"/>
              <a:ea typeface="Poppins"/>
              <a:cs typeface="Poppins"/>
              <a:sym typeface="Poppins"/>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8" name="Shape 2788"/>
        <p:cNvGrpSpPr/>
        <p:nvPr/>
      </p:nvGrpSpPr>
      <p:grpSpPr>
        <a:xfrm>
          <a:off x="0" y="0"/>
          <a:ext cx="0" cy="0"/>
          <a:chOff x="0" y="0"/>
          <a:chExt cx="0" cy="0"/>
        </a:xfrm>
      </p:grpSpPr>
      <p:sp>
        <p:nvSpPr>
          <p:cNvPr id="2789" name="Google Shape;2789;p159"/>
          <p:cNvSpPr txBox="1"/>
          <p:nvPr>
            <p:ph idx="4294967295" type="title"/>
          </p:nvPr>
        </p:nvSpPr>
        <p:spPr>
          <a:xfrm>
            <a:off x="2341350" y="452863"/>
            <a:ext cx="4461300" cy="428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500"/>
              <a:buNone/>
            </a:pPr>
            <a:r>
              <a:rPr lang="en" sz="4100"/>
              <a:t>Conclusion</a:t>
            </a:r>
            <a:endParaRPr sz="4100"/>
          </a:p>
        </p:txBody>
      </p:sp>
      <p:sp>
        <p:nvSpPr>
          <p:cNvPr id="2790" name="Google Shape;2790;p159"/>
          <p:cNvSpPr txBox="1"/>
          <p:nvPr>
            <p:ph idx="4294967295" type="body"/>
          </p:nvPr>
        </p:nvSpPr>
        <p:spPr>
          <a:xfrm>
            <a:off x="727300" y="1556075"/>
            <a:ext cx="7843500" cy="2540100"/>
          </a:xfrm>
          <a:prstGeom prst="rect">
            <a:avLst/>
          </a:prstGeom>
          <a:noFill/>
          <a:ln>
            <a:noFill/>
          </a:ln>
        </p:spPr>
        <p:txBody>
          <a:bodyPr anchorCtr="0" anchor="ctr" bIns="91425" lIns="91425" spcFirstLastPara="1" rIns="91425" wrap="square" tIns="91425">
            <a:noAutofit/>
          </a:bodyPr>
          <a:lstStyle/>
          <a:p>
            <a:pPr indent="-368300" lvl="0" marL="457200" rtl="0" algn="l">
              <a:lnSpc>
                <a:spcPct val="115000"/>
              </a:lnSpc>
              <a:spcBef>
                <a:spcPts val="0"/>
              </a:spcBef>
              <a:spcAft>
                <a:spcPts val="0"/>
              </a:spcAft>
              <a:buSzPts val="2200"/>
              <a:buAutoNum type="arabicPeriod"/>
            </a:pPr>
            <a:r>
              <a:rPr lang="en" sz="2200"/>
              <a:t>Music style transfer is not just an audio-generation problem.</a:t>
            </a:r>
            <a:endParaRPr sz="2200"/>
          </a:p>
          <a:p>
            <a:pPr indent="-368300" lvl="0" marL="457200" rtl="0" algn="l">
              <a:lnSpc>
                <a:spcPct val="115000"/>
              </a:lnSpc>
              <a:spcBef>
                <a:spcPts val="0"/>
              </a:spcBef>
              <a:spcAft>
                <a:spcPts val="0"/>
              </a:spcAft>
              <a:buSzPts val="2200"/>
              <a:buAutoNum type="arabicPeriod"/>
            </a:pPr>
            <a:r>
              <a:rPr lang="en" sz="2200"/>
              <a:t>It is also a structure-preservation, representation, conditioning, synthesis, and coherence problem.</a:t>
            </a:r>
            <a:endParaRPr sz="2200"/>
          </a:p>
          <a:p>
            <a:pPr indent="-368300" lvl="0" marL="457200" rtl="0" algn="l">
              <a:lnSpc>
                <a:spcPct val="115000"/>
              </a:lnSpc>
              <a:spcBef>
                <a:spcPts val="0"/>
              </a:spcBef>
              <a:spcAft>
                <a:spcPts val="0"/>
              </a:spcAft>
              <a:buSzPts val="2200"/>
              <a:buAutoNum type="arabicPeriod"/>
            </a:pPr>
            <a:r>
              <a:rPr lang="en" sz="2200"/>
              <a:t>The field is moving from surface transfer toward structure-aware genre reconstruction.</a:t>
            </a:r>
            <a:endParaRPr sz="2200"/>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4" name="Shape 2794"/>
        <p:cNvGrpSpPr/>
        <p:nvPr/>
      </p:nvGrpSpPr>
      <p:grpSpPr>
        <a:xfrm>
          <a:off x="0" y="0"/>
          <a:ext cx="0" cy="0"/>
          <a:chOff x="0" y="0"/>
          <a:chExt cx="0" cy="0"/>
        </a:xfrm>
      </p:grpSpPr>
      <p:sp>
        <p:nvSpPr>
          <p:cNvPr id="2795" name="Google Shape;2795;p160"/>
          <p:cNvSpPr txBox="1"/>
          <p:nvPr/>
        </p:nvSpPr>
        <p:spPr>
          <a:xfrm>
            <a:off x="0" y="262850"/>
            <a:ext cx="9144000" cy="646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4100">
                <a:solidFill>
                  <a:schemeClr val="dk1"/>
                </a:solidFill>
                <a:latin typeface="Poppins"/>
                <a:ea typeface="Poppins"/>
                <a:cs typeface="Poppins"/>
                <a:sym typeface="Poppins"/>
              </a:rPr>
              <a:t>References</a:t>
            </a:r>
            <a:endParaRPr b="1" sz="4100">
              <a:solidFill>
                <a:schemeClr val="dk1"/>
              </a:solidFill>
              <a:latin typeface="Poppins"/>
              <a:ea typeface="Poppins"/>
              <a:cs typeface="Poppins"/>
              <a:sym typeface="Poppins"/>
            </a:endParaRPr>
          </a:p>
        </p:txBody>
      </p:sp>
      <p:sp>
        <p:nvSpPr>
          <p:cNvPr id="2796" name="Google Shape;2796;p160"/>
          <p:cNvSpPr txBox="1"/>
          <p:nvPr/>
        </p:nvSpPr>
        <p:spPr>
          <a:xfrm>
            <a:off x="403925" y="1062650"/>
            <a:ext cx="8168700" cy="3381900"/>
          </a:xfrm>
          <a:prstGeom prst="rect">
            <a:avLst/>
          </a:prstGeom>
          <a:noFill/>
          <a:ln>
            <a:noFill/>
          </a:ln>
        </p:spPr>
        <p:txBody>
          <a:bodyPr anchorCtr="0" anchor="t" bIns="91425" lIns="91425" spcFirstLastPara="1" rIns="91425" wrap="square" tIns="91425">
            <a:noAutofit/>
          </a:bodyPr>
          <a:lstStyle/>
          <a:p>
            <a:pPr indent="-342900" lvl="0" marL="457200" rtl="0" algn="l">
              <a:spcBef>
                <a:spcPts val="0"/>
              </a:spcBef>
              <a:spcAft>
                <a:spcPts val="0"/>
              </a:spcAft>
              <a:buClr>
                <a:schemeClr val="dk2"/>
              </a:buClr>
              <a:buSzPts val="1800"/>
              <a:buFont typeface="Lato"/>
              <a:buChar char="●"/>
            </a:pPr>
            <a:r>
              <a:rPr lang="en" sz="1800" u="sng">
                <a:solidFill>
                  <a:schemeClr val="hlink"/>
                </a:solidFill>
                <a:latin typeface="Lato"/>
                <a:ea typeface="Lato"/>
                <a:cs typeface="Lato"/>
                <a:sym typeface="Lato"/>
                <a:hlinkClick r:id="rId3"/>
              </a:rPr>
              <a:t>https://deepmind.google/research/wavenet/</a:t>
            </a:r>
            <a:r>
              <a:rPr lang="en" sz="1800">
                <a:solidFill>
                  <a:schemeClr val="dk2"/>
                </a:solidFill>
                <a:latin typeface="Lato"/>
                <a:ea typeface="Lato"/>
                <a:cs typeface="Lato"/>
                <a:sym typeface="Lato"/>
              </a:rPr>
              <a:t> </a:t>
            </a:r>
            <a:endParaRPr sz="1800">
              <a:solidFill>
                <a:schemeClr val="dk2"/>
              </a:solidFill>
              <a:latin typeface="Lato"/>
              <a:ea typeface="Lato"/>
              <a:cs typeface="Lato"/>
              <a:sym typeface="Lato"/>
            </a:endParaRPr>
          </a:p>
          <a:p>
            <a:pPr indent="-342900" lvl="0" marL="457200" rtl="0" algn="l">
              <a:spcBef>
                <a:spcPts val="0"/>
              </a:spcBef>
              <a:spcAft>
                <a:spcPts val="0"/>
              </a:spcAft>
              <a:buClr>
                <a:schemeClr val="dk2"/>
              </a:buClr>
              <a:buSzPts val="1800"/>
              <a:buFont typeface="Lato"/>
              <a:buChar char="●"/>
            </a:pPr>
            <a:r>
              <a:rPr lang="en" sz="1800" u="sng">
                <a:solidFill>
                  <a:schemeClr val="hlink"/>
                </a:solidFill>
                <a:latin typeface="Lato"/>
                <a:ea typeface="Lato"/>
                <a:cs typeface="Lato"/>
                <a:sym typeface="Lato"/>
                <a:hlinkClick r:id="rId4"/>
              </a:rPr>
              <a:t>https://medium.com/@satyam_kumar/understanding-wavenet-architecture-361cc4c2d623</a:t>
            </a:r>
            <a:r>
              <a:rPr lang="en" sz="1800">
                <a:solidFill>
                  <a:schemeClr val="dk2"/>
                </a:solidFill>
                <a:latin typeface="Lato"/>
                <a:ea typeface="Lato"/>
                <a:cs typeface="Lato"/>
                <a:sym typeface="Lato"/>
              </a:rPr>
              <a:t> </a:t>
            </a:r>
            <a:endParaRPr sz="1800">
              <a:solidFill>
                <a:schemeClr val="dk2"/>
              </a:solidFill>
              <a:latin typeface="Lato"/>
              <a:ea typeface="Lato"/>
              <a:cs typeface="Lato"/>
              <a:sym typeface="Lato"/>
            </a:endParaRPr>
          </a:p>
          <a:p>
            <a:pPr indent="-342900" lvl="0" marL="457200" rtl="0" algn="l">
              <a:spcBef>
                <a:spcPts val="0"/>
              </a:spcBef>
              <a:spcAft>
                <a:spcPts val="0"/>
              </a:spcAft>
              <a:buClr>
                <a:schemeClr val="dk2"/>
              </a:buClr>
              <a:buSzPts val="1800"/>
              <a:buFont typeface="Lato"/>
              <a:buChar char="●"/>
            </a:pPr>
            <a:r>
              <a:rPr lang="en" sz="1800" u="sng">
                <a:solidFill>
                  <a:schemeClr val="hlink"/>
                </a:solidFill>
                <a:latin typeface="Lato"/>
                <a:ea typeface="Lato"/>
                <a:cs typeface="Lato"/>
                <a:sym typeface="Lato"/>
                <a:hlinkClick r:id="rId5"/>
              </a:rPr>
              <a:t>https://developers.google.com/machine-learning/gan/gan_structure</a:t>
            </a:r>
            <a:r>
              <a:rPr lang="en" sz="1800">
                <a:solidFill>
                  <a:schemeClr val="dk2"/>
                </a:solidFill>
                <a:latin typeface="Lato"/>
                <a:ea typeface="Lato"/>
                <a:cs typeface="Lato"/>
                <a:sym typeface="Lato"/>
              </a:rPr>
              <a:t> </a:t>
            </a:r>
            <a:endParaRPr sz="1800">
              <a:solidFill>
                <a:schemeClr val="dk2"/>
              </a:solidFill>
              <a:latin typeface="Lato"/>
              <a:ea typeface="Lato"/>
              <a:cs typeface="Lato"/>
              <a:sym typeface="Lato"/>
            </a:endParaRPr>
          </a:p>
          <a:p>
            <a:pPr indent="-342900" lvl="0" marL="457200" rtl="0" algn="l">
              <a:spcBef>
                <a:spcPts val="0"/>
              </a:spcBef>
              <a:spcAft>
                <a:spcPts val="0"/>
              </a:spcAft>
              <a:buClr>
                <a:schemeClr val="dk2"/>
              </a:buClr>
              <a:buSzPts val="1800"/>
              <a:buFont typeface="Lato"/>
              <a:buChar char="●"/>
            </a:pPr>
            <a:r>
              <a:rPr lang="en" sz="1800" u="sng">
                <a:solidFill>
                  <a:schemeClr val="hlink"/>
                </a:solidFill>
                <a:latin typeface="Lato"/>
                <a:ea typeface="Lato"/>
                <a:cs typeface="Lato"/>
                <a:sym typeface="Lato"/>
                <a:hlinkClick r:id="rId6"/>
              </a:rPr>
              <a:t>https://www.researchgate.net/figure/Architecture-of-parallel-WaveGAN_fig2_348498341</a:t>
            </a:r>
            <a:r>
              <a:rPr lang="en" sz="1800">
                <a:solidFill>
                  <a:schemeClr val="dk2"/>
                </a:solidFill>
                <a:latin typeface="Lato"/>
                <a:ea typeface="Lato"/>
                <a:cs typeface="Lato"/>
                <a:sym typeface="Lato"/>
              </a:rPr>
              <a:t> </a:t>
            </a:r>
            <a:endParaRPr sz="1800">
              <a:solidFill>
                <a:schemeClr val="dk2"/>
              </a:solidFill>
              <a:latin typeface="Lato"/>
              <a:ea typeface="Lato"/>
              <a:cs typeface="Lato"/>
              <a:sym typeface="Lato"/>
            </a:endParaRPr>
          </a:p>
          <a:p>
            <a:pPr indent="-342900" lvl="0" marL="457200" rtl="0" algn="l">
              <a:spcBef>
                <a:spcPts val="0"/>
              </a:spcBef>
              <a:spcAft>
                <a:spcPts val="0"/>
              </a:spcAft>
              <a:buClr>
                <a:schemeClr val="dk2"/>
              </a:buClr>
              <a:buSzPts val="1800"/>
              <a:buFont typeface="Lato"/>
              <a:buChar char="●"/>
            </a:pPr>
            <a:r>
              <a:rPr lang="en" sz="1800" u="sng">
                <a:solidFill>
                  <a:schemeClr val="hlink"/>
                </a:solidFill>
                <a:latin typeface="Lato"/>
                <a:ea typeface="Lato"/>
                <a:cs typeface="Lato"/>
                <a:sym typeface="Lato"/>
                <a:hlinkClick r:id="rId7"/>
              </a:rPr>
              <a:t>https://lilianweng.github.io/posts/2018-08-12-vae/</a:t>
            </a:r>
            <a:r>
              <a:rPr lang="en" sz="1800">
                <a:solidFill>
                  <a:schemeClr val="dk2"/>
                </a:solidFill>
                <a:latin typeface="Lato"/>
                <a:ea typeface="Lato"/>
                <a:cs typeface="Lato"/>
                <a:sym typeface="Lato"/>
              </a:rPr>
              <a:t> </a:t>
            </a:r>
            <a:endParaRPr sz="1800">
              <a:solidFill>
                <a:schemeClr val="dk2"/>
              </a:solidFill>
              <a:latin typeface="Lato"/>
              <a:ea typeface="Lato"/>
              <a:cs typeface="Lato"/>
              <a:sym typeface="Lato"/>
            </a:endParaRPr>
          </a:p>
          <a:p>
            <a:pPr indent="-342900" lvl="0" marL="457200" rtl="0" algn="l">
              <a:spcBef>
                <a:spcPts val="0"/>
              </a:spcBef>
              <a:spcAft>
                <a:spcPts val="0"/>
              </a:spcAft>
              <a:buClr>
                <a:schemeClr val="dk2"/>
              </a:buClr>
              <a:buSzPts val="1800"/>
              <a:buFont typeface="Lato"/>
              <a:buChar char="●"/>
            </a:pPr>
            <a:r>
              <a:rPr lang="en" sz="1800" u="sng">
                <a:solidFill>
                  <a:schemeClr val="hlink"/>
                </a:solidFill>
                <a:latin typeface="Lato"/>
                <a:ea typeface="Lato"/>
                <a:cs typeface="Lato"/>
                <a:sym typeface="Lato"/>
                <a:hlinkClick r:id="rId8"/>
              </a:rPr>
              <a:t>https://chrisdonahue.com/wavegan/</a:t>
            </a:r>
            <a:r>
              <a:rPr lang="en" sz="1800">
                <a:solidFill>
                  <a:schemeClr val="dk2"/>
                </a:solidFill>
                <a:latin typeface="Lato"/>
                <a:ea typeface="Lato"/>
                <a:cs typeface="Lato"/>
                <a:sym typeface="Lato"/>
              </a:rPr>
              <a:t> </a:t>
            </a:r>
            <a:endParaRPr sz="1800">
              <a:solidFill>
                <a:schemeClr val="dk2"/>
              </a:solidFill>
              <a:latin typeface="Lato"/>
              <a:ea typeface="Lato"/>
              <a:cs typeface="Lato"/>
              <a:sym typeface="Lato"/>
            </a:endParaRPr>
          </a:p>
          <a:p>
            <a:pPr indent="-342900" lvl="0" marL="457200" rtl="0" algn="l">
              <a:spcBef>
                <a:spcPts val="0"/>
              </a:spcBef>
              <a:spcAft>
                <a:spcPts val="0"/>
              </a:spcAft>
              <a:buClr>
                <a:schemeClr val="dk2"/>
              </a:buClr>
              <a:buSzPts val="1800"/>
              <a:buFont typeface="Lato"/>
              <a:buChar char="●"/>
            </a:pPr>
            <a:r>
              <a:rPr lang="en" sz="1800" u="sng">
                <a:solidFill>
                  <a:schemeClr val="hlink"/>
                </a:solidFill>
                <a:latin typeface="Lato"/>
                <a:ea typeface="Lato"/>
                <a:cs typeface="Lato"/>
                <a:sym typeface="Lato"/>
                <a:hlinkClick r:id="rId9"/>
              </a:rPr>
              <a:t>https://storage.googleapis.com/magentadata/papers/gansynth/index.html</a:t>
            </a:r>
            <a:r>
              <a:rPr lang="en" sz="1800">
                <a:solidFill>
                  <a:schemeClr val="dk2"/>
                </a:solidFill>
                <a:latin typeface="Lato"/>
                <a:ea typeface="Lato"/>
                <a:cs typeface="Lato"/>
                <a:sym typeface="Lato"/>
              </a:rPr>
              <a:t> </a:t>
            </a:r>
            <a:endParaRPr sz="1800">
              <a:solidFill>
                <a:schemeClr val="dk2"/>
              </a:solidFill>
              <a:latin typeface="Lato"/>
              <a:ea typeface="Lato"/>
              <a:cs typeface="Lato"/>
              <a:sym typeface="Lato"/>
            </a:endParaRPr>
          </a:p>
          <a:p>
            <a:pPr indent="-342900" lvl="0" marL="457200" rtl="0" algn="l">
              <a:spcBef>
                <a:spcPts val="0"/>
              </a:spcBef>
              <a:spcAft>
                <a:spcPts val="0"/>
              </a:spcAft>
              <a:buClr>
                <a:schemeClr val="dk2"/>
              </a:buClr>
              <a:buSzPts val="1800"/>
              <a:buFont typeface="Lato"/>
              <a:buChar char="●"/>
            </a:pPr>
            <a:r>
              <a:rPr lang="en" sz="1800" u="sng">
                <a:solidFill>
                  <a:schemeClr val="hlink"/>
                </a:solidFill>
                <a:latin typeface="Lato"/>
                <a:ea typeface="Lato"/>
                <a:cs typeface="Lato"/>
                <a:sym typeface="Lato"/>
                <a:hlinkClick r:id="rId10"/>
              </a:rPr>
              <a:t>https://www.youtube.com/watch?v=dMZs04TzxUI</a:t>
            </a:r>
            <a:r>
              <a:rPr lang="en" sz="1800">
                <a:solidFill>
                  <a:schemeClr val="dk2"/>
                </a:solidFill>
                <a:latin typeface="Lato"/>
                <a:ea typeface="Lato"/>
                <a:cs typeface="Lato"/>
                <a:sym typeface="Lato"/>
              </a:rPr>
              <a:t> </a:t>
            </a:r>
            <a:endParaRPr sz="1800">
              <a:solidFill>
                <a:schemeClr val="dk2"/>
              </a:solidFill>
              <a:latin typeface="Lato"/>
              <a:ea typeface="Lato"/>
              <a:cs typeface="Lato"/>
              <a:sym typeface="Lato"/>
            </a:endParaRPr>
          </a:p>
        </p:txBody>
      </p:sp>
    </p:spTree>
  </p:cSld>
  <p:clrMapOvr>
    <a:masterClrMapping/>
  </p:clrMapOvr>
</p:sld>
</file>

<file path=ppt/theme/theme1.xml><?xml version="1.0" encoding="utf-8"?>
<a:theme xmlns:a="http://schemas.openxmlformats.org/drawingml/2006/main" xmlns:r="http://schemas.openxmlformats.org/officeDocument/2006/relationships" name="Art Subject for Elementary - 2nd Grade: Music XL by Slidesgo">
  <a:themeElements>
    <a:clrScheme name="Simple Light">
      <a:dk1>
        <a:srgbClr val="887107"/>
      </a:dk1>
      <a:lt1>
        <a:srgbClr val="FFFAE1"/>
      </a:lt1>
      <a:dk2>
        <a:srgbClr val="19264D"/>
      </a:dk2>
      <a:lt2>
        <a:srgbClr val="E2E6B3"/>
      </a:lt2>
      <a:accent1>
        <a:srgbClr val="E9AD0D"/>
      </a:accent1>
      <a:accent2>
        <a:srgbClr val="E0C357"/>
      </a:accent2>
      <a:accent3>
        <a:srgbClr val="BDD58A"/>
      </a:accent3>
      <a:accent4>
        <a:srgbClr val="B4C3C7"/>
      </a:accent4>
      <a:accent5>
        <a:srgbClr val="FFFFFF"/>
      </a:accent5>
      <a:accent6>
        <a:srgbClr val="FFFFFF"/>
      </a:accent6>
      <a:hlink>
        <a:srgbClr val="19264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Art Subject for Elementary - 2nd Grade: Music XL by Slidesgo">
  <a:themeElements>
    <a:clrScheme name="Simple Light">
      <a:dk1>
        <a:srgbClr val="887107"/>
      </a:dk1>
      <a:lt1>
        <a:srgbClr val="FFFAE1"/>
      </a:lt1>
      <a:dk2>
        <a:srgbClr val="19264D"/>
      </a:dk2>
      <a:lt2>
        <a:srgbClr val="E2E6B3"/>
      </a:lt2>
      <a:accent1>
        <a:srgbClr val="E9AD0D"/>
      </a:accent1>
      <a:accent2>
        <a:srgbClr val="E0C357"/>
      </a:accent2>
      <a:accent3>
        <a:srgbClr val="BDD58A"/>
      </a:accent3>
      <a:accent4>
        <a:srgbClr val="B4C3C7"/>
      </a:accent4>
      <a:accent5>
        <a:srgbClr val="FFFFFF"/>
      </a:accent5>
      <a:accent6>
        <a:srgbClr val="FFFFFF"/>
      </a:accent6>
      <a:hlink>
        <a:srgbClr val="19264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