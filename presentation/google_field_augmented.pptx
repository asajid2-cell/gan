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70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06AF817B-80FB-4652-9423-60F4DECBBD6D}">
  <a:tblStyle styleId="{06AF817B-80FB-4652-9423-60F4DECBBD6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5" Type="http://schemas.openxmlformats.org/officeDocument/2006/relationships/slideMaster" Target="slideMasters/slideMaster1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6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gdf21ba8bf2_6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8" name="Google Shape;1218;gdf21ba8bf2_6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g3d1a2a482bf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" name="Google Shape;1233;g3d1a2a482bf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g3da0517e24d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" name="Google Shape;1243;g3da0517e24d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8" name="Shape 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" name="Google Shape;1249;g3da0517e24d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0" name="Google Shape;1250;g3da0517e24d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g3d1a2a482b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9" name="Google Shape;1259;g3d1a2a482b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5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g3d1a2a482bf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7" name="Google Shape;1267;g3d1a2a482bf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g3d1a2a482bf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3" name="Google Shape;1273;g3d1a2a482bf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8" name="Shape 1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" name="Google Shape;1279;g3d1a2a482bf_0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0" name="Google Shape;1280;g3d1a2a482bf_0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7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Google Shape;1288;g3d1a2a482bf_0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9" name="Google Shape;1289;g3d1a2a482bf_0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4" name="Shape 1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" name="Google Shape;1295;g3d1a2a482bf_0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6" name="Google Shape;1296;g3d1a2a482bf_0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2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Google Shape;1303;g3d1a2a482bf_0_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4" name="Google Shape;1304;g3d1a2a482bf_0_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0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" name="Google Shape;1311;g3d1a2a482bf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2" name="Google Shape;1312;g3d1a2a482bf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6" name="Shape 1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" name="Google Shape;1317;g3d1a2a482bf_1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8" name="Google Shape;1318;g3d1a2a482bf_1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6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" name="Google Shape;1327;g3d1a2a482bf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8" name="Google Shape;1328;g3d1a2a482bf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4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g3d1a2a482bf_1_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6" name="Google Shape;1336;g3d1a2a482bf_1_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0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g3d1a2a482bf_1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2" name="Google Shape;1342;g3d1a2a482bf_1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7.png"/></Relationships>
</file>

<file path=ppt/slideLayouts/_rels/slideLayout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7.png"/></Relationships>
</file>

<file path=ppt/slideLayouts/_rels/slideLayout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3.png"/></Relationships>
</file>

<file path=ppt/slideLayouts/_rels/slideLayout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 rot="487433">
            <a:off x="6748078" y="342351"/>
            <a:ext cx="1723646" cy="943810"/>
          </a:xfrm>
          <a:custGeom>
            <a:rect b="b" l="l" r="r" t="t"/>
            <a:pathLst>
              <a:path extrusionOk="0" h="24140" w="44086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0" y="38532"/>
            <a:ext cx="1866353" cy="1551439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-142022" y="90588"/>
            <a:ext cx="1270599" cy="1053621"/>
            <a:chOff x="-142022" y="90588"/>
            <a:chExt cx="1270599" cy="1053621"/>
          </a:xfrm>
        </p:grpSpPr>
        <p:sp>
          <p:nvSpPr>
            <p:cNvPr id="13" name="Google Shape;13;p2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" name="Google Shape;27;p2"/>
          <p:cNvSpPr/>
          <p:nvPr/>
        </p:nvSpPr>
        <p:spPr>
          <a:xfrm rot="-3030967">
            <a:off x="-265007" y="3826311"/>
            <a:ext cx="1951206" cy="113815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" name="Google Shape;28;p2"/>
          <p:cNvGrpSpPr/>
          <p:nvPr/>
        </p:nvGrpSpPr>
        <p:grpSpPr>
          <a:xfrm>
            <a:off x="727288" y="3991176"/>
            <a:ext cx="1219992" cy="1237898"/>
            <a:chOff x="727288" y="3991176"/>
            <a:chExt cx="1219992" cy="1237898"/>
          </a:xfrm>
        </p:grpSpPr>
        <p:sp>
          <p:nvSpPr>
            <p:cNvPr id="29" name="Google Shape;29;p2"/>
            <p:cNvSpPr/>
            <p:nvPr/>
          </p:nvSpPr>
          <p:spPr>
            <a:xfrm>
              <a:off x="727287" y="4086500"/>
              <a:ext cx="228805" cy="1142574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034666" y="4018585"/>
              <a:ext cx="272880" cy="117951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400430" y="4009056"/>
              <a:ext cx="238294" cy="117594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693496" y="3991176"/>
              <a:ext cx="253783" cy="114782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" name="Google Shape;33;p2"/>
          <p:cNvSpPr/>
          <p:nvPr/>
        </p:nvSpPr>
        <p:spPr>
          <a:xfrm>
            <a:off x="3335325" y="4629150"/>
            <a:ext cx="886928" cy="815621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" name="Google Shape;34;p2"/>
          <p:cNvGrpSpPr/>
          <p:nvPr/>
        </p:nvGrpSpPr>
        <p:grpSpPr>
          <a:xfrm>
            <a:off x="8251700" y="-142503"/>
            <a:ext cx="572406" cy="682360"/>
            <a:chOff x="8251700" y="-142503"/>
            <a:chExt cx="572406" cy="682360"/>
          </a:xfrm>
        </p:grpSpPr>
        <p:sp>
          <p:nvSpPr>
            <p:cNvPr id="35" name="Google Shape;35;p2"/>
            <p:cNvSpPr/>
            <p:nvPr/>
          </p:nvSpPr>
          <p:spPr>
            <a:xfrm>
              <a:off x="8397875" y="34884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8574952" y="23740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8430810" y="4179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8251700" y="15916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8657290" y="-142503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" name="Google Shape;40;p2"/>
          <p:cNvSpPr/>
          <p:nvPr/>
        </p:nvSpPr>
        <p:spPr>
          <a:xfrm rot="-341310">
            <a:off x="8258869" y="1118332"/>
            <a:ext cx="315640" cy="341633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2"/>
          <p:cNvSpPr/>
          <p:nvPr/>
        </p:nvSpPr>
        <p:spPr>
          <a:xfrm>
            <a:off x="6133200" y="296883"/>
            <a:ext cx="273783" cy="316215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2"/>
          <p:cNvSpPr/>
          <p:nvPr/>
        </p:nvSpPr>
        <p:spPr>
          <a:xfrm>
            <a:off x="8395420" y="2670765"/>
            <a:ext cx="1157142" cy="106670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2"/>
          <p:cNvSpPr/>
          <p:nvPr/>
        </p:nvSpPr>
        <p:spPr>
          <a:xfrm>
            <a:off x="7985025" y="2399850"/>
            <a:ext cx="737885" cy="781680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2"/>
          <p:cNvSpPr/>
          <p:nvPr/>
        </p:nvSpPr>
        <p:spPr>
          <a:xfrm rot="-2048291">
            <a:off x="2863425" y="202663"/>
            <a:ext cx="386656" cy="586360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2"/>
          <p:cNvSpPr/>
          <p:nvPr/>
        </p:nvSpPr>
        <p:spPr>
          <a:xfrm>
            <a:off x="6896838" y="4807241"/>
            <a:ext cx="376730" cy="382673"/>
          </a:xfrm>
          <a:custGeom>
            <a:rect b="b" l="l" r="r" t="t"/>
            <a:pathLst>
              <a:path extrusionOk="0" h="9723" w="9572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2"/>
          <p:cNvSpPr/>
          <p:nvPr/>
        </p:nvSpPr>
        <p:spPr>
          <a:xfrm>
            <a:off x="6571588" y="4504700"/>
            <a:ext cx="1035575" cy="687615"/>
          </a:xfrm>
          <a:custGeom>
            <a:rect b="b" l="l" r="r" t="t"/>
            <a:pathLst>
              <a:path extrusionOk="0" h="17471" w="26312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2"/>
          <p:cNvSpPr/>
          <p:nvPr/>
        </p:nvSpPr>
        <p:spPr>
          <a:xfrm>
            <a:off x="593575" y="1362525"/>
            <a:ext cx="307701" cy="803603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" name="Google Shape;48;p2"/>
          <p:cNvGrpSpPr/>
          <p:nvPr/>
        </p:nvGrpSpPr>
        <p:grpSpPr>
          <a:xfrm>
            <a:off x="3300763" y="4708738"/>
            <a:ext cx="252200" cy="279550"/>
            <a:chOff x="4295963" y="4660625"/>
            <a:chExt cx="252200" cy="279550"/>
          </a:xfrm>
        </p:grpSpPr>
        <p:sp>
          <p:nvSpPr>
            <p:cNvPr id="49" name="Google Shape;49;p2"/>
            <p:cNvSpPr/>
            <p:nvPr/>
          </p:nvSpPr>
          <p:spPr>
            <a:xfrm>
              <a:off x="4411413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415988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326363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295963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" name="Google Shape;53;p2"/>
          <p:cNvSpPr txBox="1"/>
          <p:nvPr>
            <p:ph idx="1" type="subTitle"/>
          </p:nvPr>
        </p:nvSpPr>
        <p:spPr>
          <a:xfrm>
            <a:off x="3381300" y="3421700"/>
            <a:ext cx="2381400" cy="38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54" name="Google Shape;54;p2"/>
          <p:cNvSpPr txBox="1"/>
          <p:nvPr>
            <p:ph type="ctrTitle"/>
          </p:nvPr>
        </p:nvSpPr>
        <p:spPr>
          <a:xfrm>
            <a:off x="1770150" y="1253625"/>
            <a:ext cx="5603700" cy="194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7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3"/>
          <p:cNvSpPr/>
          <p:nvPr/>
        </p:nvSpPr>
        <p:spPr>
          <a:xfrm>
            <a:off x="5487927" y="-193969"/>
            <a:ext cx="876530" cy="928507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" name="Google Shape;57;p3"/>
          <p:cNvGrpSpPr/>
          <p:nvPr/>
        </p:nvGrpSpPr>
        <p:grpSpPr>
          <a:xfrm>
            <a:off x="6843207" y="4271795"/>
            <a:ext cx="1573481" cy="928493"/>
            <a:chOff x="7926850" y="4421175"/>
            <a:chExt cx="1320588" cy="779330"/>
          </a:xfrm>
        </p:grpSpPr>
        <p:sp>
          <p:nvSpPr>
            <p:cNvPr id="58" name="Google Shape;58;p3"/>
            <p:cNvSpPr/>
            <p:nvPr/>
          </p:nvSpPr>
          <p:spPr>
            <a:xfrm>
              <a:off x="8468093" y="4914954"/>
              <a:ext cx="253371" cy="257368"/>
            </a:xfrm>
            <a:custGeom>
              <a:rect b="b" l="l" r="r" t="t"/>
              <a:pathLst>
                <a:path extrusionOk="0" h="9723" w="9572">
                  <a:moveTo>
                    <a:pt x="4285" y="0"/>
                  </a:moveTo>
                  <a:cubicBezTo>
                    <a:pt x="4163" y="31"/>
                    <a:pt x="4072" y="31"/>
                    <a:pt x="3950" y="31"/>
                  </a:cubicBezTo>
                  <a:lnTo>
                    <a:pt x="3798" y="91"/>
                  </a:lnTo>
                  <a:cubicBezTo>
                    <a:pt x="3677" y="91"/>
                    <a:pt x="3586" y="122"/>
                    <a:pt x="3495" y="152"/>
                  </a:cubicBezTo>
                  <a:cubicBezTo>
                    <a:pt x="3312" y="213"/>
                    <a:pt x="3130" y="274"/>
                    <a:pt x="2948" y="365"/>
                  </a:cubicBezTo>
                  <a:cubicBezTo>
                    <a:pt x="2674" y="486"/>
                    <a:pt x="2431" y="608"/>
                    <a:pt x="2219" y="790"/>
                  </a:cubicBezTo>
                  <a:cubicBezTo>
                    <a:pt x="2036" y="942"/>
                    <a:pt x="1854" y="1125"/>
                    <a:pt x="1702" y="1337"/>
                  </a:cubicBezTo>
                  <a:cubicBezTo>
                    <a:pt x="1550" y="1519"/>
                    <a:pt x="1429" y="1763"/>
                    <a:pt x="1307" y="1975"/>
                  </a:cubicBezTo>
                  <a:cubicBezTo>
                    <a:pt x="1185" y="2279"/>
                    <a:pt x="1064" y="2613"/>
                    <a:pt x="973" y="2917"/>
                  </a:cubicBezTo>
                  <a:cubicBezTo>
                    <a:pt x="942" y="3039"/>
                    <a:pt x="912" y="3130"/>
                    <a:pt x="851" y="3221"/>
                  </a:cubicBezTo>
                  <a:cubicBezTo>
                    <a:pt x="699" y="3677"/>
                    <a:pt x="578" y="4132"/>
                    <a:pt x="426" y="4619"/>
                  </a:cubicBezTo>
                  <a:cubicBezTo>
                    <a:pt x="335" y="5013"/>
                    <a:pt x="213" y="5469"/>
                    <a:pt x="122" y="5925"/>
                  </a:cubicBezTo>
                  <a:lnTo>
                    <a:pt x="92" y="6077"/>
                  </a:lnTo>
                  <a:cubicBezTo>
                    <a:pt x="61" y="6198"/>
                    <a:pt x="31" y="6350"/>
                    <a:pt x="31" y="6472"/>
                  </a:cubicBezTo>
                  <a:cubicBezTo>
                    <a:pt x="1" y="6624"/>
                    <a:pt x="1" y="6745"/>
                    <a:pt x="1" y="6897"/>
                  </a:cubicBezTo>
                  <a:cubicBezTo>
                    <a:pt x="1" y="6988"/>
                    <a:pt x="1" y="7110"/>
                    <a:pt x="31" y="7201"/>
                  </a:cubicBezTo>
                  <a:cubicBezTo>
                    <a:pt x="61" y="7353"/>
                    <a:pt x="92" y="7505"/>
                    <a:pt x="122" y="7657"/>
                  </a:cubicBezTo>
                  <a:cubicBezTo>
                    <a:pt x="152" y="7748"/>
                    <a:pt x="183" y="7839"/>
                    <a:pt x="244" y="7930"/>
                  </a:cubicBezTo>
                  <a:lnTo>
                    <a:pt x="244" y="7961"/>
                  </a:lnTo>
                  <a:cubicBezTo>
                    <a:pt x="274" y="8082"/>
                    <a:pt x="365" y="8234"/>
                    <a:pt x="456" y="8325"/>
                  </a:cubicBezTo>
                  <a:cubicBezTo>
                    <a:pt x="547" y="8447"/>
                    <a:pt x="639" y="8568"/>
                    <a:pt x="760" y="8659"/>
                  </a:cubicBezTo>
                  <a:cubicBezTo>
                    <a:pt x="912" y="8811"/>
                    <a:pt x="1064" y="8933"/>
                    <a:pt x="1277" y="9054"/>
                  </a:cubicBezTo>
                  <a:cubicBezTo>
                    <a:pt x="1489" y="9206"/>
                    <a:pt x="1732" y="9328"/>
                    <a:pt x="1975" y="9419"/>
                  </a:cubicBezTo>
                  <a:cubicBezTo>
                    <a:pt x="2188" y="9480"/>
                    <a:pt x="2401" y="9541"/>
                    <a:pt x="2644" y="9601"/>
                  </a:cubicBezTo>
                  <a:cubicBezTo>
                    <a:pt x="2887" y="9632"/>
                    <a:pt x="3130" y="9632"/>
                    <a:pt x="3312" y="9662"/>
                  </a:cubicBezTo>
                  <a:cubicBezTo>
                    <a:pt x="3555" y="9692"/>
                    <a:pt x="3829" y="9723"/>
                    <a:pt x="4102" y="9723"/>
                  </a:cubicBezTo>
                  <a:lnTo>
                    <a:pt x="4771" y="9723"/>
                  </a:lnTo>
                  <a:cubicBezTo>
                    <a:pt x="4923" y="9723"/>
                    <a:pt x="5105" y="9692"/>
                    <a:pt x="5257" y="9692"/>
                  </a:cubicBezTo>
                  <a:cubicBezTo>
                    <a:pt x="5409" y="9662"/>
                    <a:pt x="5591" y="9632"/>
                    <a:pt x="5743" y="9601"/>
                  </a:cubicBezTo>
                  <a:lnTo>
                    <a:pt x="5895" y="9571"/>
                  </a:lnTo>
                  <a:lnTo>
                    <a:pt x="6229" y="9510"/>
                  </a:lnTo>
                  <a:lnTo>
                    <a:pt x="6563" y="9449"/>
                  </a:lnTo>
                  <a:cubicBezTo>
                    <a:pt x="6685" y="9419"/>
                    <a:pt x="6806" y="9389"/>
                    <a:pt x="6989" y="9358"/>
                  </a:cubicBezTo>
                  <a:lnTo>
                    <a:pt x="7232" y="9297"/>
                  </a:lnTo>
                  <a:lnTo>
                    <a:pt x="7292" y="9297"/>
                  </a:lnTo>
                  <a:lnTo>
                    <a:pt x="7444" y="9267"/>
                  </a:lnTo>
                  <a:cubicBezTo>
                    <a:pt x="7839" y="9176"/>
                    <a:pt x="8174" y="9024"/>
                    <a:pt x="8508" y="8811"/>
                  </a:cubicBezTo>
                  <a:cubicBezTo>
                    <a:pt x="8690" y="8690"/>
                    <a:pt x="8842" y="8508"/>
                    <a:pt x="8994" y="8325"/>
                  </a:cubicBezTo>
                  <a:cubicBezTo>
                    <a:pt x="9085" y="8173"/>
                    <a:pt x="9207" y="7991"/>
                    <a:pt x="9298" y="7809"/>
                  </a:cubicBezTo>
                  <a:cubicBezTo>
                    <a:pt x="9450" y="7626"/>
                    <a:pt x="9541" y="7383"/>
                    <a:pt x="9541" y="7140"/>
                  </a:cubicBezTo>
                  <a:cubicBezTo>
                    <a:pt x="9571" y="6958"/>
                    <a:pt x="9541" y="6806"/>
                    <a:pt x="9510" y="6654"/>
                  </a:cubicBezTo>
                  <a:lnTo>
                    <a:pt x="9510" y="6563"/>
                  </a:lnTo>
                  <a:cubicBezTo>
                    <a:pt x="9480" y="6441"/>
                    <a:pt x="9450" y="6320"/>
                    <a:pt x="9419" y="6198"/>
                  </a:cubicBezTo>
                  <a:cubicBezTo>
                    <a:pt x="9328" y="5955"/>
                    <a:pt x="9237" y="5712"/>
                    <a:pt x="9146" y="5439"/>
                  </a:cubicBezTo>
                  <a:cubicBezTo>
                    <a:pt x="9085" y="5257"/>
                    <a:pt x="8994" y="5105"/>
                    <a:pt x="8933" y="4922"/>
                  </a:cubicBezTo>
                  <a:cubicBezTo>
                    <a:pt x="8903" y="4862"/>
                    <a:pt x="8872" y="4801"/>
                    <a:pt x="8842" y="4710"/>
                  </a:cubicBezTo>
                  <a:cubicBezTo>
                    <a:pt x="8781" y="4619"/>
                    <a:pt x="8720" y="4527"/>
                    <a:pt x="8629" y="4467"/>
                  </a:cubicBezTo>
                  <a:cubicBezTo>
                    <a:pt x="8508" y="4041"/>
                    <a:pt x="8325" y="3646"/>
                    <a:pt x="8143" y="3282"/>
                  </a:cubicBezTo>
                  <a:cubicBezTo>
                    <a:pt x="8022" y="3039"/>
                    <a:pt x="7900" y="2796"/>
                    <a:pt x="7718" y="2552"/>
                  </a:cubicBezTo>
                  <a:lnTo>
                    <a:pt x="7657" y="2431"/>
                  </a:lnTo>
                  <a:cubicBezTo>
                    <a:pt x="7566" y="2279"/>
                    <a:pt x="7475" y="2097"/>
                    <a:pt x="7353" y="1945"/>
                  </a:cubicBezTo>
                  <a:cubicBezTo>
                    <a:pt x="7232" y="1793"/>
                    <a:pt x="7080" y="1611"/>
                    <a:pt x="6958" y="1459"/>
                  </a:cubicBezTo>
                  <a:lnTo>
                    <a:pt x="6928" y="1428"/>
                  </a:lnTo>
                  <a:cubicBezTo>
                    <a:pt x="6776" y="1246"/>
                    <a:pt x="6594" y="1064"/>
                    <a:pt x="6442" y="912"/>
                  </a:cubicBezTo>
                  <a:cubicBezTo>
                    <a:pt x="6229" y="730"/>
                    <a:pt x="6016" y="578"/>
                    <a:pt x="5804" y="456"/>
                  </a:cubicBezTo>
                  <a:cubicBezTo>
                    <a:pt x="5621" y="365"/>
                    <a:pt x="5439" y="274"/>
                    <a:pt x="5226" y="213"/>
                  </a:cubicBezTo>
                  <a:cubicBezTo>
                    <a:pt x="4923" y="91"/>
                    <a:pt x="4619" y="0"/>
                    <a:pt x="42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8249351" y="4711487"/>
              <a:ext cx="696479" cy="462457"/>
            </a:xfrm>
            <a:custGeom>
              <a:rect b="b" l="l" r="r" t="t"/>
              <a:pathLst>
                <a:path extrusionOk="0" h="17471" w="26312">
                  <a:moveTo>
                    <a:pt x="11424" y="0"/>
                  </a:moveTo>
                  <a:cubicBezTo>
                    <a:pt x="10969" y="0"/>
                    <a:pt x="10483" y="31"/>
                    <a:pt x="10027" y="92"/>
                  </a:cubicBezTo>
                  <a:cubicBezTo>
                    <a:pt x="9662" y="122"/>
                    <a:pt x="9328" y="183"/>
                    <a:pt x="8994" y="274"/>
                  </a:cubicBezTo>
                  <a:cubicBezTo>
                    <a:pt x="8811" y="304"/>
                    <a:pt x="8660" y="365"/>
                    <a:pt x="8508" y="395"/>
                  </a:cubicBezTo>
                  <a:cubicBezTo>
                    <a:pt x="8113" y="517"/>
                    <a:pt x="7687" y="699"/>
                    <a:pt x="7171" y="912"/>
                  </a:cubicBezTo>
                  <a:cubicBezTo>
                    <a:pt x="6290" y="1277"/>
                    <a:pt x="5439" y="1763"/>
                    <a:pt x="4710" y="2431"/>
                  </a:cubicBezTo>
                  <a:cubicBezTo>
                    <a:pt x="4345" y="2765"/>
                    <a:pt x="3981" y="3130"/>
                    <a:pt x="3646" y="3495"/>
                  </a:cubicBezTo>
                  <a:cubicBezTo>
                    <a:pt x="3464" y="3707"/>
                    <a:pt x="3312" y="3889"/>
                    <a:pt x="3191" y="4041"/>
                  </a:cubicBezTo>
                  <a:lnTo>
                    <a:pt x="3160" y="4102"/>
                  </a:lnTo>
                  <a:cubicBezTo>
                    <a:pt x="3039" y="4254"/>
                    <a:pt x="2917" y="4406"/>
                    <a:pt x="2796" y="4588"/>
                  </a:cubicBezTo>
                  <a:cubicBezTo>
                    <a:pt x="2522" y="5044"/>
                    <a:pt x="2279" y="5500"/>
                    <a:pt x="2036" y="5956"/>
                  </a:cubicBezTo>
                  <a:cubicBezTo>
                    <a:pt x="1854" y="6350"/>
                    <a:pt x="1671" y="6776"/>
                    <a:pt x="1520" y="7201"/>
                  </a:cubicBezTo>
                  <a:cubicBezTo>
                    <a:pt x="1428" y="7444"/>
                    <a:pt x="1337" y="7687"/>
                    <a:pt x="1277" y="7961"/>
                  </a:cubicBezTo>
                  <a:lnTo>
                    <a:pt x="1277" y="7991"/>
                  </a:lnTo>
                  <a:lnTo>
                    <a:pt x="1246" y="8113"/>
                  </a:lnTo>
                  <a:cubicBezTo>
                    <a:pt x="1185" y="8265"/>
                    <a:pt x="1125" y="8477"/>
                    <a:pt x="1094" y="8660"/>
                  </a:cubicBezTo>
                  <a:cubicBezTo>
                    <a:pt x="1033" y="8903"/>
                    <a:pt x="973" y="9176"/>
                    <a:pt x="882" y="9450"/>
                  </a:cubicBezTo>
                  <a:cubicBezTo>
                    <a:pt x="851" y="9601"/>
                    <a:pt x="790" y="9814"/>
                    <a:pt x="760" y="9996"/>
                  </a:cubicBezTo>
                  <a:cubicBezTo>
                    <a:pt x="730" y="10027"/>
                    <a:pt x="699" y="10088"/>
                    <a:pt x="699" y="10148"/>
                  </a:cubicBezTo>
                  <a:cubicBezTo>
                    <a:pt x="669" y="10300"/>
                    <a:pt x="638" y="10422"/>
                    <a:pt x="608" y="10634"/>
                  </a:cubicBezTo>
                  <a:cubicBezTo>
                    <a:pt x="547" y="10847"/>
                    <a:pt x="517" y="11090"/>
                    <a:pt x="487" y="11333"/>
                  </a:cubicBezTo>
                  <a:cubicBezTo>
                    <a:pt x="456" y="11485"/>
                    <a:pt x="426" y="11637"/>
                    <a:pt x="395" y="11789"/>
                  </a:cubicBezTo>
                  <a:cubicBezTo>
                    <a:pt x="335" y="12093"/>
                    <a:pt x="304" y="12397"/>
                    <a:pt x="274" y="12670"/>
                  </a:cubicBezTo>
                  <a:cubicBezTo>
                    <a:pt x="244" y="12913"/>
                    <a:pt x="183" y="13156"/>
                    <a:pt x="152" y="13339"/>
                  </a:cubicBezTo>
                  <a:cubicBezTo>
                    <a:pt x="152" y="13521"/>
                    <a:pt x="92" y="13764"/>
                    <a:pt x="92" y="13885"/>
                  </a:cubicBezTo>
                  <a:cubicBezTo>
                    <a:pt x="92" y="14007"/>
                    <a:pt x="61" y="14128"/>
                    <a:pt x="61" y="14250"/>
                  </a:cubicBezTo>
                  <a:lnTo>
                    <a:pt x="61" y="14432"/>
                  </a:lnTo>
                  <a:lnTo>
                    <a:pt x="61" y="14523"/>
                  </a:lnTo>
                  <a:cubicBezTo>
                    <a:pt x="31" y="14706"/>
                    <a:pt x="31" y="14858"/>
                    <a:pt x="31" y="15010"/>
                  </a:cubicBezTo>
                  <a:cubicBezTo>
                    <a:pt x="0" y="15253"/>
                    <a:pt x="0" y="15526"/>
                    <a:pt x="31" y="15769"/>
                  </a:cubicBezTo>
                  <a:cubicBezTo>
                    <a:pt x="92" y="15891"/>
                    <a:pt x="122" y="16043"/>
                    <a:pt x="183" y="16164"/>
                  </a:cubicBezTo>
                  <a:cubicBezTo>
                    <a:pt x="244" y="16286"/>
                    <a:pt x="304" y="16407"/>
                    <a:pt x="365" y="16498"/>
                  </a:cubicBezTo>
                  <a:lnTo>
                    <a:pt x="395" y="16559"/>
                  </a:lnTo>
                  <a:cubicBezTo>
                    <a:pt x="426" y="16650"/>
                    <a:pt x="487" y="16741"/>
                    <a:pt x="578" y="16802"/>
                  </a:cubicBezTo>
                  <a:cubicBezTo>
                    <a:pt x="638" y="16893"/>
                    <a:pt x="699" y="16954"/>
                    <a:pt x="790" y="17045"/>
                  </a:cubicBezTo>
                  <a:cubicBezTo>
                    <a:pt x="882" y="17106"/>
                    <a:pt x="973" y="17167"/>
                    <a:pt x="1064" y="17228"/>
                  </a:cubicBezTo>
                  <a:cubicBezTo>
                    <a:pt x="1185" y="17288"/>
                    <a:pt x="1307" y="17349"/>
                    <a:pt x="1459" y="17379"/>
                  </a:cubicBezTo>
                  <a:lnTo>
                    <a:pt x="1489" y="17379"/>
                  </a:lnTo>
                  <a:cubicBezTo>
                    <a:pt x="1580" y="17410"/>
                    <a:pt x="1671" y="17410"/>
                    <a:pt x="1763" y="17440"/>
                  </a:cubicBezTo>
                  <a:cubicBezTo>
                    <a:pt x="2036" y="17471"/>
                    <a:pt x="2279" y="17471"/>
                    <a:pt x="2522" y="17471"/>
                  </a:cubicBezTo>
                  <a:cubicBezTo>
                    <a:pt x="2644" y="17440"/>
                    <a:pt x="2765" y="17440"/>
                    <a:pt x="2856" y="17410"/>
                  </a:cubicBezTo>
                  <a:lnTo>
                    <a:pt x="2948" y="17410"/>
                  </a:lnTo>
                  <a:lnTo>
                    <a:pt x="3130" y="17379"/>
                  </a:lnTo>
                  <a:cubicBezTo>
                    <a:pt x="3191" y="17349"/>
                    <a:pt x="3251" y="17349"/>
                    <a:pt x="3312" y="17319"/>
                  </a:cubicBezTo>
                  <a:cubicBezTo>
                    <a:pt x="3494" y="17258"/>
                    <a:pt x="3707" y="17197"/>
                    <a:pt x="3889" y="17106"/>
                  </a:cubicBezTo>
                  <a:lnTo>
                    <a:pt x="3920" y="17106"/>
                  </a:lnTo>
                  <a:cubicBezTo>
                    <a:pt x="4133" y="17015"/>
                    <a:pt x="4345" y="16863"/>
                    <a:pt x="4527" y="16711"/>
                  </a:cubicBezTo>
                  <a:lnTo>
                    <a:pt x="4588" y="16681"/>
                  </a:lnTo>
                  <a:cubicBezTo>
                    <a:pt x="4679" y="16589"/>
                    <a:pt x="4771" y="16529"/>
                    <a:pt x="4831" y="16407"/>
                  </a:cubicBezTo>
                  <a:cubicBezTo>
                    <a:pt x="4922" y="16316"/>
                    <a:pt x="4983" y="16195"/>
                    <a:pt x="5044" y="16073"/>
                  </a:cubicBezTo>
                  <a:cubicBezTo>
                    <a:pt x="5166" y="15830"/>
                    <a:pt x="5226" y="15587"/>
                    <a:pt x="5257" y="15313"/>
                  </a:cubicBezTo>
                  <a:lnTo>
                    <a:pt x="5257" y="15253"/>
                  </a:lnTo>
                  <a:cubicBezTo>
                    <a:pt x="5317" y="14918"/>
                    <a:pt x="5378" y="14554"/>
                    <a:pt x="5439" y="14220"/>
                  </a:cubicBezTo>
                  <a:cubicBezTo>
                    <a:pt x="5500" y="13855"/>
                    <a:pt x="5591" y="13460"/>
                    <a:pt x="5712" y="12974"/>
                  </a:cubicBezTo>
                  <a:cubicBezTo>
                    <a:pt x="5773" y="12761"/>
                    <a:pt x="5804" y="12579"/>
                    <a:pt x="5864" y="12366"/>
                  </a:cubicBezTo>
                  <a:cubicBezTo>
                    <a:pt x="5895" y="12154"/>
                    <a:pt x="5925" y="11941"/>
                    <a:pt x="5986" y="11728"/>
                  </a:cubicBezTo>
                  <a:cubicBezTo>
                    <a:pt x="6138" y="11273"/>
                    <a:pt x="6290" y="10817"/>
                    <a:pt x="6442" y="10391"/>
                  </a:cubicBezTo>
                  <a:cubicBezTo>
                    <a:pt x="6472" y="10300"/>
                    <a:pt x="6502" y="10270"/>
                    <a:pt x="6533" y="10118"/>
                  </a:cubicBezTo>
                  <a:cubicBezTo>
                    <a:pt x="6594" y="9966"/>
                    <a:pt x="6654" y="9814"/>
                    <a:pt x="6715" y="9662"/>
                  </a:cubicBezTo>
                  <a:cubicBezTo>
                    <a:pt x="6806" y="9450"/>
                    <a:pt x="6897" y="9237"/>
                    <a:pt x="7019" y="9055"/>
                  </a:cubicBezTo>
                  <a:cubicBezTo>
                    <a:pt x="7171" y="8812"/>
                    <a:pt x="7353" y="8568"/>
                    <a:pt x="7505" y="8356"/>
                  </a:cubicBezTo>
                  <a:cubicBezTo>
                    <a:pt x="7657" y="8113"/>
                    <a:pt x="7839" y="7900"/>
                    <a:pt x="8052" y="7718"/>
                  </a:cubicBezTo>
                  <a:cubicBezTo>
                    <a:pt x="8477" y="7323"/>
                    <a:pt x="8933" y="6989"/>
                    <a:pt x="9449" y="6715"/>
                  </a:cubicBezTo>
                  <a:cubicBezTo>
                    <a:pt x="9723" y="6533"/>
                    <a:pt x="9966" y="6411"/>
                    <a:pt x="10239" y="6290"/>
                  </a:cubicBezTo>
                  <a:cubicBezTo>
                    <a:pt x="10513" y="6168"/>
                    <a:pt x="10786" y="6077"/>
                    <a:pt x="11090" y="6016"/>
                  </a:cubicBezTo>
                  <a:cubicBezTo>
                    <a:pt x="11394" y="5956"/>
                    <a:pt x="11698" y="5956"/>
                    <a:pt x="12002" y="5956"/>
                  </a:cubicBezTo>
                  <a:cubicBezTo>
                    <a:pt x="12488" y="5986"/>
                    <a:pt x="12944" y="6077"/>
                    <a:pt x="13399" y="6199"/>
                  </a:cubicBezTo>
                  <a:cubicBezTo>
                    <a:pt x="13673" y="6290"/>
                    <a:pt x="13916" y="6381"/>
                    <a:pt x="14159" y="6502"/>
                  </a:cubicBezTo>
                  <a:cubicBezTo>
                    <a:pt x="14432" y="6624"/>
                    <a:pt x="14675" y="6745"/>
                    <a:pt x="14918" y="6897"/>
                  </a:cubicBezTo>
                  <a:lnTo>
                    <a:pt x="15161" y="7049"/>
                  </a:lnTo>
                  <a:cubicBezTo>
                    <a:pt x="15313" y="7140"/>
                    <a:pt x="15465" y="7232"/>
                    <a:pt x="15617" y="7323"/>
                  </a:cubicBezTo>
                  <a:cubicBezTo>
                    <a:pt x="15799" y="7444"/>
                    <a:pt x="15982" y="7566"/>
                    <a:pt x="16164" y="7687"/>
                  </a:cubicBezTo>
                  <a:cubicBezTo>
                    <a:pt x="16346" y="7839"/>
                    <a:pt x="16498" y="7961"/>
                    <a:pt x="16650" y="8143"/>
                  </a:cubicBezTo>
                  <a:cubicBezTo>
                    <a:pt x="16863" y="8356"/>
                    <a:pt x="17076" y="8599"/>
                    <a:pt x="17288" y="8812"/>
                  </a:cubicBezTo>
                  <a:lnTo>
                    <a:pt x="17349" y="8903"/>
                  </a:lnTo>
                  <a:cubicBezTo>
                    <a:pt x="17622" y="9206"/>
                    <a:pt x="17866" y="9510"/>
                    <a:pt x="18109" y="9784"/>
                  </a:cubicBezTo>
                  <a:cubicBezTo>
                    <a:pt x="18321" y="10057"/>
                    <a:pt x="18564" y="10422"/>
                    <a:pt x="18777" y="10726"/>
                  </a:cubicBezTo>
                  <a:cubicBezTo>
                    <a:pt x="19020" y="11060"/>
                    <a:pt x="19202" y="11303"/>
                    <a:pt x="19324" y="11607"/>
                  </a:cubicBezTo>
                  <a:cubicBezTo>
                    <a:pt x="19476" y="11880"/>
                    <a:pt x="19597" y="12184"/>
                    <a:pt x="19719" y="12397"/>
                  </a:cubicBezTo>
                  <a:lnTo>
                    <a:pt x="19749" y="12488"/>
                  </a:lnTo>
                  <a:cubicBezTo>
                    <a:pt x="19871" y="12731"/>
                    <a:pt x="19992" y="13004"/>
                    <a:pt x="20114" y="13278"/>
                  </a:cubicBezTo>
                  <a:cubicBezTo>
                    <a:pt x="20144" y="13369"/>
                    <a:pt x="20175" y="13430"/>
                    <a:pt x="20205" y="13521"/>
                  </a:cubicBezTo>
                  <a:cubicBezTo>
                    <a:pt x="20144" y="13612"/>
                    <a:pt x="20144" y="13734"/>
                    <a:pt x="20144" y="13855"/>
                  </a:cubicBezTo>
                  <a:cubicBezTo>
                    <a:pt x="20175" y="13916"/>
                    <a:pt x="20175" y="13977"/>
                    <a:pt x="20175" y="14007"/>
                  </a:cubicBezTo>
                  <a:lnTo>
                    <a:pt x="20266" y="14280"/>
                  </a:lnTo>
                  <a:cubicBezTo>
                    <a:pt x="20266" y="14372"/>
                    <a:pt x="20296" y="14432"/>
                    <a:pt x="20296" y="14523"/>
                  </a:cubicBezTo>
                  <a:cubicBezTo>
                    <a:pt x="20387" y="15131"/>
                    <a:pt x="20661" y="15708"/>
                    <a:pt x="21025" y="16225"/>
                  </a:cubicBezTo>
                  <a:cubicBezTo>
                    <a:pt x="21177" y="16407"/>
                    <a:pt x="21329" y="16559"/>
                    <a:pt x="21511" y="16681"/>
                  </a:cubicBezTo>
                  <a:cubicBezTo>
                    <a:pt x="21663" y="16802"/>
                    <a:pt x="21846" y="16893"/>
                    <a:pt x="22058" y="16924"/>
                  </a:cubicBezTo>
                  <a:cubicBezTo>
                    <a:pt x="22119" y="16939"/>
                    <a:pt x="22187" y="16946"/>
                    <a:pt x="22260" y="16946"/>
                  </a:cubicBezTo>
                  <a:cubicBezTo>
                    <a:pt x="22332" y="16946"/>
                    <a:pt x="22408" y="16939"/>
                    <a:pt x="22484" y="16924"/>
                  </a:cubicBezTo>
                  <a:lnTo>
                    <a:pt x="22848" y="16833"/>
                  </a:lnTo>
                  <a:cubicBezTo>
                    <a:pt x="22970" y="16802"/>
                    <a:pt x="23091" y="16772"/>
                    <a:pt x="23182" y="16741"/>
                  </a:cubicBezTo>
                  <a:cubicBezTo>
                    <a:pt x="23638" y="16620"/>
                    <a:pt x="24033" y="16438"/>
                    <a:pt x="24428" y="16195"/>
                  </a:cubicBezTo>
                  <a:lnTo>
                    <a:pt x="24428" y="16195"/>
                  </a:lnTo>
                  <a:lnTo>
                    <a:pt x="24398" y="16225"/>
                  </a:lnTo>
                  <a:lnTo>
                    <a:pt x="24489" y="16164"/>
                  </a:lnTo>
                  <a:cubicBezTo>
                    <a:pt x="24702" y="16073"/>
                    <a:pt x="24884" y="15951"/>
                    <a:pt x="25097" y="15800"/>
                  </a:cubicBezTo>
                  <a:cubicBezTo>
                    <a:pt x="25279" y="15648"/>
                    <a:pt x="25431" y="15496"/>
                    <a:pt x="25583" y="15344"/>
                  </a:cubicBezTo>
                  <a:cubicBezTo>
                    <a:pt x="25644" y="15253"/>
                    <a:pt x="25704" y="15162"/>
                    <a:pt x="25765" y="15070"/>
                  </a:cubicBezTo>
                  <a:cubicBezTo>
                    <a:pt x="25856" y="14949"/>
                    <a:pt x="25917" y="14797"/>
                    <a:pt x="26008" y="14675"/>
                  </a:cubicBezTo>
                  <a:cubicBezTo>
                    <a:pt x="26099" y="14432"/>
                    <a:pt x="26190" y="14189"/>
                    <a:pt x="26221" y="13946"/>
                  </a:cubicBezTo>
                  <a:cubicBezTo>
                    <a:pt x="26282" y="13673"/>
                    <a:pt x="26312" y="13399"/>
                    <a:pt x="26312" y="13156"/>
                  </a:cubicBezTo>
                  <a:cubicBezTo>
                    <a:pt x="26312" y="12944"/>
                    <a:pt x="26282" y="12731"/>
                    <a:pt x="26251" y="12518"/>
                  </a:cubicBezTo>
                  <a:cubicBezTo>
                    <a:pt x="26190" y="12245"/>
                    <a:pt x="26130" y="12002"/>
                    <a:pt x="26038" y="11759"/>
                  </a:cubicBezTo>
                  <a:cubicBezTo>
                    <a:pt x="25947" y="11576"/>
                    <a:pt x="25856" y="11364"/>
                    <a:pt x="25765" y="11181"/>
                  </a:cubicBezTo>
                  <a:cubicBezTo>
                    <a:pt x="25583" y="10756"/>
                    <a:pt x="25340" y="10331"/>
                    <a:pt x="25157" y="9966"/>
                  </a:cubicBezTo>
                  <a:cubicBezTo>
                    <a:pt x="24884" y="9480"/>
                    <a:pt x="24610" y="8994"/>
                    <a:pt x="24367" y="8629"/>
                  </a:cubicBezTo>
                  <a:cubicBezTo>
                    <a:pt x="24124" y="8234"/>
                    <a:pt x="23881" y="7870"/>
                    <a:pt x="23577" y="7475"/>
                  </a:cubicBezTo>
                  <a:cubicBezTo>
                    <a:pt x="23274" y="7080"/>
                    <a:pt x="22970" y="6685"/>
                    <a:pt x="22696" y="6411"/>
                  </a:cubicBezTo>
                  <a:lnTo>
                    <a:pt x="22544" y="6229"/>
                  </a:lnTo>
                  <a:lnTo>
                    <a:pt x="22210" y="5834"/>
                  </a:lnTo>
                  <a:cubicBezTo>
                    <a:pt x="22058" y="5682"/>
                    <a:pt x="21906" y="5530"/>
                    <a:pt x="21755" y="5378"/>
                  </a:cubicBezTo>
                  <a:lnTo>
                    <a:pt x="21603" y="5226"/>
                  </a:lnTo>
                  <a:cubicBezTo>
                    <a:pt x="21238" y="4862"/>
                    <a:pt x="20904" y="4558"/>
                    <a:pt x="20539" y="4254"/>
                  </a:cubicBezTo>
                  <a:lnTo>
                    <a:pt x="19871" y="3707"/>
                  </a:lnTo>
                  <a:lnTo>
                    <a:pt x="19445" y="3373"/>
                  </a:lnTo>
                  <a:cubicBezTo>
                    <a:pt x="19111" y="3100"/>
                    <a:pt x="18716" y="2765"/>
                    <a:pt x="18321" y="2492"/>
                  </a:cubicBezTo>
                  <a:cubicBezTo>
                    <a:pt x="17896" y="2158"/>
                    <a:pt x="17471" y="1884"/>
                    <a:pt x="17045" y="1641"/>
                  </a:cubicBezTo>
                  <a:cubicBezTo>
                    <a:pt x="16620" y="1368"/>
                    <a:pt x="16194" y="1125"/>
                    <a:pt x="15739" y="942"/>
                  </a:cubicBezTo>
                  <a:cubicBezTo>
                    <a:pt x="15344" y="730"/>
                    <a:pt x="14918" y="578"/>
                    <a:pt x="14463" y="456"/>
                  </a:cubicBezTo>
                  <a:cubicBezTo>
                    <a:pt x="13977" y="304"/>
                    <a:pt x="13460" y="183"/>
                    <a:pt x="12944" y="122"/>
                  </a:cubicBezTo>
                  <a:cubicBezTo>
                    <a:pt x="12457" y="31"/>
                    <a:pt x="11941" y="0"/>
                    <a:pt x="11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7926850" y="4421175"/>
              <a:ext cx="1320588" cy="779330"/>
            </a:xfrm>
            <a:custGeom>
              <a:rect b="b" l="l" r="r" t="t"/>
              <a:pathLst>
                <a:path extrusionOk="0" h="29442" w="49890">
                  <a:moveTo>
                    <a:pt x="20357" y="0"/>
                  </a:moveTo>
                  <a:cubicBezTo>
                    <a:pt x="20114" y="0"/>
                    <a:pt x="19871" y="31"/>
                    <a:pt x="19659" y="31"/>
                  </a:cubicBezTo>
                  <a:cubicBezTo>
                    <a:pt x="19385" y="31"/>
                    <a:pt x="19142" y="61"/>
                    <a:pt x="18899" y="91"/>
                  </a:cubicBezTo>
                  <a:cubicBezTo>
                    <a:pt x="18565" y="152"/>
                    <a:pt x="18261" y="213"/>
                    <a:pt x="17927" y="304"/>
                  </a:cubicBezTo>
                  <a:cubicBezTo>
                    <a:pt x="17714" y="365"/>
                    <a:pt x="17471" y="426"/>
                    <a:pt x="17198" y="486"/>
                  </a:cubicBezTo>
                  <a:cubicBezTo>
                    <a:pt x="16833" y="608"/>
                    <a:pt x="16438" y="760"/>
                    <a:pt x="16073" y="912"/>
                  </a:cubicBezTo>
                  <a:lnTo>
                    <a:pt x="15830" y="1003"/>
                  </a:lnTo>
                  <a:cubicBezTo>
                    <a:pt x="15375" y="1185"/>
                    <a:pt x="14949" y="1398"/>
                    <a:pt x="14524" y="1611"/>
                  </a:cubicBezTo>
                  <a:lnTo>
                    <a:pt x="14494" y="1611"/>
                  </a:lnTo>
                  <a:cubicBezTo>
                    <a:pt x="14038" y="1823"/>
                    <a:pt x="13552" y="2097"/>
                    <a:pt x="13035" y="2401"/>
                  </a:cubicBezTo>
                  <a:cubicBezTo>
                    <a:pt x="12154" y="2917"/>
                    <a:pt x="11334" y="3464"/>
                    <a:pt x="10544" y="4102"/>
                  </a:cubicBezTo>
                  <a:lnTo>
                    <a:pt x="10210" y="4345"/>
                  </a:lnTo>
                  <a:cubicBezTo>
                    <a:pt x="9936" y="4558"/>
                    <a:pt x="9632" y="4770"/>
                    <a:pt x="9359" y="5013"/>
                  </a:cubicBezTo>
                  <a:cubicBezTo>
                    <a:pt x="8933" y="5348"/>
                    <a:pt x="8508" y="5743"/>
                    <a:pt x="8113" y="6138"/>
                  </a:cubicBezTo>
                  <a:lnTo>
                    <a:pt x="8022" y="6229"/>
                  </a:lnTo>
                  <a:lnTo>
                    <a:pt x="7627" y="6654"/>
                  </a:lnTo>
                  <a:lnTo>
                    <a:pt x="7566" y="6715"/>
                  </a:lnTo>
                  <a:cubicBezTo>
                    <a:pt x="7414" y="6867"/>
                    <a:pt x="7262" y="7019"/>
                    <a:pt x="7141" y="7171"/>
                  </a:cubicBezTo>
                  <a:lnTo>
                    <a:pt x="6655" y="7748"/>
                  </a:lnTo>
                  <a:lnTo>
                    <a:pt x="6503" y="7930"/>
                  </a:lnTo>
                  <a:cubicBezTo>
                    <a:pt x="6412" y="8052"/>
                    <a:pt x="6290" y="8204"/>
                    <a:pt x="6199" y="8325"/>
                  </a:cubicBezTo>
                  <a:cubicBezTo>
                    <a:pt x="5895" y="8720"/>
                    <a:pt x="5622" y="9115"/>
                    <a:pt x="5379" y="9480"/>
                  </a:cubicBezTo>
                  <a:cubicBezTo>
                    <a:pt x="5227" y="9723"/>
                    <a:pt x="5075" y="9996"/>
                    <a:pt x="4923" y="10239"/>
                  </a:cubicBezTo>
                  <a:cubicBezTo>
                    <a:pt x="4832" y="10391"/>
                    <a:pt x="4771" y="10513"/>
                    <a:pt x="4710" y="10634"/>
                  </a:cubicBezTo>
                  <a:lnTo>
                    <a:pt x="4558" y="10908"/>
                  </a:lnTo>
                  <a:lnTo>
                    <a:pt x="4346" y="11303"/>
                  </a:lnTo>
                  <a:cubicBezTo>
                    <a:pt x="4163" y="11576"/>
                    <a:pt x="4011" y="11880"/>
                    <a:pt x="3860" y="12153"/>
                  </a:cubicBezTo>
                  <a:cubicBezTo>
                    <a:pt x="3677" y="12548"/>
                    <a:pt x="3465" y="12943"/>
                    <a:pt x="3252" y="13490"/>
                  </a:cubicBezTo>
                  <a:cubicBezTo>
                    <a:pt x="3161" y="13673"/>
                    <a:pt x="3070" y="13855"/>
                    <a:pt x="2978" y="14037"/>
                  </a:cubicBezTo>
                  <a:cubicBezTo>
                    <a:pt x="2887" y="14280"/>
                    <a:pt x="2766" y="14554"/>
                    <a:pt x="2644" y="14797"/>
                  </a:cubicBezTo>
                  <a:cubicBezTo>
                    <a:pt x="2462" y="15252"/>
                    <a:pt x="2280" y="15708"/>
                    <a:pt x="2128" y="16225"/>
                  </a:cubicBezTo>
                  <a:cubicBezTo>
                    <a:pt x="1976" y="16620"/>
                    <a:pt x="1824" y="17015"/>
                    <a:pt x="1702" y="17410"/>
                  </a:cubicBezTo>
                  <a:cubicBezTo>
                    <a:pt x="1520" y="17896"/>
                    <a:pt x="1307" y="18473"/>
                    <a:pt x="1125" y="18990"/>
                  </a:cubicBezTo>
                  <a:cubicBezTo>
                    <a:pt x="973" y="19476"/>
                    <a:pt x="821" y="19992"/>
                    <a:pt x="669" y="20569"/>
                  </a:cubicBezTo>
                  <a:cubicBezTo>
                    <a:pt x="609" y="20782"/>
                    <a:pt x="548" y="21025"/>
                    <a:pt x="487" y="21268"/>
                  </a:cubicBezTo>
                  <a:cubicBezTo>
                    <a:pt x="426" y="21451"/>
                    <a:pt x="396" y="21633"/>
                    <a:pt x="366" y="21785"/>
                  </a:cubicBezTo>
                  <a:lnTo>
                    <a:pt x="335" y="21967"/>
                  </a:lnTo>
                  <a:cubicBezTo>
                    <a:pt x="92" y="22939"/>
                    <a:pt x="1" y="23972"/>
                    <a:pt x="62" y="25005"/>
                  </a:cubicBezTo>
                  <a:cubicBezTo>
                    <a:pt x="122" y="25431"/>
                    <a:pt x="183" y="25826"/>
                    <a:pt x="305" y="26251"/>
                  </a:cubicBezTo>
                  <a:cubicBezTo>
                    <a:pt x="366" y="26494"/>
                    <a:pt x="457" y="26768"/>
                    <a:pt x="548" y="27011"/>
                  </a:cubicBezTo>
                  <a:cubicBezTo>
                    <a:pt x="669" y="27284"/>
                    <a:pt x="791" y="27557"/>
                    <a:pt x="973" y="27801"/>
                  </a:cubicBezTo>
                  <a:cubicBezTo>
                    <a:pt x="1186" y="28226"/>
                    <a:pt x="1490" y="28621"/>
                    <a:pt x="1885" y="28925"/>
                  </a:cubicBezTo>
                  <a:cubicBezTo>
                    <a:pt x="2006" y="29046"/>
                    <a:pt x="2158" y="29137"/>
                    <a:pt x="2310" y="29198"/>
                  </a:cubicBezTo>
                  <a:cubicBezTo>
                    <a:pt x="2462" y="29289"/>
                    <a:pt x="2614" y="29320"/>
                    <a:pt x="2766" y="29380"/>
                  </a:cubicBezTo>
                  <a:cubicBezTo>
                    <a:pt x="3039" y="29441"/>
                    <a:pt x="3313" y="29441"/>
                    <a:pt x="3586" y="29441"/>
                  </a:cubicBezTo>
                  <a:cubicBezTo>
                    <a:pt x="3951" y="29441"/>
                    <a:pt x="4285" y="29380"/>
                    <a:pt x="4619" y="29350"/>
                  </a:cubicBezTo>
                  <a:lnTo>
                    <a:pt x="5014" y="29289"/>
                  </a:lnTo>
                  <a:lnTo>
                    <a:pt x="5318" y="29259"/>
                  </a:lnTo>
                  <a:lnTo>
                    <a:pt x="5683" y="29229"/>
                  </a:lnTo>
                  <a:cubicBezTo>
                    <a:pt x="5895" y="29198"/>
                    <a:pt x="6108" y="29168"/>
                    <a:pt x="6351" y="29107"/>
                  </a:cubicBezTo>
                  <a:lnTo>
                    <a:pt x="6442" y="29107"/>
                  </a:lnTo>
                  <a:lnTo>
                    <a:pt x="6503" y="29077"/>
                  </a:lnTo>
                  <a:cubicBezTo>
                    <a:pt x="7019" y="28955"/>
                    <a:pt x="7475" y="28742"/>
                    <a:pt x="7900" y="28469"/>
                  </a:cubicBezTo>
                  <a:cubicBezTo>
                    <a:pt x="8052" y="28378"/>
                    <a:pt x="8174" y="28256"/>
                    <a:pt x="8295" y="28135"/>
                  </a:cubicBezTo>
                  <a:cubicBezTo>
                    <a:pt x="8387" y="28044"/>
                    <a:pt x="8478" y="27892"/>
                    <a:pt x="8569" y="27770"/>
                  </a:cubicBezTo>
                  <a:cubicBezTo>
                    <a:pt x="8690" y="27527"/>
                    <a:pt x="8782" y="27284"/>
                    <a:pt x="8842" y="27041"/>
                  </a:cubicBezTo>
                  <a:lnTo>
                    <a:pt x="8842" y="27011"/>
                  </a:lnTo>
                  <a:cubicBezTo>
                    <a:pt x="8873" y="26889"/>
                    <a:pt x="8933" y="26768"/>
                    <a:pt x="8964" y="26646"/>
                  </a:cubicBezTo>
                  <a:lnTo>
                    <a:pt x="8994" y="26494"/>
                  </a:lnTo>
                  <a:cubicBezTo>
                    <a:pt x="9025" y="26403"/>
                    <a:pt x="9025" y="26342"/>
                    <a:pt x="9055" y="26251"/>
                  </a:cubicBezTo>
                  <a:lnTo>
                    <a:pt x="9146" y="25978"/>
                  </a:lnTo>
                  <a:cubicBezTo>
                    <a:pt x="9177" y="25765"/>
                    <a:pt x="9237" y="25522"/>
                    <a:pt x="9268" y="25340"/>
                  </a:cubicBezTo>
                  <a:cubicBezTo>
                    <a:pt x="9328" y="25157"/>
                    <a:pt x="9359" y="24945"/>
                    <a:pt x="9389" y="24823"/>
                  </a:cubicBezTo>
                  <a:cubicBezTo>
                    <a:pt x="9420" y="24702"/>
                    <a:pt x="9450" y="24580"/>
                    <a:pt x="9480" y="24458"/>
                  </a:cubicBezTo>
                  <a:cubicBezTo>
                    <a:pt x="9572" y="24155"/>
                    <a:pt x="9632" y="23851"/>
                    <a:pt x="9693" y="23547"/>
                  </a:cubicBezTo>
                  <a:cubicBezTo>
                    <a:pt x="9754" y="23304"/>
                    <a:pt x="9815" y="23030"/>
                    <a:pt x="9845" y="22848"/>
                  </a:cubicBezTo>
                  <a:cubicBezTo>
                    <a:pt x="9906" y="22635"/>
                    <a:pt x="9936" y="22453"/>
                    <a:pt x="9967" y="22271"/>
                  </a:cubicBezTo>
                  <a:lnTo>
                    <a:pt x="10027" y="21937"/>
                  </a:lnTo>
                  <a:cubicBezTo>
                    <a:pt x="10058" y="21785"/>
                    <a:pt x="10088" y="21633"/>
                    <a:pt x="10118" y="21511"/>
                  </a:cubicBezTo>
                  <a:cubicBezTo>
                    <a:pt x="10149" y="21359"/>
                    <a:pt x="10179" y="21238"/>
                    <a:pt x="10210" y="21116"/>
                  </a:cubicBezTo>
                  <a:cubicBezTo>
                    <a:pt x="10240" y="20995"/>
                    <a:pt x="10270" y="20904"/>
                    <a:pt x="10301" y="20782"/>
                  </a:cubicBezTo>
                  <a:cubicBezTo>
                    <a:pt x="10301" y="20691"/>
                    <a:pt x="10331" y="20630"/>
                    <a:pt x="10331" y="20509"/>
                  </a:cubicBezTo>
                  <a:cubicBezTo>
                    <a:pt x="10361" y="20387"/>
                    <a:pt x="10392" y="20235"/>
                    <a:pt x="10422" y="20114"/>
                  </a:cubicBezTo>
                  <a:cubicBezTo>
                    <a:pt x="10483" y="19901"/>
                    <a:pt x="10513" y="19658"/>
                    <a:pt x="10574" y="19415"/>
                  </a:cubicBezTo>
                  <a:cubicBezTo>
                    <a:pt x="10635" y="19111"/>
                    <a:pt x="10726" y="18807"/>
                    <a:pt x="10787" y="18503"/>
                  </a:cubicBezTo>
                  <a:cubicBezTo>
                    <a:pt x="10817" y="18321"/>
                    <a:pt x="10878" y="18139"/>
                    <a:pt x="10908" y="17957"/>
                  </a:cubicBezTo>
                  <a:cubicBezTo>
                    <a:pt x="10939" y="17865"/>
                    <a:pt x="10969" y="17713"/>
                    <a:pt x="11000" y="17622"/>
                  </a:cubicBezTo>
                  <a:cubicBezTo>
                    <a:pt x="11030" y="17531"/>
                    <a:pt x="11060" y="17410"/>
                    <a:pt x="11060" y="17318"/>
                  </a:cubicBezTo>
                  <a:lnTo>
                    <a:pt x="11091" y="17197"/>
                  </a:lnTo>
                  <a:cubicBezTo>
                    <a:pt x="11151" y="17015"/>
                    <a:pt x="11182" y="16832"/>
                    <a:pt x="11243" y="16650"/>
                  </a:cubicBezTo>
                  <a:cubicBezTo>
                    <a:pt x="11364" y="16225"/>
                    <a:pt x="11516" y="15799"/>
                    <a:pt x="11698" y="15374"/>
                  </a:cubicBezTo>
                  <a:cubicBezTo>
                    <a:pt x="11881" y="14949"/>
                    <a:pt x="12063" y="14554"/>
                    <a:pt x="12336" y="14128"/>
                  </a:cubicBezTo>
                  <a:cubicBezTo>
                    <a:pt x="12579" y="13673"/>
                    <a:pt x="12914" y="13247"/>
                    <a:pt x="13187" y="12852"/>
                  </a:cubicBezTo>
                  <a:lnTo>
                    <a:pt x="13400" y="12579"/>
                  </a:lnTo>
                  <a:cubicBezTo>
                    <a:pt x="13582" y="12275"/>
                    <a:pt x="13795" y="12032"/>
                    <a:pt x="14038" y="11758"/>
                  </a:cubicBezTo>
                  <a:cubicBezTo>
                    <a:pt x="14190" y="11546"/>
                    <a:pt x="14402" y="11333"/>
                    <a:pt x="14645" y="11120"/>
                  </a:cubicBezTo>
                  <a:cubicBezTo>
                    <a:pt x="14889" y="10877"/>
                    <a:pt x="15132" y="10665"/>
                    <a:pt x="15405" y="10452"/>
                  </a:cubicBezTo>
                  <a:cubicBezTo>
                    <a:pt x="15648" y="10270"/>
                    <a:pt x="15922" y="10087"/>
                    <a:pt x="16195" y="9935"/>
                  </a:cubicBezTo>
                  <a:cubicBezTo>
                    <a:pt x="16499" y="9784"/>
                    <a:pt x="16803" y="9632"/>
                    <a:pt x="17137" y="9510"/>
                  </a:cubicBezTo>
                  <a:cubicBezTo>
                    <a:pt x="17562" y="9358"/>
                    <a:pt x="17896" y="9237"/>
                    <a:pt x="18231" y="9176"/>
                  </a:cubicBezTo>
                  <a:cubicBezTo>
                    <a:pt x="18565" y="9085"/>
                    <a:pt x="18929" y="9024"/>
                    <a:pt x="19294" y="8933"/>
                  </a:cubicBezTo>
                  <a:cubicBezTo>
                    <a:pt x="19689" y="8872"/>
                    <a:pt x="20084" y="8811"/>
                    <a:pt x="20479" y="8811"/>
                  </a:cubicBezTo>
                  <a:lnTo>
                    <a:pt x="21117" y="8781"/>
                  </a:lnTo>
                  <a:lnTo>
                    <a:pt x="21816" y="8781"/>
                  </a:lnTo>
                  <a:cubicBezTo>
                    <a:pt x="22150" y="8751"/>
                    <a:pt x="22423" y="8751"/>
                    <a:pt x="22788" y="8751"/>
                  </a:cubicBezTo>
                  <a:cubicBezTo>
                    <a:pt x="23183" y="8781"/>
                    <a:pt x="23517" y="8811"/>
                    <a:pt x="23943" y="8842"/>
                  </a:cubicBezTo>
                  <a:cubicBezTo>
                    <a:pt x="24368" y="8872"/>
                    <a:pt x="24763" y="8933"/>
                    <a:pt x="25219" y="8994"/>
                  </a:cubicBezTo>
                  <a:cubicBezTo>
                    <a:pt x="25674" y="9085"/>
                    <a:pt x="26100" y="9176"/>
                    <a:pt x="26555" y="9267"/>
                  </a:cubicBezTo>
                  <a:cubicBezTo>
                    <a:pt x="26920" y="9358"/>
                    <a:pt x="27254" y="9449"/>
                    <a:pt x="27589" y="9541"/>
                  </a:cubicBezTo>
                  <a:lnTo>
                    <a:pt x="27619" y="9541"/>
                  </a:lnTo>
                  <a:cubicBezTo>
                    <a:pt x="28044" y="9692"/>
                    <a:pt x="28500" y="9844"/>
                    <a:pt x="28925" y="9996"/>
                  </a:cubicBezTo>
                  <a:lnTo>
                    <a:pt x="29776" y="10300"/>
                  </a:lnTo>
                  <a:cubicBezTo>
                    <a:pt x="30110" y="10422"/>
                    <a:pt x="30475" y="10574"/>
                    <a:pt x="30870" y="10725"/>
                  </a:cubicBezTo>
                  <a:cubicBezTo>
                    <a:pt x="31174" y="10877"/>
                    <a:pt x="31508" y="11029"/>
                    <a:pt x="31812" y="11212"/>
                  </a:cubicBezTo>
                  <a:cubicBezTo>
                    <a:pt x="32298" y="11515"/>
                    <a:pt x="32723" y="11789"/>
                    <a:pt x="33057" y="12062"/>
                  </a:cubicBezTo>
                  <a:cubicBezTo>
                    <a:pt x="33513" y="12396"/>
                    <a:pt x="33939" y="12761"/>
                    <a:pt x="34333" y="13156"/>
                  </a:cubicBezTo>
                  <a:cubicBezTo>
                    <a:pt x="34607" y="13430"/>
                    <a:pt x="34850" y="13733"/>
                    <a:pt x="35154" y="14068"/>
                  </a:cubicBezTo>
                  <a:lnTo>
                    <a:pt x="35184" y="14098"/>
                  </a:lnTo>
                  <a:cubicBezTo>
                    <a:pt x="35427" y="14432"/>
                    <a:pt x="35701" y="14766"/>
                    <a:pt x="35944" y="15101"/>
                  </a:cubicBezTo>
                  <a:cubicBezTo>
                    <a:pt x="36460" y="15769"/>
                    <a:pt x="36916" y="16437"/>
                    <a:pt x="37311" y="17167"/>
                  </a:cubicBezTo>
                  <a:cubicBezTo>
                    <a:pt x="37433" y="17349"/>
                    <a:pt x="37524" y="17531"/>
                    <a:pt x="37615" y="17744"/>
                  </a:cubicBezTo>
                  <a:cubicBezTo>
                    <a:pt x="37736" y="17926"/>
                    <a:pt x="37828" y="18139"/>
                    <a:pt x="37949" y="18352"/>
                  </a:cubicBezTo>
                  <a:lnTo>
                    <a:pt x="38040" y="18473"/>
                  </a:lnTo>
                  <a:cubicBezTo>
                    <a:pt x="38162" y="18746"/>
                    <a:pt x="38314" y="18990"/>
                    <a:pt x="38466" y="19233"/>
                  </a:cubicBezTo>
                  <a:cubicBezTo>
                    <a:pt x="38526" y="19385"/>
                    <a:pt x="38617" y="19506"/>
                    <a:pt x="38709" y="19658"/>
                  </a:cubicBezTo>
                  <a:cubicBezTo>
                    <a:pt x="38921" y="20053"/>
                    <a:pt x="39134" y="20478"/>
                    <a:pt x="39347" y="20964"/>
                  </a:cubicBezTo>
                  <a:cubicBezTo>
                    <a:pt x="39499" y="21299"/>
                    <a:pt x="39681" y="21633"/>
                    <a:pt x="39863" y="21937"/>
                  </a:cubicBezTo>
                  <a:cubicBezTo>
                    <a:pt x="39954" y="22028"/>
                    <a:pt x="40015" y="22180"/>
                    <a:pt x="40106" y="22301"/>
                  </a:cubicBezTo>
                  <a:lnTo>
                    <a:pt x="40197" y="22453"/>
                  </a:lnTo>
                  <a:cubicBezTo>
                    <a:pt x="40319" y="22696"/>
                    <a:pt x="40440" y="22939"/>
                    <a:pt x="40562" y="23152"/>
                  </a:cubicBezTo>
                  <a:cubicBezTo>
                    <a:pt x="40714" y="23395"/>
                    <a:pt x="40866" y="23608"/>
                    <a:pt x="41048" y="23851"/>
                  </a:cubicBezTo>
                  <a:cubicBezTo>
                    <a:pt x="41230" y="24094"/>
                    <a:pt x="41443" y="24307"/>
                    <a:pt x="41656" y="24519"/>
                  </a:cubicBezTo>
                  <a:cubicBezTo>
                    <a:pt x="41868" y="24762"/>
                    <a:pt x="42081" y="25005"/>
                    <a:pt x="42324" y="25188"/>
                  </a:cubicBezTo>
                  <a:cubicBezTo>
                    <a:pt x="42537" y="25370"/>
                    <a:pt x="42780" y="25522"/>
                    <a:pt x="42993" y="25643"/>
                  </a:cubicBezTo>
                  <a:cubicBezTo>
                    <a:pt x="43266" y="25765"/>
                    <a:pt x="43509" y="25856"/>
                    <a:pt x="43783" y="25917"/>
                  </a:cubicBezTo>
                  <a:cubicBezTo>
                    <a:pt x="44056" y="25978"/>
                    <a:pt x="44360" y="26008"/>
                    <a:pt x="44633" y="26008"/>
                  </a:cubicBezTo>
                  <a:cubicBezTo>
                    <a:pt x="44816" y="26008"/>
                    <a:pt x="45028" y="25978"/>
                    <a:pt x="45241" y="25947"/>
                  </a:cubicBezTo>
                  <a:lnTo>
                    <a:pt x="46000" y="25795"/>
                  </a:lnTo>
                  <a:lnTo>
                    <a:pt x="46608" y="25704"/>
                  </a:lnTo>
                  <a:lnTo>
                    <a:pt x="46821" y="25643"/>
                  </a:lnTo>
                  <a:cubicBezTo>
                    <a:pt x="46973" y="25613"/>
                    <a:pt x="47155" y="25613"/>
                    <a:pt x="47307" y="25552"/>
                  </a:cubicBezTo>
                  <a:lnTo>
                    <a:pt x="47489" y="25522"/>
                  </a:lnTo>
                  <a:cubicBezTo>
                    <a:pt x="47611" y="25491"/>
                    <a:pt x="47732" y="25461"/>
                    <a:pt x="47823" y="25400"/>
                  </a:cubicBezTo>
                  <a:cubicBezTo>
                    <a:pt x="47975" y="25309"/>
                    <a:pt x="48127" y="25248"/>
                    <a:pt x="48279" y="25157"/>
                  </a:cubicBezTo>
                  <a:cubicBezTo>
                    <a:pt x="48401" y="25066"/>
                    <a:pt x="48461" y="24975"/>
                    <a:pt x="48492" y="24853"/>
                  </a:cubicBezTo>
                  <a:lnTo>
                    <a:pt x="48765" y="24732"/>
                  </a:lnTo>
                  <a:cubicBezTo>
                    <a:pt x="48856" y="24671"/>
                    <a:pt x="48978" y="24580"/>
                    <a:pt x="49069" y="24489"/>
                  </a:cubicBezTo>
                  <a:cubicBezTo>
                    <a:pt x="49191" y="24367"/>
                    <a:pt x="49282" y="24215"/>
                    <a:pt x="49403" y="24094"/>
                  </a:cubicBezTo>
                  <a:cubicBezTo>
                    <a:pt x="49555" y="23942"/>
                    <a:pt x="49646" y="23760"/>
                    <a:pt x="49738" y="23547"/>
                  </a:cubicBezTo>
                  <a:cubicBezTo>
                    <a:pt x="49829" y="23243"/>
                    <a:pt x="49889" y="22939"/>
                    <a:pt x="49859" y="22605"/>
                  </a:cubicBezTo>
                  <a:cubicBezTo>
                    <a:pt x="49768" y="22149"/>
                    <a:pt x="49616" y="21694"/>
                    <a:pt x="49403" y="21268"/>
                  </a:cubicBezTo>
                  <a:cubicBezTo>
                    <a:pt x="49160" y="20782"/>
                    <a:pt x="48917" y="20296"/>
                    <a:pt x="48705" y="19962"/>
                  </a:cubicBezTo>
                  <a:cubicBezTo>
                    <a:pt x="48492" y="19536"/>
                    <a:pt x="48218" y="19111"/>
                    <a:pt x="48006" y="18777"/>
                  </a:cubicBezTo>
                  <a:cubicBezTo>
                    <a:pt x="47763" y="18473"/>
                    <a:pt x="47550" y="18139"/>
                    <a:pt x="47307" y="17835"/>
                  </a:cubicBezTo>
                  <a:lnTo>
                    <a:pt x="47185" y="17683"/>
                  </a:lnTo>
                  <a:cubicBezTo>
                    <a:pt x="46578" y="16863"/>
                    <a:pt x="45909" y="16042"/>
                    <a:pt x="45362" y="15374"/>
                  </a:cubicBezTo>
                  <a:lnTo>
                    <a:pt x="45241" y="15222"/>
                  </a:lnTo>
                  <a:cubicBezTo>
                    <a:pt x="44967" y="14888"/>
                    <a:pt x="44694" y="14554"/>
                    <a:pt x="44421" y="14219"/>
                  </a:cubicBezTo>
                  <a:cubicBezTo>
                    <a:pt x="44117" y="13855"/>
                    <a:pt x="43783" y="13490"/>
                    <a:pt x="43509" y="13095"/>
                  </a:cubicBezTo>
                  <a:cubicBezTo>
                    <a:pt x="42841" y="12275"/>
                    <a:pt x="42172" y="11485"/>
                    <a:pt x="41625" y="10908"/>
                  </a:cubicBezTo>
                  <a:cubicBezTo>
                    <a:pt x="40927" y="10148"/>
                    <a:pt x="40137" y="9389"/>
                    <a:pt x="39468" y="8751"/>
                  </a:cubicBezTo>
                  <a:lnTo>
                    <a:pt x="39316" y="8599"/>
                  </a:lnTo>
                  <a:cubicBezTo>
                    <a:pt x="39012" y="8325"/>
                    <a:pt x="38709" y="8021"/>
                    <a:pt x="38374" y="7718"/>
                  </a:cubicBezTo>
                  <a:cubicBezTo>
                    <a:pt x="37979" y="7383"/>
                    <a:pt x="37554" y="7019"/>
                    <a:pt x="37189" y="6745"/>
                  </a:cubicBezTo>
                  <a:cubicBezTo>
                    <a:pt x="36825" y="6472"/>
                    <a:pt x="36430" y="6168"/>
                    <a:pt x="35974" y="5834"/>
                  </a:cubicBezTo>
                  <a:lnTo>
                    <a:pt x="35610" y="5591"/>
                  </a:lnTo>
                  <a:lnTo>
                    <a:pt x="35366" y="5439"/>
                  </a:lnTo>
                  <a:lnTo>
                    <a:pt x="35306" y="5378"/>
                  </a:lnTo>
                  <a:cubicBezTo>
                    <a:pt x="35123" y="5257"/>
                    <a:pt x="34941" y="5135"/>
                    <a:pt x="34759" y="5013"/>
                  </a:cubicBezTo>
                  <a:cubicBezTo>
                    <a:pt x="34364" y="4740"/>
                    <a:pt x="33908" y="4497"/>
                    <a:pt x="33331" y="4163"/>
                  </a:cubicBezTo>
                  <a:cubicBezTo>
                    <a:pt x="32966" y="3980"/>
                    <a:pt x="32571" y="3737"/>
                    <a:pt x="32146" y="3494"/>
                  </a:cubicBezTo>
                  <a:cubicBezTo>
                    <a:pt x="31781" y="3282"/>
                    <a:pt x="31447" y="3069"/>
                    <a:pt x="31083" y="2887"/>
                  </a:cubicBezTo>
                  <a:cubicBezTo>
                    <a:pt x="30748" y="2735"/>
                    <a:pt x="30414" y="2613"/>
                    <a:pt x="30110" y="2461"/>
                  </a:cubicBezTo>
                  <a:lnTo>
                    <a:pt x="29958" y="2401"/>
                  </a:lnTo>
                  <a:lnTo>
                    <a:pt x="29411" y="2188"/>
                  </a:lnTo>
                  <a:lnTo>
                    <a:pt x="28925" y="1975"/>
                  </a:lnTo>
                  <a:cubicBezTo>
                    <a:pt x="28530" y="1823"/>
                    <a:pt x="28196" y="1671"/>
                    <a:pt x="27771" y="1519"/>
                  </a:cubicBezTo>
                  <a:cubicBezTo>
                    <a:pt x="27376" y="1398"/>
                    <a:pt x="26950" y="1246"/>
                    <a:pt x="26555" y="1124"/>
                  </a:cubicBezTo>
                  <a:lnTo>
                    <a:pt x="26404" y="1064"/>
                  </a:lnTo>
                  <a:lnTo>
                    <a:pt x="26130" y="973"/>
                  </a:lnTo>
                  <a:cubicBezTo>
                    <a:pt x="25978" y="912"/>
                    <a:pt x="25826" y="881"/>
                    <a:pt x="25674" y="821"/>
                  </a:cubicBezTo>
                  <a:cubicBezTo>
                    <a:pt x="25431" y="730"/>
                    <a:pt x="25158" y="669"/>
                    <a:pt x="24884" y="608"/>
                  </a:cubicBezTo>
                  <a:lnTo>
                    <a:pt x="24854" y="608"/>
                  </a:lnTo>
                  <a:cubicBezTo>
                    <a:pt x="24368" y="486"/>
                    <a:pt x="23912" y="395"/>
                    <a:pt x="23396" y="304"/>
                  </a:cubicBezTo>
                  <a:lnTo>
                    <a:pt x="23274" y="274"/>
                  </a:lnTo>
                  <a:cubicBezTo>
                    <a:pt x="22818" y="213"/>
                    <a:pt x="22363" y="122"/>
                    <a:pt x="21907" y="61"/>
                  </a:cubicBezTo>
                  <a:cubicBezTo>
                    <a:pt x="21390" y="31"/>
                    <a:pt x="20874" y="0"/>
                    <a:pt x="20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" name="Google Shape;61;p3"/>
          <p:cNvGrpSpPr/>
          <p:nvPr/>
        </p:nvGrpSpPr>
        <p:grpSpPr>
          <a:xfrm>
            <a:off x="295547" y="4265442"/>
            <a:ext cx="483086" cy="429802"/>
            <a:chOff x="295547" y="4265442"/>
            <a:chExt cx="483086" cy="429802"/>
          </a:xfrm>
        </p:grpSpPr>
        <p:sp>
          <p:nvSpPr>
            <p:cNvPr id="62" name="Google Shape;62;p3"/>
            <p:cNvSpPr/>
            <p:nvPr/>
          </p:nvSpPr>
          <p:spPr>
            <a:xfrm rot="1519952">
              <a:off x="425784" y="431245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 rot="1519952">
              <a:off x="362217" y="429257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" name="Google Shape;64;p3"/>
          <p:cNvSpPr/>
          <p:nvPr/>
        </p:nvSpPr>
        <p:spPr>
          <a:xfrm rot="-341310">
            <a:off x="5738969" y="4432832"/>
            <a:ext cx="315640" cy="341633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" name="Google Shape;65;p3"/>
          <p:cNvGrpSpPr/>
          <p:nvPr/>
        </p:nvGrpSpPr>
        <p:grpSpPr>
          <a:xfrm>
            <a:off x="5180204" y="-193951"/>
            <a:ext cx="483354" cy="535768"/>
            <a:chOff x="4846427" y="-66500"/>
            <a:chExt cx="315649" cy="349878"/>
          </a:xfrm>
        </p:grpSpPr>
        <p:sp>
          <p:nvSpPr>
            <p:cNvPr id="66" name="Google Shape;66;p3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" name="Google Shape;70;p3"/>
          <p:cNvSpPr txBox="1"/>
          <p:nvPr>
            <p:ph type="title"/>
          </p:nvPr>
        </p:nvSpPr>
        <p:spPr>
          <a:xfrm>
            <a:off x="4081175" y="2347425"/>
            <a:ext cx="41142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1" name="Google Shape;71;p3"/>
          <p:cNvSpPr txBox="1"/>
          <p:nvPr>
            <p:ph hasCustomPrompt="1" idx="2" type="title"/>
          </p:nvPr>
        </p:nvSpPr>
        <p:spPr>
          <a:xfrm>
            <a:off x="4081175" y="1534550"/>
            <a:ext cx="12822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2" name="Google Shape;72;p3"/>
          <p:cNvSpPr txBox="1"/>
          <p:nvPr>
            <p:ph idx="1" type="subTitle"/>
          </p:nvPr>
        </p:nvSpPr>
        <p:spPr>
          <a:xfrm>
            <a:off x="4081175" y="3070750"/>
            <a:ext cx="4260600" cy="53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4"/>
          <p:cNvSpPr/>
          <p:nvPr/>
        </p:nvSpPr>
        <p:spPr>
          <a:xfrm>
            <a:off x="8139895" y="4192640"/>
            <a:ext cx="1157142" cy="106670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4"/>
          <p:cNvSpPr/>
          <p:nvPr/>
        </p:nvSpPr>
        <p:spPr>
          <a:xfrm>
            <a:off x="8416600" y="267575"/>
            <a:ext cx="737885" cy="781680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4"/>
          <p:cNvSpPr/>
          <p:nvPr/>
        </p:nvSpPr>
        <p:spPr>
          <a:xfrm rot="613861">
            <a:off x="119049" y="3835079"/>
            <a:ext cx="373548" cy="1285457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4"/>
          <p:cNvSpPr/>
          <p:nvPr/>
        </p:nvSpPr>
        <p:spPr>
          <a:xfrm rot="613861">
            <a:off x="-153466" y="4030354"/>
            <a:ext cx="310712" cy="1051046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" name="Google Shape;78;p4"/>
          <p:cNvGrpSpPr/>
          <p:nvPr/>
        </p:nvGrpSpPr>
        <p:grpSpPr>
          <a:xfrm>
            <a:off x="8178450" y="89522"/>
            <a:ext cx="572406" cy="682360"/>
            <a:chOff x="8178450" y="89522"/>
            <a:chExt cx="572406" cy="682360"/>
          </a:xfrm>
        </p:grpSpPr>
        <p:sp>
          <p:nvSpPr>
            <p:cNvPr id="79" name="Google Shape;79;p4"/>
            <p:cNvSpPr/>
            <p:nvPr/>
          </p:nvSpPr>
          <p:spPr>
            <a:xfrm>
              <a:off x="8324625" y="58087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8501702" y="46942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4"/>
            <p:cNvSpPr/>
            <p:nvPr/>
          </p:nvSpPr>
          <p:spPr>
            <a:xfrm>
              <a:off x="8357560" y="27381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4"/>
            <p:cNvSpPr/>
            <p:nvPr/>
          </p:nvSpPr>
          <p:spPr>
            <a:xfrm>
              <a:off x="8178450" y="39119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4"/>
            <p:cNvSpPr/>
            <p:nvPr/>
          </p:nvSpPr>
          <p:spPr>
            <a:xfrm>
              <a:off x="8584040" y="8952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" name="Google Shape;84;p4"/>
          <p:cNvSpPr/>
          <p:nvPr/>
        </p:nvSpPr>
        <p:spPr>
          <a:xfrm rot="535568">
            <a:off x="8389291" y="4100132"/>
            <a:ext cx="251651" cy="428694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4"/>
          <p:cNvSpPr/>
          <p:nvPr/>
        </p:nvSpPr>
        <p:spPr>
          <a:xfrm>
            <a:off x="248125" y="206119"/>
            <a:ext cx="391289" cy="329072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4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87" name="Google Shape;87;p4"/>
          <p:cNvSpPr txBox="1"/>
          <p:nvPr>
            <p:ph idx="1" type="body"/>
          </p:nvPr>
        </p:nvSpPr>
        <p:spPr>
          <a:xfrm>
            <a:off x="727300" y="1180075"/>
            <a:ext cx="7689300" cy="342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Raleway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5"/>
          <p:cNvSpPr/>
          <p:nvPr/>
        </p:nvSpPr>
        <p:spPr>
          <a:xfrm rot="8760841">
            <a:off x="7887244" y="3820761"/>
            <a:ext cx="1690652" cy="1405385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" name="Google Shape;90;p5"/>
          <p:cNvGrpSpPr/>
          <p:nvPr/>
        </p:nvGrpSpPr>
        <p:grpSpPr>
          <a:xfrm>
            <a:off x="-128480" y="3907789"/>
            <a:ext cx="767866" cy="830189"/>
            <a:chOff x="-128480" y="3907789"/>
            <a:chExt cx="767866" cy="830189"/>
          </a:xfrm>
        </p:grpSpPr>
        <p:sp>
          <p:nvSpPr>
            <p:cNvPr id="91" name="Google Shape;91;p5"/>
            <p:cNvSpPr/>
            <p:nvPr/>
          </p:nvSpPr>
          <p:spPr>
            <a:xfrm rot="930232">
              <a:off x="-33776" y="3914032"/>
              <a:ext cx="145873" cy="728441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5"/>
            <p:cNvSpPr/>
            <p:nvPr/>
          </p:nvSpPr>
          <p:spPr>
            <a:xfrm rot="930232">
              <a:off x="162983" y="3928021"/>
              <a:ext cx="173973" cy="751990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5"/>
            <p:cNvSpPr/>
            <p:nvPr/>
          </p:nvSpPr>
          <p:spPr>
            <a:xfrm rot="930232">
              <a:off x="390026" y="3981598"/>
              <a:ext cx="151923" cy="749715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" name="Google Shape;94;p5"/>
          <p:cNvSpPr/>
          <p:nvPr/>
        </p:nvSpPr>
        <p:spPr>
          <a:xfrm rot="-1443878">
            <a:off x="-125662" y="26289"/>
            <a:ext cx="1070224" cy="98662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5"/>
          <p:cNvSpPr/>
          <p:nvPr/>
        </p:nvSpPr>
        <p:spPr>
          <a:xfrm>
            <a:off x="639375" y="-66512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" name="Google Shape;96;p5"/>
          <p:cNvGrpSpPr/>
          <p:nvPr/>
        </p:nvGrpSpPr>
        <p:grpSpPr>
          <a:xfrm>
            <a:off x="8446375" y="3346247"/>
            <a:ext cx="572406" cy="682360"/>
            <a:chOff x="8446375" y="3346247"/>
            <a:chExt cx="572406" cy="682360"/>
          </a:xfrm>
        </p:grpSpPr>
        <p:sp>
          <p:nvSpPr>
            <p:cNvPr id="97" name="Google Shape;97;p5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5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5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5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5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" name="Google Shape;102;p5"/>
          <p:cNvSpPr/>
          <p:nvPr/>
        </p:nvSpPr>
        <p:spPr>
          <a:xfrm rot="6689635">
            <a:off x="8557534" y="-268893"/>
            <a:ext cx="373566" cy="1285518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" name="Google Shape;103;p5"/>
          <p:cNvGrpSpPr/>
          <p:nvPr/>
        </p:nvGrpSpPr>
        <p:grpSpPr>
          <a:xfrm>
            <a:off x="7915789" y="108771"/>
            <a:ext cx="595931" cy="530198"/>
            <a:chOff x="7915789" y="108771"/>
            <a:chExt cx="595931" cy="530198"/>
          </a:xfrm>
        </p:grpSpPr>
        <p:sp>
          <p:nvSpPr>
            <p:cNvPr id="104" name="Google Shape;104;p5"/>
            <p:cNvSpPr/>
            <p:nvPr/>
          </p:nvSpPr>
          <p:spPr>
            <a:xfrm rot="1520042">
              <a:off x="8076449" y="166765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5"/>
            <p:cNvSpPr/>
            <p:nvPr/>
          </p:nvSpPr>
          <p:spPr>
            <a:xfrm rot="1520042">
              <a:off x="7998035" y="142242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" name="Google Shape;106;p5"/>
          <p:cNvSpPr txBox="1"/>
          <p:nvPr>
            <p:ph idx="1" type="subTitle"/>
          </p:nvPr>
        </p:nvSpPr>
        <p:spPr>
          <a:xfrm>
            <a:off x="1391650" y="2531625"/>
            <a:ext cx="2695800" cy="47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b="1" sz="20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07" name="Google Shape;107;p5"/>
          <p:cNvSpPr txBox="1"/>
          <p:nvPr>
            <p:ph idx="2" type="subTitle"/>
          </p:nvPr>
        </p:nvSpPr>
        <p:spPr>
          <a:xfrm>
            <a:off x="5056587" y="2531625"/>
            <a:ext cx="2695800" cy="47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b="1" sz="20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2000"/>
              <a:buFont typeface="Bebas Neue"/>
              <a:buNone/>
              <a:defRPr sz="20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08" name="Google Shape;108;p5"/>
          <p:cNvSpPr txBox="1"/>
          <p:nvPr>
            <p:ph idx="3" type="subTitle"/>
          </p:nvPr>
        </p:nvSpPr>
        <p:spPr>
          <a:xfrm>
            <a:off x="1391650" y="2993250"/>
            <a:ext cx="2695800" cy="116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9" name="Google Shape;109;p5"/>
          <p:cNvSpPr txBox="1"/>
          <p:nvPr>
            <p:ph idx="4" type="subTitle"/>
          </p:nvPr>
        </p:nvSpPr>
        <p:spPr>
          <a:xfrm>
            <a:off x="5056587" y="2993250"/>
            <a:ext cx="2695800" cy="116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10" name="Google Shape;110;p5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6"/>
          <p:cNvSpPr/>
          <p:nvPr/>
        </p:nvSpPr>
        <p:spPr>
          <a:xfrm rot="1563590">
            <a:off x="386286" y="4444939"/>
            <a:ext cx="1070209" cy="986650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6"/>
          <p:cNvSpPr/>
          <p:nvPr/>
        </p:nvSpPr>
        <p:spPr>
          <a:xfrm>
            <a:off x="8084150" y="-341025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6"/>
          <p:cNvSpPr/>
          <p:nvPr/>
        </p:nvSpPr>
        <p:spPr>
          <a:xfrm>
            <a:off x="7874302" y="164899"/>
            <a:ext cx="436021" cy="461947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6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grpSp>
        <p:nvGrpSpPr>
          <p:cNvPr id="116" name="Google Shape;116;p6"/>
          <p:cNvGrpSpPr/>
          <p:nvPr/>
        </p:nvGrpSpPr>
        <p:grpSpPr>
          <a:xfrm>
            <a:off x="223925" y="54697"/>
            <a:ext cx="572406" cy="682360"/>
            <a:chOff x="223925" y="54697"/>
            <a:chExt cx="572406" cy="682360"/>
          </a:xfrm>
        </p:grpSpPr>
        <p:sp>
          <p:nvSpPr>
            <p:cNvPr id="117" name="Google Shape;117;p6"/>
            <p:cNvSpPr/>
            <p:nvPr/>
          </p:nvSpPr>
          <p:spPr>
            <a:xfrm>
              <a:off x="370100" y="54604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6"/>
            <p:cNvSpPr/>
            <p:nvPr/>
          </p:nvSpPr>
          <p:spPr>
            <a:xfrm>
              <a:off x="547177" y="43460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6"/>
            <p:cNvSpPr/>
            <p:nvPr/>
          </p:nvSpPr>
          <p:spPr>
            <a:xfrm>
              <a:off x="403035" y="23899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6"/>
            <p:cNvSpPr/>
            <p:nvPr/>
          </p:nvSpPr>
          <p:spPr>
            <a:xfrm>
              <a:off x="223925" y="35636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6"/>
            <p:cNvSpPr/>
            <p:nvPr/>
          </p:nvSpPr>
          <p:spPr>
            <a:xfrm>
              <a:off x="629515" y="5469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" name="Google Shape;122;p6"/>
          <p:cNvSpPr/>
          <p:nvPr/>
        </p:nvSpPr>
        <p:spPr>
          <a:xfrm rot="-584325">
            <a:off x="8540933" y="4826732"/>
            <a:ext cx="376727" cy="382670"/>
          </a:xfrm>
          <a:custGeom>
            <a:rect b="b" l="l" r="r" t="t"/>
            <a:pathLst>
              <a:path extrusionOk="0" h="9723" w="9572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6"/>
          <p:cNvSpPr/>
          <p:nvPr/>
        </p:nvSpPr>
        <p:spPr>
          <a:xfrm rot="-584325">
            <a:off x="8190241" y="4525643"/>
            <a:ext cx="1035566" cy="687609"/>
          </a:xfrm>
          <a:custGeom>
            <a:rect b="b" l="l" r="r" t="t"/>
            <a:pathLst>
              <a:path extrusionOk="0" h="17471" w="26312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" name="Google Shape;124;p6"/>
          <p:cNvGrpSpPr/>
          <p:nvPr/>
        </p:nvGrpSpPr>
        <p:grpSpPr>
          <a:xfrm>
            <a:off x="-82550" y="4170314"/>
            <a:ext cx="878866" cy="1093442"/>
            <a:chOff x="-82550" y="4170314"/>
            <a:chExt cx="878866" cy="1093442"/>
          </a:xfrm>
        </p:grpSpPr>
        <p:sp>
          <p:nvSpPr>
            <p:cNvPr id="125" name="Google Shape;125;p6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6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6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7"/>
          <p:cNvSpPr/>
          <p:nvPr/>
        </p:nvSpPr>
        <p:spPr>
          <a:xfrm>
            <a:off x="-526450" y="-506475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" name="Google Shape;130;p7"/>
          <p:cNvGrpSpPr/>
          <p:nvPr/>
        </p:nvGrpSpPr>
        <p:grpSpPr>
          <a:xfrm rot="-10546643">
            <a:off x="546662" y="96509"/>
            <a:ext cx="551194" cy="657124"/>
            <a:chOff x="2636175" y="248775"/>
            <a:chExt cx="422325" cy="503450"/>
          </a:xfrm>
        </p:grpSpPr>
        <p:sp>
          <p:nvSpPr>
            <p:cNvPr id="131" name="Google Shape;131;p7"/>
            <p:cNvSpPr/>
            <p:nvPr/>
          </p:nvSpPr>
          <p:spPr>
            <a:xfrm>
              <a:off x="2744025" y="611300"/>
              <a:ext cx="76750" cy="140925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2874675" y="529075"/>
              <a:ext cx="79025" cy="129900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2768325" y="384750"/>
              <a:ext cx="101050" cy="161050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2636175" y="471350"/>
              <a:ext cx="85075" cy="160275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7"/>
            <p:cNvSpPr/>
            <p:nvPr/>
          </p:nvSpPr>
          <p:spPr>
            <a:xfrm>
              <a:off x="2935425" y="248775"/>
              <a:ext cx="123075" cy="212725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" name="Google Shape;136;p7"/>
          <p:cNvSpPr/>
          <p:nvPr/>
        </p:nvSpPr>
        <p:spPr>
          <a:xfrm rot="6865797">
            <a:off x="1753661" y="4237290"/>
            <a:ext cx="373544" cy="1285443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7"/>
          <p:cNvSpPr/>
          <p:nvPr/>
        </p:nvSpPr>
        <p:spPr>
          <a:xfrm rot="-492515">
            <a:off x="1849346" y="4414900"/>
            <a:ext cx="295313" cy="528465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7"/>
          <p:cNvSpPr txBox="1"/>
          <p:nvPr>
            <p:ph type="title"/>
          </p:nvPr>
        </p:nvSpPr>
        <p:spPr>
          <a:xfrm>
            <a:off x="727350" y="1047338"/>
            <a:ext cx="4461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139" name="Google Shape;139;p7"/>
          <p:cNvSpPr txBox="1"/>
          <p:nvPr>
            <p:ph idx="1" type="body"/>
          </p:nvPr>
        </p:nvSpPr>
        <p:spPr>
          <a:xfrm>
            <a:off x="727300" y="1556075"/>
            <a:ext cx="4607400" cy="254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/>
        </p:txBody>
      </p:sp>
      <p:sp>
        <p:nvSpPr>
          <p:cNvPr id="140" name="Google Shape;140;p7"/>
          <p:cNvSpPr/>
          <p:nvPr/>
        </p:nvSpPr>
        <p:spPr>
          <a:xfrm flipH="1" rot="-399774">
            <a:off x="1743014" y="259000"/>
            <a:ext cx="394943" cy="332145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" name="Google Shape;141;p7"/>
          <p:cNvGrpSpPr/>
          <p:nvPr/>
        </p:nvGrpSpPr>
        <p:grpSpPr>
          <a:xfrm flipH="1" rot="457519">
            <a:off x="7977256" y="-6890"/>
            <a:ext cx="878904" cy="1093489"/>
            <a:chOff x="-82550" y="4170314"/>
            <a:chExt cx="878866" cy="1093442"/>
          </a:xfrm>
        </p:grpSpPr>
        <p:sp>
          <p:nvSpPr>
            <p:cNvPr id="142" name="Google Shape;142;p7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7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7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" name="Google Shape;145;p7"/>
          <p:cNvSpPr/>
          <p:nvPr/>
        </p:nvSpPr>
        <p:spPr>
          <a:xfrm rot="-1820385">
            <a:off x="8175018" y="4523240"/>
            <a:ext cx="1264659" cy="929551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accent2"/>
        </a:solid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8"/>
          <p:cNvSpPr/>
          <p:nvPr/>
        </p:nvSpPr>
        <p:spPr>
          <a:xfrm>
            <a:off x="8034850" y="3466375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8"/>
          <p:cNvSpPr/>
          <p:nvPr/>
        </p:nvSpPr>
        <p:spPr>
          <a:xfrm rot="613861">
            <a:off x="10574" y="3889329"/>
            <a:ext cx="373548" cy="1285457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" name="Google Shape;149;p8"/>
          <p:cNvGrpSpPr/>
          <p:nvPr/>
        </p:nvGrpSpPr>
        <p:grpSpPr>
          <a:xfrm rot="44495">
            <a:off x="187013" y="4168744"/>
            <a:ext cx="720891" cy="799803"/>
            <a:chOff x="134059" y="4302869"/>
            <a:chExt cx="572406" cy="682360"/>
          </a:xfrm>
        </p:grpSpPr>
        <p:sp>
          <p:nvSpPr>
            <p:cNvPr id="150" name="Google Shape;150;p8"/>
            <p:cNvSpPr/>
            <p:nvPr/>
          </p:nvSpPr>
          <p:spPr>
            <a:xfrm>
              <a:off x="280234" y="4794219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8"/>
            <p:cNvSpPr/>
            <p:nvPr/>
          </p:nvSpPr>
          <p:spPr>
            <a:xfrm>
              <a:off x="457311" y="4682775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8"/>
            <p:cNvSpPr/>
            <p:nvPr/>
          </p:nvSpPr>
          <p:spPr>
            <a:xfrm>
              <a:off x="313169" y="4487163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134059" y="4604537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539649" y="4302869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" name="Google Shape;155;p8"/>
          <p:cNvSpPr/>
          <p:nvPr/>
        </p:nvSpPr>
        <p:spPr>
          <a:xfrm rot="-3837907">
            <a:off x="4113214" y="3691605"/>
            <a:ext cx="917562" cy="1934008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8"/>
          <p:cNvSpPr/>
          <p:nvPr/>
        </p:nvSpPr>
        <p:spPr>
          <a:xfrm rot="3185757">
            <a:off x="6968389" y="-258061"/>
            <a:ext cx="1444252" cy="1331373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" name="Google Shape;157;p8"/>
          <p:cNvGrpSpPr/>
          <p:nvPr/>
        </p:nvGrpSpPr>
        <p:grpSpPr>
          <a:xfrm>
            <a:off x="4295963" y="4660625"/>
            <a:ext cx="252200" cy="279550"/>
            <a:chOff x="4295963" y="4660625"/>
            <a:chExt cx="252200" cy="279550"/>
          </a:xfrm>
        </p:grpSpPr>
        <p:sp>
          <p:nvSpPr>
            <p:cNvPr id="158" name="Google Shape;158;p8"/>
            <p:cNvSpPr/>
            <p:nvPr/>
          </p:nvSpPr>
          <p:spPr>
            <a:xfrm>
              <a:off x="4411413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4415988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4326363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4295963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" name="Google Shape;162;p8"/>
          <p:cNvGrpSpPr/>
          <p:nvPr/>
        </p:nvGrpSpPr>
        <p:grpSpPr>
          <a:xfrm>
            <a:off x="7753978" y="3962376"/>
            <a:ext cx="1292405" cy="1145009"/>
            <a:chOff x="7753978" y="3962376"/>
            <a:chExt cx="1292405" cy="1145009"/>
          </a:xfrm>
        </p:grpSpPr>
        <p:sp>
          <p:nvSpPr>
            <p:cNvPr id="163" name="Google Shape;163;p8"/>
            <p:cNvSpPr/>
            <p:nvPr/>
          </p:nvSpPr>
          <p:spPr>
            <a:xfrm flipH="1" rot="-775894">
              <a:off x="8734532" y="3972164"/>
              <a:ext cx="201682" cy="1007216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 flipH="1" rot="-775894">
              <a:off x="8422334" y="3978406"/>
              <a:ext cx="240532" cy="1039779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 flipH="1" rot="-775894">
              <a:off x="8135956" y="4039029"/>
              <a:ext cx="210046" cy="1036633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 flipH="1" rot="-775894">
              <a:off x="7864388" y="4083343"/>
              <a:ext cx="223699" cy="101184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" name="Google Shape;167;p8"/>
          <p:cNvSpPr/>
          <p:nvPr/>
        </p:nvSpPr>
        <p:spPr>
          <a:xfrm>
            <a:off x="-149501" y="-84327"/>
            <a:ext cx="1908383" cy="1113173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" name="Google Shape;168;p8"/>
          <p:cNvGrpSpPr/>
          <p:nvPr/>
        </p:nvGrpSpPr>
        <p:grpSpPr>
          <a:xfrm>
            <a:off x="304333" y="142909"/>
            <a:ext cx="751382" cy="993699"/>
            <a:chOff x="304333" y="142909"/>
            <a:chExt cx="751382" cy="993699"/>
          </a:xfrm>
        </p:grpSpPr>
        <p:sp>
          <p:nvSpPr>
            <p:cNvPr id="169" name="Google Shape;169;p8"/>
            <p:cNvSpPr/>
            <p:nvPr/>
          </p:nvSpPr>
          <p:spPr>
            <a:xfrm>
              <a:off x="304333" y="165476"/>
              <a:ext cx="224671" cy="971133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605477" y="157631"/>
              <a:ext cx="196196" cy="968195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846767" y="142909"/>
              <a:ext cx="208949" cy="945047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" name="Google Shape;172;p8"/>
          <p:cNvSpPr/>
          <p:nvPr/>
        </p:nvSpPr>
        <p:spPr>
          <a:xfrm>
            <a:off x="3150863" y="-42857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8"/>
          <p:cNvSpPr txBox="1"/>
          <p:nvPr>
            <p:ph type="title"/>
          </p:nvPr>
        </p:nvSpPr>
        <p:spPr>
          <a:xfrm>
            <a:off x="1395775" y="1384800"/>
            <a:ext cx="4702500" cy="237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5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74" name="Google Shape;174;p8"/>
          <p:cNvSpPr/>
          <p:nvPr/>
        </p:nvSpPr>
        <p:spPr>
          <a:xfrm>
            <a:off x="8724400" y="1723613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8"/>
          <p:cNvSpPr/>
          <p:nvPr/>
        </p:nvSpPr>
        <p:spPr>
          <a:xfrm rot="399578">
            <a:off x="5123102" y="273302"/>
            <a:ext cx="295314" cy="52846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8"/>
          <p:cNvSpPr/>
          <p:nvPr/>
        </p:nvSpPr>
        <p:spPr>
          <a:xfrm rot="399578">
            <a:off x="402352" y="1958452"/>
            <a:ext cx="295314" cy="52846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9"/>
          <p:cNvSpPr/>
          <p:nvPr/>
        </p:nvSpPr>
        <p:spPr>
          <a:xfrm rot="9482715">
            <a:off x="-781312" y="2986"/>
            <a:ext cx="1866368" cy="1551451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" name="Google Shape;179;p9"/>
          <p:cNvGrpSpPr/>
          <p:nvPr/>
        </p:nvGrpSpPr>
        <p:grpSpPr>
          <a:xfrm>
            <a:off x="157588" y="-289649"/>
            <a:ext cx="1219992" cy="1237898"/>
            <a:chOff x="157588" y="-289649"/>
            <a:chExt cx="1219992" cy="1237898"/>
          </a:xfrm>
        </p:grpSpPr>
        <p:sp>
          <p:nvSpPr>
            <p:cNvPr id="180" name="Google Shape;180;p9"/>
            <p:cNvSpPr/>
            <p:nvPr/>
          </p:nvSpPr>
          <p:spPr>
            <a:xfrm>
              <a:off x="157588" y="-194325"/>
              <a:ext cx="228805" cy="1142574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464966" y="-262240"/>
              <a:ext cx="272880" cy="117951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9"/>
            <p:cNvSpPr/>
            <p:nvPr/>
          </p:nvSpPr>
          <p:spPr>
            <a:xfrm>
              <a:off x="830730" y="-271769"/>
              <a:ext cx="238294" cy="117594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9"/>
            <p:cNvSpPr/>
            <p:nvPr/>
          </p:nvSpPr>
          <p:spPr>
            <a:xfrm>
              <a:off x="1123796" y="-289649"/>
              <a:ext cx="253783" cy="114782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4" name="Google Shape;184;p9"/>
          <p:cNvSpPr/>
          <p:nvPr/>
        </p:nvSpPr>
        <p:spPr>
          <a:xfrm rot="410715">
            <a:off x="576288" y="4339232"/>
            <a:ext cx="219842" cy="393425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9"/>
          <p:cNvSpPr/>
          <p:nvPr/>
        </p:nvSpPr>
        <p:spPr>
          <a:xfrm rot="448387">
            <a:off x="8359750" y="545499"/>
            <a:ext cx="273787" cy="466433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9"/>
          <p:cNvSpPr txBox="1"/>
          <p:nvPr>
            <p:ph type="title"/>
          </p:nvPr>
        </p:nvSpPr>
        <p:spPr>
          <a:xfrm>
            <a:off x="776100" y="1253175"/>
            <a:ext cx="3795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87" name="Google Shape;187;p9"/>
          <p:cNvSpPr txBox="1"/>
          <p:nvPr>
            <p:ph idx="1" type="subTitle"/>
          </p:nvPr>
        </p:nvSpPr>
        <p:spPr>
          <a:xfrm>
            <a:off x="776100" y="2145000"/>
            <a:ext cx="3831000" cy="176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88" name="Google Shape;188;p9"/>
          <p:cNvSpPr/>
          <p:nvPr/>
        </p:nvSpPr>
        <p:spPr>
          <a:xfrm>
            <a:off x="8029176" y="3981964"/>
            <a:ext cx="1348731" cy="1243365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2"/>
        </a:solidFill>
      </p:bgPr>
    </p:bg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10"/>
          <p:cNvSpPr/>
          <p:nvPr/>
        </p:nvSpPr>
        <p:spPr>
          <a:xfrm flipH="1" rot="1086392">
            <a:off x="-320109" y="4231721"/>
            <a:ext cx="1951186" cy="1138140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" name="Google Shape;191;p10"/>
          <p:cNvGrpSpPr/>
          <p:nvPr/>
        </p:nvGrpSpPr>
        <p:grpSpPr>
          <a:xfrm>
            <a:off x="913500" y="4201148"/>
            <a:ext cx="1383661" cy="1443739"/>
            <a:chOff x="8085825" y="1477998"/>
            <a:chExt cx="1383661" cy="1443739"/>
          </a:xfrm>
        </p:grpSpPr>
        <p:sp>
          <p:nvSpPr>
            <p:cNvPr id="192" name="Google Shape;192;p10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10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0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10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" name="Google Shape;196;p10"/>
          <p:cNvSpPr/>
          <p:nvPr/>
        </p:nvSpPr>
        <p:spPr>
          <a:xfrm>
            <a:off x="3793400" y="381450"/>
            <a:ext cx="416652" cy="350375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10"/>
          <p:cNvSpPr/>
          <p:nvPr/>
        </p:nvSpPr>
        <p:spPr>
          <a:xfrm rot="292123">
            <a:off x="287708" y="381448"/>
            <a:ext cx="307707" cy="803619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" name="Google Shape;198;p10"/>
          <p:cNvGrpSpPr/>
          <p:nvPr/>
        </p:nvGrpSpPr>
        <p:grpSpPr>
          <a:xfrm>
            <a:off x="8416805" y="-121990"/>
            <a:ext cx="518742" cy="618388"/>
            <a:chOff x="2636175" y="248775"/>
            <a:chExt cx="422325" cy="503450"/>
          </a:xfrm>
        </p:grpSpPr>
        <p:sp>
          <p:nvSpPr>
            <p:cNvPr id="199" name="Google Shape;199;p10"/>
            <p:cNvSpPr/>
            <p:nvPr/>
          </p:nvSpPr>
          <p:spPr>
            <a:xfrm>
              <a:off x="2744025" y="611300"/>
              <a:ext cx="76750" cy="140925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10"/>
            <p:cNvSpPr/>
            <p:nvPr/>
          </p:nvSpPr>
          <p:spPr>
            <a:xfrm>
              <a:off x="2874675" y="529075"/>
              <a:ext cx="79025" cy="129900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10"/>
            <p:cNvSpPr/>
            <p:nvPr/>
          </p:nvSpPr>
          <p:spPr>
            <a:xfrm>
              <a:off x="2768325" y="384750"/>
              <a:ext cx="101050" cy="161050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10"/>
            <p:cNvSpPr/>
            <p:nvPr/>
          </p:nvSpPr>
          <p:spPr>
            <a:xfrm>
              <a:off x="2636175" y="471350"/>
              <a:ext cx="85075" cy="160275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10"/>
            <p:cNvSpPr/>
            <p:nvPr/>
          </p:nvSpPr>
          <p:spPr>
            <a:xfrm>
              <a:off x="2935425" y="248775"/>
              <a:ext cx="123075" cy="212725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4" name="Google Shape;204;p10"/>
          <p:cNvSpPr/>
          <p:nvPr/>
        </p:nvSpPr>
        <p:spPr>
          <a:xfrm rot="-1251821">
            <a:off x="8366893" y="4048242"/>
            <a:ext cx="408398" cy="442029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0"/>
          <p:cNvSpPr txBox="1"/>
          <p:nvPr>
            <p:ph type="title"/>
          </p:nvPr>
        </p:nvSpPr>
        <p:spPr>
          <a:xfrm>
            <a:off x="4629200" y="539850"/>
            <a:ext cx="3787500" cy="109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accent2"/>
        </a:solidFill>
      </p:bgPr>
    </p:bg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11"/>
          <p:cNvSpPr/>
          <p:nvPr/>
        </p:nvSpPr>
        <p:spPr>
          <a:xfrm rot="-3883519">
            <a:off x="-167732" y="3097253"/>
            <a:ext cx="1216485" cy="112147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8" name="Google Shape;208;p11"/>
          <p:cNvGrpSpPr/>
          <p:nvPr/>
        </p:nvGrpSpPr>
        <p:grpSpPr>
          <a:xfrm>
            <a:off x="488377" y="2897975"/>
            <a:ext cx="315649" cy="349878"/>
            <a:chOff x="488377" y="2897975"/>
            <a:chExt cx="315649" cy="349878"/>
          </a:xfrm>
        </p:grpSpPr>
        <p:sp>
          <p:nvSpPr>
            <p:cNvPr id="209" name="Google Shape;209;p11"/>
            <p:cNvSpPr/>
            <p:nvPr/>
          </p:nvSpPr>
          <p:spPr>
            <a:xfrm>
              <a:off x="632870" y="3068125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11"/>
            <p:cNvSpPr/>
            <p:nvPr/>
          </p:nvSpPr>
          <p:spPr>
            <a:xfrm>
              <a:off x="638596" y="2897975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11"/>
            <p:cNvSpPr/>
            <p:nvPr/>
          </p:nvSpPr>
          <p:spPr>
            <a:xfrm>
              <a:off x="526425" y="3140122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11"/>
            <p:cNvSpPr/>
            <p:nvPr/>
          </p:nvSpPr>
          <p:spPr>
            <a:xfrm>
              <a:off x="488377" y="2966404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" name="Google Shape;213;p11"/>
          <p:cNvSpPr/>
          <p:nvPr/>
        </p:nvSpPr>
        <p:spPr>
          <a:xfrm rot="7898116">
            <a:off x="7852656" y="3575389"/>
            <a:ext cx="1395719" cy="1025883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11"/>
          <p:cNvSpPr/>
          <p:nvPr/>
        </p:nvSpPr>
        <p:spPr>
          <a:xfrm rot="504363">
            <a:off x="6922883" y="-29224"/>
            <a:ext cx="1951202" cy="1138150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11"/>
          <p:cNvSpPr/>
          <p:nvPr/>
        </p:nvSpPr>
        <p:spPr>
          <a:xfrm>
            <a:off x="8469650" y="56738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6" name="Google Shape;216;p11"/>
          <p:cNvGrpSpPr/>
          <p:nvPr/>
        </p:nvGrpSpPr>
        <p:grpSpPr>
          <a:xfrm>
            <a:off x="3" y="28688"/>
            <a:ext cx="1292405" cy="1145009"/>
            <a:chOff x="3" y="28688"/>
            <a:chExt cx="1292405" cy="1145009"/>
          </a:xfrm>
        </p:grpSpPr>
        <p:sp>
          <p:nvSpPr>
            <p:cNvPr id="217" name="Google Shape;217;p11"/>
            <p:cNvSpPr/>
            <p:nvPr/>
          </p:nvSpPr>
          <p:spPr>
            <a:xfrm flipH="1" rot="-775894">
              <a:off x="980557" y="38476"/>
              <a:ext cx="201682" cy="1007216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11"/>
            <p:cNvSpPr/>
            <p:nvPr/>
          </p:nvSpPr>
          <p:spPr>
            <a:xfrm flipH="1" rot="-775894">
              <a:off x="668359" y="44718"/>
              <a:ext cx="240532" cy="1039779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11"/>
            <p:cNvSpPr/>
            <p:nvPr/>
          </p:nvSpPr>
          <p:spPr>
            <a:xfrm flipH="1" rot="-775894">
              <a:off x="381981" y="105342"/>
              <a:ext cx="210046" cy="1036633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1"/>
            <p:cNvSpPr/>
            <p:nvPr/>
          </p:nvSpPr>
          <p:spPr>
            <a:xfrm flipH="1" rot="-775894">
              <a:off x="110413" y="149656"/>
              <a:ext cx="223699" cy="101184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1" name="Google Shape;221;p11"/>
          <p:cNvSpPr/>
          <p:nvPr/>
        </p:nvSpPr>
        <p:spPr>
          <a:xfrm rot="4784323">
            <a:off x="2191680" y="4345457"/>
            <a:ext cx="373583" cy="1285579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11"/>
          <p:cNvSpPr/>
          <p:nvPr/>
        </p:nvSpPr>
        <p:spPr>
          <a:xfrm rot="3814763">
            <a:off x="1979073" y="4265453"/>
            <a:ext cx="310730" cy="1051108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11"/>
          <p:cNvSpPr txBox="1"/>
          <p:nvPr>
            <p:ph hasCustomPrompt="1" type="title"/>
          </p:nvPr>
        </p:nvSpPr>
        <p:spPr>
          <a:xfrm>
            <a:off x="1594650" y="1568100"/>
            <a:ext cx="59547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5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24" name="Google Shape;224;p11"/>
          <p:cNvSpPr txBox="1"/>
          <p:nvPr>
            <p:ph idx="1" type="subTitle"/>
          </p:nvPr>
        </p:nvSpPr>
        <p:spPr>
          <a:xfrm>
            <a:off x="2017500" y="3079200"/>
            <a:ext cx="5109000" cy="49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25" name="Google Shape;225;p11"/>
          <p:cNvSpPr/>
          <p:nvPr/>
        </p:nvSpPr>
        <p:spPr>
          <a:xfrm rot="-341310">
            <a:off x="5738969" y="4432832"/>
            <a:ext cx="315640" cy="341633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11"/>
          <p:cNvSpPr/>
          <p:nvPr/>
        </p:nvSpPr>
        <p:spPr>
          <a:xfrm rot="-470258">
            <a:off x="2731850" y="484708"/>
            <a:ext cx="426238" cy="349877"/>
          </a:xfrm>
          <a:custGeom>
            <a:rect b="b" l="l" r="r" t="t"/>
            <a:pathLst>
              <a:path extrusionOk="0" h="10103" w="12308">
                <a:moveTo>
                  <a:pt x="7918" y="1"/>
                </a:moveTo>
                <a:cubicBezTo>
                  <a:pt x="7684" y="1"/>
                  <a:pt x="7474" y="211"/>
                  <a:pt x="7474" y="445"/>
                </a:cubicBezTo>
                <a:lnTo>
                  <a:pt x="7474" y="468"/>
                </a:lnTo>
                <a:lnTo>
                  <a:pt x="7474" y="491"/>
                </a:lnTo>
                <a:cubicBezTo>
                  <a:pt x="7310" y="912"/>
                  <a:pt x="6797" y="1425"/>
                  <a:pt x="6563" y="1776"/>
                </a:cubicBezTo>
                <a:cubicBezTo>
                  <a:pt x="6236" y="2243"/>
                  <a:pt x="5886" y="2733"/>
                  <a:pt x="5559" y="3200"/>
                </a:cubicBezTo>
                <a:cubicBezTo>
                  <a:pt x="4998" y="3994"/>
                  <a:pt x="4438" y="4788"/>
                  <a:pt x="3854" y="5536"/>
                </a:cubicBezTo>
                <a:cubicBezTo>
                  <a:pt x="3714" y="5395"/>
                  <a:pt x="3574" y="5279"/>
                  <a:pt x="3410" y="5185"/>
                </a:cubicBezTo>
                <a:cubicBezTo>
                  <a:pt x="2992" y="4912"/>
                  <a:pt x="2508" y="4771"/>
                  <a:pt x="2010" y="4771"/>
                </a:cubicBezTo>
                <a:cubicBezTo>
                  <a:pt x="1785" y="4771"/>
                  <a:pt x="1557" y="4800"/>
                  <a:pt x="1332" y="4858"/>
                </a:cubicBezTo>
                <a:cubicBezTo>
                  <a:pt x="725" y="4998"/>
                  <a:pt x="1" y="5676"/>
                  <a:pt x="678" y="6213"/>
                </a:cubicBezTo>
                <a:cubicBezTo>
                  <a:pt x="1192" y="6610"/>
                  <a:pt x="1776" y="6843"/>
                  <a:pt x="2406" y="6937"/>
                </a:cubicBezTo>
                <a:cubicBezTo>
                  <a:pt x="2633" y="6978"/>
                  <a:pt x="2924" y="7024"/>
                  <a:pt x="3206" y="7024"/>
                </a:cubicBezTo>
                <a:cubicBezTo>
                  <a:pt x="3563" y="7024"/>
                  <a:pt x="3905" y="6951"/>
                  <a:pt x="4088" y="6703"/>
                </a:cubicBezTo>
                <a:cubicBezTo>
                  <a:pt x="4111" y="6657"/>
                  <a:pt x="4134" y="6610"/>
                  <a:pt x="4134" y="6563"/>
                </a:cubicBezTo>
                <a:cubicBezTo>
                  <a:pt x="4928" y="5629"/>
                  <a:pt x="5629" y="4625"/>
                  <a:pt x="6306" y="3644"/>
                </a:cubicBezTo>
                <a:cubicBezTo>
                  <a:pt x="6703" y="3107"/>
                  <a:pt x="7077" y="2546"/>
                  <a:pt x="7450" y="2009"/>
                </a:cubicBezTo>
                <a:cubicBezTo>
                  <a:pt x="7637" y="1729"/>
                  <a:pt x="7988" y="1355"/>
                  <a:pt x="8221" y="958"/>
                </a:cubicBezTo>
                <a:cubicBezTo>
                  <a:pt x="8712" y="1262"/>
                  <a:pt x="9202" y="1542"/>
                  <a:pt x="9739" y="1799"/>
                </a:cubicBezTo>
                <a:cubicBezTo>
                  <a:pt x="10229" y="2079"/>
                  <a:pt x="10767" y="2313"/>
                  <a:pt x="11304" y="2500"/>
                </a:cubicBezTo>
                <a:cubicBezTo>
                  <a:pt x="11047" y="3527"/>
                  <a:pt x="10767" y="4555"/>
                  <a:pt x="10463" y="5582"/>
                </a:cubicBezTo>
                <a:cubicBezTo>
                  <a:pt x="10159" y="6540"/>
                  <a:pt x="9739" y="7521"/>
                  <a:pt x="9529" y="8501"/>
                </a:cubicBezTo>
                <a:cubicBezTo>
                  <a:pt x="9280" y="8439"/>
                  <a:pt x="9020" y="8418"/>
                  <a:pt x="8764" y="8418"/>
                </a:cubicBezTo>
                <a:cubicBezTo>
                  <a:pt x="8636" y="8418"/>
                  <a:pt x="8509" y="8424"/>
                  <a:pt x="8385" y="8431"/>
                </a:cubicBezTo>
                <a:cubicBezTo>
                  <a:pt x="7871" y="8478"/>
                  <a:pt x="7217" y="8665"/>
                  <a:pt x="7170" y="9295"/>
                </a:cubicBezTo>
                <a:cubicBezTo>
                  <a:pt x="7114" y="9900"/>
                  <a:pt x="7676" y="10102"/>
                  <a:pt x="8338" y="10102"/>
                </a:cubicBezTo>
                <a:cubicBezTo>
                  <a:pt x="9056" y="10102"/>
                  <a:pt x="9891" y="9865"/>
                  <a:pt x="10183" y="9646"/>
                </a:cubicBezTo>
                <a:cubicBezTo>
                  <a:pt x="10370" y="9506"/>
                  <a:pt x="10440" y="9225"/>
                  <a:pt x="10346" y="8992"/>
                </a:cubicBezTo>
                <a:cubicBezTo>
                  <a:pt x="11374" y="7100"/>
                  <a:pt x="11747" y="4672"/>
                  <a:pt x="12191" y="2570"/>
                </a:cubicBezTo>
                <a:cubicBezTo>
                  <a:pt x="12191" y="2500"/>
                  <a:pt x="12191" y="2430"/>
                  <a:pt x="12168" y="2336"/>
                </a:cubicBezTo>
                <a:cubicBezTo>
                  <a:pt x="12308" y="2173"/>
                  <a:pt x="12261" y="1939"/>
                  <a:pt x="12098" y="1822"/>
                </a:cubicBezTo>
                <a:cubicBezTo>
                  <a:pt x="11514" y="1449"/>
                  <a:pt x="10907" y="1145"/>
                  <a:pt x="10253" y="912"/>
                </a:cubicBezTo>
                <a:lnTo>
                  <a:pt x="8244" y="48"/>
                </a:lnTo>
                <a:cubicBezTo>
                  <a:pt x="8151" y="1"/>
                  <a:pt x="8058" y="1"/>
                  <a:pt x="79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12"/>
          <p:cNvSpPr/>
          <p:nvPr/>
        </p:nvSpPr>
        <p:spPr>
          <a:xfrm>
            <a:off x="0" y="-9025"/>
            <a:ext cx="9144000" cy="5152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13"/>
          <p:cNvSpPr/>
          <p:nvPr/>
        </p:nvSpPr>
        <p:spPr>
          <a:xfrm rot="-780553">
            <a:off x="-236180" y="-66629"/>
            <a:ext cx="1206158" cy="1002640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1" name="Google Shape;231;p13"/>
          <p:cNvGrpSpPr/>
          <p:nvPr/>
        </p:nvGrpSpPr>
        <p:grpSpPr>
          <a:xfrm>
            <a:off x="80700" y="476022"/>
            <a:ext cx="572406" cy="682360"/>
            <a:chOff x="80700" y="476022"/>
            <a:chExt cx="572406" cy="682360"/>
          </a:xfrm>
        </p:grpSpPr>
        <p:sp>
          <p:nvSpPr>
            <p:cNvPr id="232" name="Google Shape;232;p13"/>
            <p:cNvSpPr/>
            <p:nvPr/>
          </p:nvSpPr>
          <p:spPr>
            <a:xfrm>
              <a:off x="226875" y="96737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13"/>
            <p:cNvSpPr/>
            <p:nvPr/>
          </p:nvSpPr>
          <p:spPr>
            <a:xfrm>
              <a:off x="403952" y="85592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13"/>
            <p:cNvSpPr/>
            <p:nvPr/>
          </p:nvSpPr>
          <p:spPr>
            <a:xfrm>
              <a:off x="259810" y="66031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13"/>
            <p:cNvSpPr/>
            <p:nvPr/>
          </p:nvSpPr>
          <p:spPr>
            <a:xfrm>
              <a:off x="80700" y="77769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3"/>
            <p:cNvSpPr/>
            <p:nvPr/>
          </p:nvSpPr>
          <p:spPr>
            <a:xfrm>
              <a:off x="486290" y="47602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" name="Google Shape;237;p13"/>
          <p:cNvSpPr/>
          <p:nvPr/>
        </p:nvSpPr>
        <p:spPr>
          <a:xfrm rot="-5030280">
            <a:off x="-191326" y="4123314"/>
            <a:ext cx="1196599" cy="1062235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13"/>
          <p:cNvSpPr/>
          <p:nvPr/>
        </p:nvSpPr>
        <p:spPr>
          <a:xfrm rot="448387">
            <a:off x="1745975" y="113999"/>
            <a:ext cx="273787" cy="466433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9" name="Google Shape;239;p13"/>
          <p:cNvGrpSpPr/>
          <p:nvPr/>
        </p:nvGrpSpPr>
        <p:grpSpPr>
          <a:xfrm>
            <a:off x="8477170" y="29839"/>
            <a:ext cx="767866" cy="830189"/>
            <a:chOff x="8477170" y="29839"/>
            <a:chExt cx="767866" cy="830189"/>
          </a:xfrm>
        </p:grpSpPr>
        <p:sp>
          <p:nvSpPr>
            <p:cNvPr id="240" name="Google Shape;240;p13"/>
            <p:cNvSpPr/>
            <p:nvPr/>
          </p:nvSpPr>
          <p:spPr>
            <a:xfrm rot="930232">
              <a:off x="8571874" y="36082"/>
              <a:ext cx="145873" cy="728441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3"/>
            <p:cNvSpPr/>
            <p:nvPr/>
          </p:nvSpPr>
          <p:spPr>
            <a:xfrm rot="930232">
              <a:off x="8768633" y="50071"/>
              <a:ext cx="173973" cy="751990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3"/>
            <p:cNvSpPr/>
            <p:nvPr/>
          </p:nvSpPr>
          <p:spPr>
            <a:xfrm rot="930232">
              <a:off x="8995676" y="103648"/>
              <a:ext cx="151923" cy="749715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" name="Google Shape;243;p13"/>
          <p:cNvSpPr/>
          <p:nvPr/>
        </p:nvSpPr>
        <p:spPr>
          <a:xfrm>
            <a:off x="8262850" y="596250"/>
            <a:ext cx="307701" cy="803603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3"/>
          <p:cNvSpPr/>
          <p:nvPr/>
        </p:nvSpPr>
        <p:spPr>
          <a:xfrm>
            <a:off x="8771050" y="3850313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3"/>
          <p:cNvSpPr txBox="1"/>
          <p:nvPr>
            <p:ph type="title"/>
          </p:nvPr>
        </p:nvSpPr>
        <p:spPr>
          <a:xfrm>
            <a:off x="1396954" y="1802550"/>
            <a:ext cx="28356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46" name="Google Shape;246;p13"/>
          <p:cNvSpPr txBox="1"/>
          <p:nvPr>
            <p:ph hasCustomPrompt="1" idx="2" type="title"/>
          </p:nvPr>
        </p:nvSpPr>
        <p:spPr>
          <a:xfrm>
            <a:off x="723879" y="1774498"/>
            <a:ext cx="6891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7" name="Google Shape;247;p13"/>
          <p:cNvSpPr txBox="1"/>
          <p:nvPr>
            <p:ph idx="1" type="subTitle"/>
          </p:nvPr>
        </p:nvSpPr>
        <p:spPr>
          <a:xfrm>
            <a:off x="1396954" y="2231625"/>
            <a:ext cx="26226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48" name="Google Shape;248;p13"/>
          <p:cNvSpPr txBox="1"/>
          <p:nvPr>
            <p:ph idx="3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249" name="Google Shape;249;p13"/>
          <p:cNvSpPr txBox="1"/>
          <p:nvPr>
            <p:ph idx="4" type="title"/>
          </p:nvPr>
        </p:nvSpPr>
        <p:spPr>
          <a:xfrm>
            <a:off x="5584521" y="1802550"/>
            <a:ext cx="28356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50" name="Google Shape;250;p13"/>
          <p:cNvSpPr txBox="1"/>
          <p:nvPr>
            <p:ph hasCustomPrompt="1" idx="5" type="title"/>
          </p:nvPr>
        </p:nvSpPr>
        <p:spPr>
          <a:xfrm>
            <a:off x="4911446" y="1774498"/>
            <a:ext cx="6891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1" name="Google Shape;251;p13"/>
          <p:cNvSpPr txBox="1"/>
          <p:nvPr>
            <p:ph idx="6" type="subTitle"/>
          </p:nvPr>
        </p:nvSpPr>
        <p:spPr>
          <a:xfrm>
            <a:off x="5602600" y="2231625"/>
            <a:ext cx="26226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52" name="Google Shape;252;p13"/>
          <p:cNvSpPr txBox="1"/>
          <p:nvPr>
            <p:ph idx="7" type="title"/>
          </p:nvPr>
        </p:nvSpPr>
        <p:spPr>
          <a:xfrm>
            <a:off x="1396954" y="3342050"/>
            <a:ext cx="28356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53" name="Google Shape;253;p13"/>
          <p:cNvSpPr txBox="1"/>
          <p:nvPr>
            <p:ph hasCustomPrompt="1" idx="8" type="title"/>
          </p:nvPr>
        </p:nvSpPr>
        <p:spPr>
          <a:xfrm>
            <a:off x="723879" y="3313998"/>
            <a:ext cx="6891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4" name="Google Shape;254;p13"/>
          <p:cNvSpPr txBox="1"/>
          <p:nvPr>
            <p:ph idx="9" type="subTitle"/>
          </p:nvPr>
        </p:nvSpPr>
        <p:spPr>
          <a:xfrm>
            <a:off x="1396954" y="3771125"/>
            <a:ext cx="26226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55" name="Google Shape;255;p13"/>
          <p:cNvSpPr txBox="1"/>
          <p:nvPr>
            <p:ph idx="13" type="title"/>
          </p:nvPr>
        </p:nvSpPr>
        <p:spPr>
          <a:xfrm>
            <a:off x="5584521" y="3342050"/>
            <a:ext cx="28356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56" name="Google Shape;256;p13"/>
          <p:cNvSpPr txBox="1"/>
          <p:nvPr>
            <p:ph hasCustomPrompt="1" idx="14" type="title"/>
          </p:nvPr>
        </p:nvSpPr>
        <p:spPr>
          <a:xfrm>
            <a:off x="4911446" y="3313998"/>
            <a:ext cx="6891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7" name="Google Shape;257;p13"/>
          <p:cNvSpPr txBox="1"/>
          <p:nvPr>
            <p:ph idx="15" type="subTitle"/>
          </p:nvPr>
        </p:nvSpPr>
        <p:spPr>
          <a:xfrm>
            <a:off x="5584521" y="3771125"/>
            <a:ext cx="26226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58" name="Google Shape;258;p13"/>
          <p:cNvSpPr/>
          <p:nvPr/>
        </p:nvSpPr>
        <p:spPr>
          <a:xfrm rot="532356">
            <a:off x="8569204" y="4622863"/>
            <a:ext cx="273783" cy="316212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BLANK_1_2"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14"/>
          <p:cNvSpPr/>
          <p:nvPr/>
        </p:nvSpPr>
        <p:spPr>
          <a:xfrm rot="-780553">
            <a:off x="8208670" y="-285404"/>
            <a:ext cx="1206158" cy="1002640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" name="Google Shape;261;p14"/>
          <p:cNvGrpSpPr/>
          <p:nvPr/>
        </p:nvGrpSpPr>
        <p:grpSpPr>
          <a:xfrm>
            <a:off x="80700" y="476022"/>
            <a:ext cx="572406" cy="682360"/>
            <a:chOff x="80700" y="476022"/>
            <a:chExt cx="572406" cy="682360"/>
          </a:xfrm>
        </p:grpSpPr>
        <p:sp>
          <p:nvSpPr>
            <p:cNvPr id="262" name="Google Shape;262;p14"/>
            <p:cNvSpPr/>
            <p:nvPr/>
          </p:nvSpPr>
          <p:spPr>
            <a:xfrm>
              <a:off x="226875" y="96737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4"/>
            <p:cNvSpPr/>
            <p:nvPr/>
          </p:nvSpPr>
          <p:spPr>
            <a:xfrm>
              <a:off x="403952" y="85592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4"/>
            <p:cNvSpPr/>
            <p:nvPr/>
          </p:nvSpPr>
          <p:spPr>
            <a:xfrm>
              <a:off x="259810" y="66031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4"/>
            <p:cNvSpPr/>
            <p:nvPr/>
          </p:nvSpPr>
          <p:spPr>
            <a:xfrm>
              <a:off x="80700" y="77769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4"/>
            <p:cNvSpPr/>
            <p:nvPr/>
          </p:nvSpPr>
          <p:spPr>
            <a:xfrm>
              <a:off x="486290" y="47602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7" name="Google Shape;267;p14"/>
          <p:cNvSpPr/>
          <p:nvPr/>
        </p:nvSpPr>
        <p:spPr>
          <a:xfrm rot="-5030280">
            <a:off x="8402774" y="4361239"/>
            <a:ext cx="1196599" cy="1062235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14"/>
          <p:cNvSpPr/>
          <p:nvPr/>
        </p:nvSpPr>
        <p:spPr>
          <a:xfrm rot="448387">
            <a:off x="182100" y="2570824"/>
            <a:ext cx="273787" cy="466433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" name="Google Shape;269;p14"/>
          <p:cNvGrpSpPr/>
          <p:nvPr/>
        </p:nvGrpSpPr>
        <p:grpSpPr>
          <a:xfrm>
            <a:off x="-158055" y="1378876"/>
            <a:ext cx="767866" cy="830189"/>
            <a:chOff x="8477170" y="29839"/>
            <a:chExt cx="767866" cy="830189"/>
          </a:xfrm>
        </p:grpSpPr>
        <p:sp>
          <p:nvSpPr>
            <p:cNvPr id="270" name="Google Shape;270;p14"/>
            <p:cNvSpPr/>
            <p:nvPr/>
          </p:nvSpPr>
          <p:spPr>
            <a:xfrm rot="930232">
              <a:off x="8571874" y="36082"/>
              <a:ext cx="145873" cy="728441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4"/>
            <p:cNvSpPr/>
            <p:nvPr/>
          </p:nvSpPr>
          <p:spPr>
            <a:xfrm rot="930232">
              <a:off x="8768633" y="50071"/>
              <a:ext cx="173973" cy="751990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4"/>
            <p:cNvSpPr/>
            <p:nvPr/>
          </p:nvSpPr>
          <p:spPr>
            <a:xfrm rot="930232">
              <a:off x="8995676" y="103648"/>
              <a:ext cx="151923" cy="749715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" name="Google Shape;273;p14"/>
          <p:cNvSpPr/>
          <p:nvPr/>
        </p:nvSpPr>
        <p:spPr>
          <a:xfrm>
            <a:off x="8657900" y="3235225"/>
            <a:ext cx="307701" cy="803603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14"/>
          <p:cNvSpPr/>
          <p:nvPr/>
        </p:nvSpPr>
        <p:spPr>
          <a:xfrm>
            <a:off x="-198150" y="4696638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14"/>
          <p:cNvSpPr txBox="1"/>
          <p:nvPr>
            <p:ph type="title"/>
          </p:nvPr>
        </p:nvSpPr>
        <p:spPr>
          <a:xfrm>
            <a:off x="1575625" y="1157550"/>
            <a:ext cx="2898600" cy="36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76" name="Google Shape;276;p14"/>
          <p:cNvSpPr txBox="1"/>
          <p:nvPr>
            <p:ph hasCustomPrompt="1" idx="2" type="title"/>
          </p:nvPr>
        </p:nvSpPr>
        <p:spPr>
          <a:xfrm>
            <a:off x="808291" y="1430080"/>
            <a:ext cx="6891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77" name="Google Shape;277;p14"/>
          <p:cNvSpPr txBox="1"/>
          <p:nvPr>
            <p:ph idx="1" type="subTitle"/>
          </p:nvPr>
        </p:nvSpPr>
        <p:spPr>
          <a:xfrm>
            <a:off x="1575625" y="1519623"/>
            <a:ext cx="28962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78" name="Google Shape;278;p14"/>
          <p:cNvSpPr txBox="1"/>
          <p:nvPr>
            <p:ph idx="3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279" name="Google Shape;279;p14"/>
          <p:cNvSpPr txBox="1"/>
          <p:nvPr>
            <p:ph idx="4" type="title"/>
          </p:nvPr>
        </p:nvSpPr>
        <p:spPr>
          <a:xfrm>
            <a:off x="5440038" y="1157550"/>
            <a:ext cx="2898600" cy="36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80" name="Google Shape;280;p14"/>
          <p:cNvSpPr txBox="1"/>
          <p:nvPr>
            <p:ph hasCustomPrompt="1" idx="5" type="title"/>
          </p:nvPr>
        </p:nvSpPr>
        <p:spPr>
          <a:xfrm>
            <a:off x="4678411" y="1430080"/>
            <a:ext cx="6891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1" name="Google Shape;281;p14"/>
          <p:cNvSpPr txBox="1"/>
          <p:nvPr>
            <p:ph idx="6" type="subTitle"/>
          </p:nvPr>
        </p:nvSpPr>
        <p:spPr>
          <a:xfrm>
            <a:off x="5440038" y="1519623"/>
            <a:ext cx="28962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82" name="Google Shape;282;p14"/>
          <p:cNvSpPr txBox="1"/>
          <p:nvPr>
            <p:ph idx="7" type="title"/>
          </p:nvPr>
        </p:nvSpPr>
        <p:spPr>
          <a:xfrm>
            <a:off x="1575625" y="2445757"/>
            <a:ext cx="2898600" cy="36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83" name="Google Shape;283;p14"/>
          <p:cNvSpPr txBox="1"/>
          <p:nvPr>
            <p:ph hasCustomPrompt="1" idx="8" type="title"/>
          </p:nvPr>
        </p:nvSpPr>
        <p:spPr>
          <a:xfrm>
            <a:off x="808291" y="2687380"/>
            <a:ext cx="6891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4" name="Google Shape;284;p14"/>
          <p:cNvSpPr txBox="1"/>
          <p:nvPr>
            <p:ph idx="9" type="subTitle"/>
          </p:nvPr>
        </p:nvSpPr>
        <p:spPr>
          <a:xfrm>
            <a:off x="1575625" y="2812430"/>
            <a:ext cx="28962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85" name="Google Shape;285;p14"/>
          <p:cNvSpPr txBox="1"/>
          <p:nvPr>
            <p:ph idx="13" type="title"/>
          </p:nvPr>
        </p:nvSpPr>
        <p:spPr>
          <a:xfrm>
            <a:off x="5440038" y="2381158"/>
            <a:ext cx="2898600" cy="36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86" name="Google Shape;286;p14"/>
          <p:cNvSpPr txBox="1"/>
          <p:nvPr>
            <p:ph hasCustomPrompt="1" idx="14" type="title"/>
          </p:nvPr>
        </p:nvSpPr>
        <p:spPr>
          <a:xfrm>
            <a:off x="4678411" y="2687380"/>
            <a:ext cx="6891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7" name="Google Shape;287;p14"/>
          <p:cNvSpPr txBox="1"/>
          <p:nvPr>
            <p:ph idx="15" type="subTitle"/>
          </p:nvPr>
        </p:nvSpPr>
        <p:spPr>
          <a:xfrm>
            <a:off x="5440038" y="2747830"/>
            <a:ext cx="28962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88" name="Google Shape;288;p14"/>
          <p:cNvSpPr/>
          <p:nvPr/>
        </p:nvSpPr>
        <p:spPr>
          <a:xfrm rot="532356">
            <a:off x="7814779" y="57800"/>
            <a:ext cx="273783" cy="316212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14"/>
          <p:cNvSpPr txBox="1"/>
          <p:nvPr>
            <p:ph idx="16" type="title"/>
          </p:nvPr>
        </p:nvSpPr>
        <p:spPr>
          <a:xfrm>
            <a:off x="1575625" y="3676752"/>
            <a:ext cx="2898600" cy="36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90" name="Google Shape;290;p14"/>
          <p:cNvSpPr txBox="1"/>
          <p:nvPr>
            <p:ph hasCustomPrompt="1" idx="17" type="title"/>
          </p:nvPr>
        </p:nvSpPr>
        <p:spPr>
          <a:xfrm>
            <a:off x="808291" y="3944680"/>
            <a:ext cx="6891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91" name="Google Shape;291;p14"/>
          <p:cNvSpPr txBox="1"/>
          <p:nvPr>
            <p:ph idx="18" type="subTitle"/>
          </p:nvPr>
        </p:nvSpPr>
        <p:spPr>
          <a:xfrm>
            <a:off x="1575625" y="4038825"/>
            <a:ext cx="28962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92" name="Google Shape;292;p14"/>
          <p:cNvSpPr txBox="1"/>
          <p:nvPr>
            <p:ph idx="19" type="title"/>
          </p:nvPr>
        </p:nvSpPr>
        <p:spPr>
          <a:xfrm>
            <a:off x="5440038" y="3676740"/>
            <a:ext cx="2898600" cy="36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93" name="Google Shape;293;p14"/>
          <p:cNvSpPr txBox="1"/>
          <p:nvPr>
            <p:ph hasCustomPrompt="1" idx="20" type="title"/>
          </p:nvPr>
        </p:nvSpPr>
        <p:spPr>
          <a:xfrm>
            <a:off x="4678411" y="3944680"/>
            <a:ext cx="6891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94" name="Google Shape;294;p14"/>
          <p:cNvSpPr txBox="1"/>
          <p:nvPr>
            <p:ph idx="21" type="subTitle"/>
          </p:nvPr>
        </p:nvSpPr>
        <p:spPr>
          <a:xfrm>
            <a:off x="5440038" y="4038813"/>
            <a:ext cx="28962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 1">
  <p:cSld name="CUSTOM_15">
    <p:bg>
      <p:bgPr>
        <a:solidFill>
          <a:schemeClr val="accent4"/>
        </a:solidFill>
      </p:bgPr>
    </p:bg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p15"/>
          <p:cNvSpPr/>
          <p:nvPr/>
        </p:nvSpPr>
        <p:spPr>
          <a:xfrm rot="-3837907">
            <a:off x="91226" y="-629320"/>
            <a:ext cx="917562" cy="1934008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15"/>
          <p:cNvSpPr/>
          <p:nvPr/>
        </p:nvSpPr>
        <p:spPr>
          <a:xfrm rot="3185757">
            <a:off x="-417624" y="4413139"/>
            <a:ext cx="1444252" cy="1331373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8" name="Google Shape;298;p15"/>
          <p:cNvGrpSpPr/>
          <p:nvPr/>
        </p:nvGrpSpPr>
        <p:grpSpPr>
          <a:xfrm>
            <a:off x="120513" y="790825"/>
            <a:ext cx="252200" cy="279550"/>
            <a:chOff x="4295963" y="4660625"/>
            <a:chExt cx="252200" cy="279550"/>
          </a:xfrm>
        </p:grpSpPr>
        <p:sp>
          <p:nvSpPr>
            <p:cNvPr id="299" name="Google Shape;299;p15"/>
            <p:cNvSpPr/>
            <p:nvPr/>
          </p:nvSpPr>
          <p:spPr>
            <a:xfrm>
              <a:off x="4411413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5"/>
            <p:cNvSpPr/>
            <p:nvPr/>
          </p:nvSpPr>
          <p:spPr>
            <a:xfrm>
              <a:off x="4415988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5"/>
            <p:cNvSpPr/>
            <p:nvPr/>
          </p:nvSpPr>
          <p:spPr>
            <a:xfrm>
              <a:off x="4326363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5"/>
            <p:cNvSpPr/>
            <p:nvPr/>
          </p:nvSpPr>
          <p:spPr>
            <a:xfrm>
              <a:off x="4295963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" name="Google Shape;303;p15"/>
          <p:cNvGrpSpPr/>
          <p:nvPr/>
        </p:nvGrpSpPr>
        <p:grpSpPr>
          <a:xfrm>
            <a:off x="-378667" y="3278284"/>
            <a:ext cx="751382" cy="993699"/>
            <a:chOff x="304333" y="142909"/>
            <a:chExt cx="751382" cy="993699"/>
          </a:xfrm>
        </p:grpSpPr>
        <p:sp>
          <p:nvSpPr>
            <p:cNvPr id="304" name="Google Shape;304;p15"/>
            <p:cNvSpPr/>
            <p:nvPr/>
          </p:nvSpPr>
          <p:spPr>
            <a:xfrm>
              <a:off x="304333" y="165476"/>
              <a:ext cx="224671" cy="971133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5"/>
            <p:cNvSpPr/>
            <p:nvPr/>
          </p:nvSpPr>
          <p:spPr>
            <a:xfrm>
              <a:off x="605477" y="157631"/>
              <a:ext cx="196196" cy="968195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5"/>
            <p:cNvSpPr/>
            <p:nvPr/>
          </p:nvSpPr>
          <p:spPr>
            <a:xfrm>
              <a:off x="846767" y="142909"/>
              <a:ext cx="208949" cy="945047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" name="Google Shape;307;p15"/>
          <p:cNvSpPr/>
          <p:nvPr/>
        </p:nvSpPr>
        <p:spPr>
          <a:xfrm>
            <a:off x="3150863" y="-42857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15"/>
          <p:cNvSpPr/>
          <p:nvPr/>
        </p:nvSpPr>
        <p:spPr>
          <a:xfrm rot="399578">
            <a:off x="5123102" y="273302"/>
            <a:ext cx="295314" cy="52846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15"/>
          <p:cNvSpPr/>
          <p:nvPr/>
        </p:nvSpPr>
        <p:spPr>
          <a:xfrm rot="399578">
            <a:off x="402352" y="1958452"/>
            <a:ext cx="295314" cy="52846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15"/>
          <p:cNvSpPr txBox="1"/>
          <p:nvPr>
            <p:ph type="title"/>
          </p:nvPr>
        </p:nvSpPr>
        <p:spPr>
          <a:xfrm>
            <a:off x="733326" y="1384800"/>
            <a:ext cx="5024100" cy="237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7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16">
    <p:bg>
      <p:bgPr>
        <a:solidFill>
          <a:schemeClr val="accent4"/>
        </a:solidFill>
      </p:bgPr>
    </p:bg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16"/>
          <p:cNvSpPr txBox="1"/>
          <p:nvPr>
            <p:ph hasCustomPrompt="1" type="title"/>
          </p:nvPr>
        </p:nvSpPr>
        <p:spPr>
          <a:xfrm>
            <a:off x="3713650" y="1633350"/>
            <a:ext cx="47466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13" name="Google Shape;313;p16"/>
          <p:cNvSpPr txBox="1"/>
          <p:nvPr>
            <p:ph idx="1" type="subTitle"/>
          </p:nvPr>
        </p:nvSpPr>
        <p:spPr>
          <a:xfrm>
            <a:off x="3713867" y="3144450"/>
            <a:ext cx="4746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14" name="Google Shape;314;p16"/>
          <p:cNvSpPr/>
          <p:nvPr/>
        </p:nvSpPr>
        <p:spPr>
          <a:xfrm rot="4784323">
            <a:off x="8882905" y="-454380"/>
            <a:ext cx="373583" cy="1285579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16"/>
          <p:cNvSpPr/>
          <p:nvPr/>
        </p:nvSpPr>
        <p:spPr>
          <a:xfrm rot="3814763">
            <a:off x="8670298" y="-534384"/>
            <a:ext cx="310730" cy="1051108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16"/>
          <p:cNvSpPr/>
          <p:nvPr/>
        </p:nvSpPr>
        <p:spPr>
          <a:xfrm rot="-3883519">
            <a:off x="8589268" y="4230278"/>
            <a:ext cx="1216485" cy="112147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" name="Google Shape;317;p16"/>
          <p:cNvGrpSpPr/>
          <p:nvPr/>
        </p:nvGrpSpPr>
        <p:grpSpPr>
          <a:xfrm>
            <a:off x="7392278" y="4415738"/>
            <a:ext cx="1292405" cy="1145009"/>
            <a:chOff x="3" y="28688"/>
            <a:chExt cx="1292405" cy="1145009"/>
          </a:xfrm>
        </p:grpSpPr>
        <p:sp>
          <p:nvSpPr>
            <p:cNvPr id="318" name="Google Shape;318;p16"/>
            <p:cNvSpPr/>
            <p:nvPr/>
          </p:nvSpPr>
          <p:spPr>
            <a:xfrm flipH="1" rot="-775894">
              <a:off x="980557" y="38476"/>
              <a:ext cx="201682" cy="1007216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16"/>
            <p:cNvSpPr/>
            <p:nvPr/>
          </p:nvSpPr>
          <p:spPr>
            <a:xfrm flipH="1" rot="-775894">
              <a:off x="668359" y="44718"/>
              <a:ext cx="240532" cy="1039779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6"/>
            <p:cNvSpPr/>
            <p:nvPr/>
          </p:nvSpPr>
          <p:spPr>
            <a:xfrm flipH="1" rot="-775894">
              <a:off x="381981" y="105342"/>
              <a:ext cx="210046" cy="1036633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16"/>
            <p:cNvSpPr/>
            <p:nvPr/>
          </p:nvSpPr>
          <p:spPr>
            <a:xfrm flipH="1" rot="-775894">
              <a:off x="110413" y="149656"/>
              <a:ext cx="223699" cy="101184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" name="Google Shape;322;p16"/>
          <p:cNvGrpSpPr/>
          <p:nvPr/>
        </p:nvGrpSpPr>
        <p:grpSpPr>
          <a:xfrm>
            <a:off x="5960763" y="157325"/>
            <a:ext cx="252200" cy="279550"/>
            <a:chOff x="4295963" y="4660625"/>
            <a:chExt cx="252200" cy="279550"/>
          </a:xfrm>
        </p:grpSpPr>
        <p:sp>
          <p:nvSpPr>
            <p:cNvPr id="323" name="Google Shape;323;p16"/>
            <p:cNvSpPr/>
            <p:nvPr/>
          </p:nvSpPr>
          <p:spPr>
            <a:xfrm>
              <a:off x="4411413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16"/>
            <p:cNvSpPr/>
            <p:nvPr/>
          </p:nvSpPr>
          <p:spPr>
            <a:xfrm>
              <a:off x="4415988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16"/>
            <p:cNvSpPr/>
            <p:nvPr/>
          </p:nvSpPr>
          <p:spPr>
            <a:xfrm>
              <a:off x="4326363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6"/>
            <p:cNvSpPr/>
            <p:nvPr/>
          </p:nvSpPr>
          <p:spPr>
            <a:xfrm>
              <a:off x="4295963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" name="Google Shape;327;p16"/>
          <p:cNvSpPr/>
          <p:nvPr/>
        </p:nvSpPr>
        <p:spPr>
          <a:xfrm>
            <a:off x="6392850" y="-403525"/>
            <a:ext cx="886928" cy="815621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accent2"/>
        </a:solidFill>
      </p:bgPr>
    </p:bg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17"/>
          <p:cNvSpPr/>
          <p:nvPr/>
        </p:nvSpPr>
        <p:spPr>
          <a:xfrm rot="-3030967">
            <a:off x="7623718" y="1278961"/>
            <a:ext cx="1951206" cy="113815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0" name="Google Shape;330;p17"/>
          <p:cNvGrpSpPr/>
          <p:nvPr/>
        </p:nvGrpSpPr>
        <p:grpSpPr>
          <a:xfrm>
            <a:off x="8085825" y="1477998"/>
            <a:ext cx="1383661" cy="1443739"/>
            <a:chOff x="8085825" y="1477998"/>
            <a:chExt cx="1383661" cy="1443739"/>
          </a:xfrm>
        </p:grpSpPr>
        <p:sp>
          <p:nvSpPr>
            <p:cNvPr id="331" name="Google Shape;331;p17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7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7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7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5" name="Google Shape;335;p17"/>
          <p:cNvSpPr/>
          <p:nvPr/>
        </p:nvSpPr>
        <p:spPr>
          <a:xfrm>
            <a:off x="8085813" y="342395"/>
            <a:ext cx="273783" cy="316215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17"/>
          <p:cNvSpPr/>
          <p:nvPr/>
        </p:nvSpPr>
        <p:spPr>
          <a:xfrm>
            <a:off x="573450" y="4048200"/>
            <a:ext cx="307701" cy="803603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17"/>
          <p:cNvSpPr/>
          <p:nvPr/>
        </p:nvSpPr>
        <p:spPr>
          <a:xfrm>
            <a:off x="2684775" y="-80100"/>
            <a:ext cx="1004175" cy="1024675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" name="Google Shape;338;p17"/>
          <p:cNvGrpSpPr/>
          <p:nvPr/>
        </p:nvGrpSpPr>
        <p:grpSpPr>
          <a:xfrm>
            <a:off x="2636175" y="248775"/>
            <a:ext cx="422325" cy="503450"/>
            <a:chOff x="2636175" y="248775"/>
            <a:chExt cx="422325" cy="503450"/>
          </a:xfrm>
        </p:grpSpPr>
        <p:sp>
          <p:nvSpPr>
            <p:cNvPr id="339" name="Google Shape;339;p17"/>
            <p:cNvSpPr/>
            <p:nvPr/>
          </p:nvSpPr>
          <p:spPr>
            <a:xfrm>
              <a:off x="2744025" y="611300"/>
              <a:ext cx="76750" cy="140925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7"/>
            <p:cNvSpPr/>
            <p:nvPr/>
          </p:nvSpPr>
          <p:spPr>
            <a:xfrm>
              <a:off x="2874675" y="529075"/>
              <a:ext cx="79025" cy="129900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7"/>
            <p:cNvSpPr/>
            <p:nvPr/>
          </p:nvSpPr>
          <p:spPr>
            <a:xfrm>
              <a:off x="2768325" y="384750"/>
              <a:ext cx="101050" cy="161050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17"/>
            <p:cNvSpPr/>
            <p:nvPr/>
          </p:nvSpPr>
          <p:spPr>
            <a:xfrm>
              <a:off x="2636175" y="471350"/>
              <a:ext cx="85075" cy="160275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17"/>
            <p:cNvSpPr/>
            <p:nvPr/>
          </p:nvSpPr>
          <p:spPr>
            <a:xfrm>
              <a:off x="2935425" y="248775"/>
              <a:ext cx="123075" cy="212725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" name="Google Shape;344;p17"/>
          <p:cNvSpPr/>
          <p:nvPr/>
        </p:nvSpPr>
        <p:spPr>
          <a:xfrm>
            <a:off x="2988600" y="440200"/>
            <a:ext cx="25" cy="25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rgbClr val="FFF2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7"/>
          <p:cNvSpPr/>
          <p:nvPr/>
        </p:nvSpPr>
        <p:spPr>
          <a:xfrm>
            <a:off x="2906775" y="4315421"/>
            <a:ext cx="1004186" cy="925750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17"/>
          <p:cNvSpPr/>
          <p:nvPr/>
        </p:nvSpPr>
        <p:spPr>
          <a:xfrm>
            <a:off x="2572313" y="4312293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17"/>
          <p:cNvSpPr/>
          <p:nvPr/>
        </p:nvSpPr>
        <p:spPr>
          <a:xfrm rot="4943404">
            <a:off x="-322276" y="2035862"/>
            <a:ext cx="1118591" cy="312359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17"/>
          <p:cNvSpPr/>
          <p:nvPr/>
        </p:nvSpPr>
        <p:spPr>
          <a:xfrm rot="4315122">
            <a:off x="-487297" y="2473125"/>
            <a:ext cx="1118618" cy="312368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17"/>
          <p:cNvSpPr txBox="1"/>
          <p:nvPr>
            <p:ph type="title"/>
          </p:nvPr>
        </p:nvSpPr>
        <p:spPr>
          <a:xfrm>
            <a:off x="2290050" y="3136538"/>
            <a:ext cx="45639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50" name="Google Shape;350;p17"/>
          <p:cNvSpPr txBox="1"/>
          <p:nvPr>
            <p:ph idx="1" type="subTitle"/>
          </p:nvPr>
        </p:nvSpPr>
        <p:spPr>
          <a:xfrm>
            <a:off x="1604250" y="1541963"/>
            <a:ext cx="5935500" cy="159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BLANK_1_1_1">
    <p:bg>
      <p:bgPr>
        <a:solidFill>
          <a:schemeClr val="accent4"/>
        </a:solidFill>
      </p:bgPr>
    </p:bg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18"/>
          <p:cNvSpPr/>
          <p:nvPr/>
        </p:nvSpPr>
        <p:spPr>
          <a:xfrm>
            <a:off x="8085813" y="342395"/>
            <a:ext cx="273783" cy="316215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18"/>
          <p:cNvSpPr txBox="1"/>
          <p:nvPr>
            <p:ph type="title"/>
          </p:nvPr>
        </p:nvSpPr>
        <p:spPr>
          <a:xfrm>
            <a:off x="4017275" y="3609738"/>
            <a:ext cx="44349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54" name="Google Shape;354;p18"/>
          <p:cNvSpPr txBox="1"/>
          <p:nvPr>
            <p:ph idx="1" type="subTitle"/>
          </p:nvPr>
        </p:nvSpPr>
        <p:spPr>
          <a:xfrm>
            <a:off x="4017275" y="1068763"/>
            <a:ext cx="4436700" cy="254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_3"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19"/>
          <p:cNvSpPr/>
          <p:nvPr/>
        </p:nvSpPr>
        <p:spPr>
          <a:xfrm rot="-1842127">
            <a:off x="-705121" y="-191832"/>
            <a:ext cx="1866325" cy="1551415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7" name="Google Shape;357;p19"/>
          <p:cNvGrpSpPr/>
          <p:nvPr/>
        </p:nvGrpSpPr>
        <p:grpSpPr>
          <a:xfrm>
            <a:off x="8416695" y="4403689"/>
            <a:ext cx="767866" cy="830189"/>
            <a:chOff x="-128480" y="3907789"/>
            <a:chExt cx="767866" cy="830189"/>
          </a:xfrm>
        </p:grpSpPr>
        <p:sp>
          <p:nvSpPr>
            <p:cNvPr id="358" name="Google Shape;358;p19"/>
            <p:cNvSpPr/>
            <p:nvPr/>
          </p:nvSpPr>
          <p:spPr>
            <a:xfrm rot="930232">
              <a:off x="-33776" y="3914032"/>
              <a:ext cx="145873" cy="728441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19"/>
            <p:cNvSpPr/>
            <p:nvPr/>
          </p:nvSpPr>
          <p:spPr>
            <a:xfrm rot="930232">
              <a:off x="162983" y="3928021"/>
              <a:ext cx="173973" cy="751990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19"/>
            <p:cNvSpPr/>
            <p:nvPr/>
          </p:nvSpPr>
          <p:spPr>
            <a:xfrm rot="930232">
              <a:off x="390026" y="3981598"/>
              <a:ext cx="151923" cy="749715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1" name="Google Shape;361;p19"/>
          <p:cNvSpPr/>
          <p:nvPr/>
        </p:nvSpPr>
        <p:spPr>
          <a:xfrm>
            <a:off x="854050" y="-66512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19"/>
          <p:cNvSpPr/>
          <p:nvPr/>
        </p:nvSpPr>
        <p:spPr>
          <a:xfrm rot="1871850">
            <a:off x="-127448" y="4201573"/>
            <a:ext cx="1894970" cy="1037621"/>
          </a:xfrm>
          <a:custGeom>
            <a:rect b="b" l="l" r="r" t="t"/>
            <a:pathLst>
              <a:path extrusionOk="0" h="24140" w="44086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" name="Google Shape;363;p19"/>
          <p:cNvGrpSpPr/>
          <p:nvPr/>
        </p:nvGrpSpPr>
        <p:grpSpPr>
          <a:xfrm>
            <a:off x="1583602" y="4545438"/>
            <a:ext cx="315649" cy="349878"/>
            <a:chOff x="4846427" y="-66500"/>
            <a:chExt cx="315649" cy="349878"/>
          </a:xfrm>
        </p:grpSpPr>
        <p:sp>
          <p:nvSpPr>
            <p:cNvPr id="364" name="Google Shape;364;p19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19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19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9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8" name="Google Shape;368;p19"/>
          <p:cNvSpPr/>
          <p:nvPr/>
        </p:nvSpPr>
        <p:spPr>
          <a:xfrm rot="7589800">
            <a:off x="8284401" y="-296009"/>
            <a:ext cx="373546" cy="128545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19"/>
          <p:cNvSpPr/>
          <p:nvPr/>
        </p:nvSpPr>
        <p:spPr>
          <a:xfrm rot="650906">
            <a:off x="7923891" y="140016"/>
            <a:ext cx="273772" cy="316203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19"/>
          <p:cNvSpPr txBox="1"/>
          <p:nvPr>
            <p:ph hasCustomPrompt="1" type="title"/>
          </p:nvPr>
        </p:nvSpPr>
        <p:spPr>
          <a:xfrm>
            <a:off x="3048125" y="739800"/>
            <a:ext cx="30291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71" name="Google Shape;371;p19"/>
          <p:cNvSpPr txBox="1"/>
          <p:nvPr>
            <p:ph idx="1" type="subTitle"/>
          </p:nvPr>
        </p:nvSpPr>
        <p:spPr>
          <a:xfrm>
            <a:off x="6239000" y="794100"/>
            <a:ext cx="2177700" cy="71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72" name="Google Shape;372;p19"/>
          <p:cNvSpPr txBox="1"/>
          <p:nvPr>
            <p:ph hasCustomPrompt="1" idx="2" type="title"/>
          </p:nvPr>
        </p:nvSpPr>
        <p:spPr>
          <a:xfrm>
            <a:off x="3048125" y="2130450"/>
            <a:ext cx="30291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73" name="Google Shape;373;p19"/>
          <p:cNvSpPr txBox="1"/>
          <p:nvPr>
            <p:ph idx="3" type="subTitle"/>
          </p:nvPr>
        </p:nvSpPr>
        <p:spPr>
          <a:xfrm>
            <a:off x="6239000" y="2184750"/>
            <a:ext cx="2177700" cy="71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74" name="Google Shape;374;p19"/>
          <p:cNvSpPr txBox="1"/>
          <p:nvPr>
            <p:ph hasCustomPrompt="1" idx="4" type="title"/>
          </p:nvPr>
        </p:nvSpPr>
        <p:spPr>
          <a:xfrm>
            <a:off x="3048125" y="3575400"/>
            <a:ext cx="30291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75" name="Google Shape;375;p19"/>
          <p:cNvSpPr txBox="1"/>
          <p:nvPr>
            <p:ph idx="5" type="subTitle"/>
          </p:nvPr>
        </p:nvSpPr>
        <p:spPr>
          <a:xfrm>
            <a:off x="6239000" y="3629700"/>
            <a:ext cx="2177700" cy="71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>
  <p:cSld name="BLANK_1_1_1_1_1_1_3_1">
    <p:spTree>
      <p:nvGrpSpPr>
        <p:cNvPr id="376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20"/>
          <p:cNvSpPr txBox="1"/>
          <p:nvPr>
            <p:ph hasCustomPrompt="1" type="title"/>
          </p:nvPr>
        </p:nvSpPr>
        <p:spPr>
          <a:xfrm>
            <a:off x="727763" y="2777458"/>
            <a:ext cx="35379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78" name="Google Shape;378;p20"/>
          <p:cNvSpPr txBox="1"/>
          <p:nvPr>
            <p:ph idx="1" type="subTitle"/>
          </p:nvPr>
        </p:nvSpPr>
        <p:spPr>
          <a:xfrm>
            <a:off x="727313" y="3295544"/>
            <a:ext cx="3538800" cy="731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79" name="Google Shape;379;p20"/>
          <p:cNvSpPr txBox="1"/>
          <p:nvPr>
            <p:ph hasCustomPrompt="1" idx="2" type="title"/>
          </p:nvPr>
        </p:nvSpPr>
        <p:spPr>
          <a:xfrm>
            <a:off x="4881938" y="2777456"/>
            <a:ext cx="3534300" cy="548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4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380" name="Google Shape;380;p20"/>
          <p:cNvSpPr txBox="1"/>
          <p:nvPr>
            <p:ph idx="3" type="subTitle"/>
          </p:nvPr>
        </p:nvSpPr>
        <p:spPr>
          <a:xfrm>
            <a:off x="4881488" y="3295559"/>
            <a:ext cx="3535200" cy="731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81" name="Google Shape;381;p20"/>
          <p:cNvSpPr txBox="1"/>
          <p:nvPr>
            <p:ph idx="4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382" name="Google Shape;382;p20"/>
          <p:cNvSpPr/>
          <p:nvPr/>
        </p:nvSpPr>
        <p:spPr>
          <a:xfrm rot="-3030967">
            <a:off x="-750782" y="4378761"/>
            <a:ext cx="1951206" cy="113815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" name="Google Shape;383;p20"/>
          <p:cNvGrpSpPr/>
          <p:nvPr/>
        </p:nvGrpSpPr>
        <p:grpSpPr>
          <a:xfrm>
            <a:off x="241513" y="4543626"/>
            <a:ext cx="1219992" cy="1237898"/>
            <a:chOff x="727288" y="3991176"/>
            <a:chExt cx="1219992" cy="1237898"/>
          </a:xfrm>
        </p:grpSpPr>
        <p:sp>
          <p:nvSpPr>
            <p:cNvPr id="384" name="Google Shape;384;p20"/>
            <p:cNvSpPr/>
            <p:nvPr/>
          </p:nvSpPr>
          <p:spPr>
            <a:xfrm>
              <a:off x="727287" y="4086500"/>
              <a:ext cx="228805" cy="1142574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0"/>
            <p:cNvSpPr/>
            <p:nvPr/>
          </p:nvSpPr>
          <p:spPr>
            <a:xfrm>
              <a:off x="1034666" y="4018585"/>
              <a:ext cx="272880" cy="117951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0"/>
            <p:cNvSpPr/>
            <p:nvPr/>
          </p:nvSpPr>
          <p:spPr>
            <a:xfrm>
              <a:off x="1400430" y="4009056"/>
              <a:ext cx="238294" cy="117594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0"/>
            <p:cNvSpPr/>
            <p:nvPr/>
          </p:nvSpPr>
          <p:spPr>
            <a:xfrm>
              <a:off x="1693496" y="3991176"/>
              <a:ext cx="253783" cy="114782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8" name="Google Shape;388;p20"/>
          <p:cNvSpPr/>
          <p:nvPr/>
        </p:nvSpPr>
        <p:spPr>
          <a:xfrm>
            <a:off x="-657225" y="-356068"/>
            <a:ext cx="1866353" cy="1551439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9" name="Google Shape;389;p20"/>
          <p:cNvGrpSpPr/>
          <p:nvPr/>
        </p:nvGrpSpPr>
        <p:grpSpPr>
          <a:xfrm>
            <a:off x="-677022" y="1099313"/>
            <a:ext cx="1270599" cy="1053621"/>
            <a:chOff x="-142022" y="90588"/>
            <a:chExt cx="1270599" cy="1053621"/>
          </a:xfrm>
        </p:grpSpPr>
        <p:sp>
          <p:nvSpPr>
            <p:cNvPr id="390" name="Google Shape;390;p20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0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0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0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0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0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0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0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0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0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0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0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0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0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" name="Google Shape;404;p20"/>
          <p:cNvSpPr/>
          <p:nvPr/>
        </p:nvSpPr>
        <p:spPr>
          <a:xfrm rot="-2048291">
            <a:off x="1348950" y="-298112"/>
            <a:ext cx="386656" cy="586360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20"/>
          <p:cNvSpPr/>
          <p:nvPr/>
        </p:nvSpPr>
        <p:spPr>
          <a:xfrm rot="487433">
            <a:off x="7938703" y="282301"/>
            <a:ext cx="1723646" cy="943810"/>
          </a:xfrm>
          <a:custGeom>
            <a:rect b="b" l="l" r="r" t="t"/>
            <a:pathLst>
              <a:path extrusionOk="0" h="24140" w="44086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6" name="Google Shape;406;p20"/>
          <p:cNvGrpSpPr/>
          <p:nvPr/>
        </p:nvGrpSpPr>
        <p:grpSpPr>
          <a:xfrm>
            <a:off x="8251700" y="-142503"/>
            <a:ext cx="572406" cy="682360"/>
            <a:chOff x="8251700" y="-142503"/>
            <a:chExt cx="572406" cy="682360"/>
          </a:xfrm>
        </p:grpSpPr>
        <p:sp>
          <p:nvSpPr>
            <p:cNvPr id="407" name="Google Shape;407;p20"/>
            <p:cNvSpPr/>
            <p:nvPr/>
          </p:nvSpPr>
          <p:spPr>
            <a:xfrm>
              <a:off x="8397875" y="34884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0"/>
            <p:cNvSpPr/>
            <p:nvPr/>
          </p:nvSpPr>
          <p:spPr>
            <a:xfrm>
              <a:off x="8574952" y="23740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0"/>
            <p:cNvSpPr/>
            <p:nvPr/>
          </p:nvSpPr>
          <p:spPr>
            <a:xfrm>
              <a:off x="8430810" y="4179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0"/>
            <p:cNvSpPr/>
            <p:nvPr/>
          </p:nvSpPr>
          <p:spPr>
            <a:xfrm>
              <a:off x="8251700" y="15916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0"/>
            <p:cNvSpPr/>
            <p:nvPr/>
          </p:nvSpPr>
          <p:spPr>
            <a:xfrm>
              <a:off x="8657290" y="-142503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2" name="Google Shape;412;p20"/>
          <p:cNvSpPr/>
          <p:nvPr/>
        </p:nvSpPr>
        <p:spPr>
          <a:xfrm>
            <a:off x="8722895" y="3127890"/>
            <a:ext cx="1157142" cy="106670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20"/>
          <p:cNvSpPr/>
          <p:nvPr/>
        </p:nvSpPr>
        <p:spPr>
          <a:xfrm>
            <a:off x="8544263" y="2812238"/>
            <a:ext cx="737885" cy="781680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20"/>
          <p:cNvSpPr/>
          <p:nvPr/>
        </p:nvSpPr>
        <p:spPr>
          <a:xfrm>
            <a:off x="8720663" y="4931366"/>
            <a:ext cx="376730" cy="382673"/>
          </a:xfrm>
          <a:custGeom>
            <a:rect b="b" l="l" r="r" t="t"/>
            <a:pathLst>
              <a:path extrusionOk="0" h="9723" w="9572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20"/>
          <p:cNvSpPr/>
          <p:nvPr/>
        </p:nvSpPr>
        <p:spPr>
          <a:xfrm>
            <a:off x="8395413" y="4628825"/>
            <a:ext cx="1035575" cy="687615"/>
          </a:xfrm>
          <a:custGeom>
            <a:rect b="b" l="l" r="r" t="t"/>
            <a:pathLst>
              <a:path extrusionOk="0" h="17471" w="26312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0"/>
          <p:cNvSpPr/>
          <p:nvPr/>
        </p:nvSpPr>
        <p:spPr>
          <a:xfrm>
            <a:off x="3335325" y="4629150"/>
            <a:ext cx="886928" cy="815621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7" name="Google Shape;417;p20"/>
          <p:cNvGrpSpPr/>
          <p:nvPr/>
        </p:nvGrpSpPr>
        <p:grpSpPr>
          <a:xfrm>
            <a:off x="3300763" y="4708738"/>
            <a:ext cx="252200" cy="279550"/>
            <a:chOff x="4295963" y="4660625"/>
            <a:chExt cx="252200" cy="279550"/>
          </a:xfrm>
        </p:grpSpPr>
        <p:sp>
          <p:nvSpPr>
            <p:cNvPr id="418" name="Google Shape;418;p20"/>
            <p:cNvSpPr/>
            <p:nvPr/>
          </p:nvSpPr>
          <p:spPr>
            <a:xfrm>
              <a:off x="4411413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0"/>
            <p:cNvSpPr/>
            <p:nvPr/>
          </p:nvSpPr>
          <p:spPr>
            <a:xfrm>
              <a:off x="4415988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0"/>
            <p:cNvSpPr/>
            <p:nvPr/>
          </p:nvSpPr>
          <p:spPr>
            <a:xfrm>
              <a:off x="4326363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0"/>
            <p:cNvSpPr/>
            <p:nvPr/>
          </p:nvSpPr>
          <p:spPr>
            <a:xfrm>
              <a:off x="4295963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" name="Google Shape;422;p20"/>
          <p:cNvSpPr/>
          <p:nvPr/>
        </p:nvSpPr>
        <p:spPr>
          <a:xfrm>
            <a:off x="5158600" y="157333"/>
            <a:ext cx="273783" cy="316215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20"/>
          <p:cNvSpPr/>
          <p:nvPr/>
        </p:nvSpPr>
        <p:spPr>
          <a:xfrm>
            <a:off x="260200" y="2650000"/>
            <a:ext cx="307701" cy="803603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10"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p21"/>
          <p:cNvSpPr/>
          <p:nvPr/>
        </p:nvSpPr>
        <p:spPr>
          <a:xfrm flipH="1">
            <a:off x="-221367" y="362188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6" name="Google Shape;426;p21"/>
          <p:cNvGrpSpPr/>
          <p:nvPr/>
        </p:nvGrpSpPr>
        <p:grpSpPr>
          <a:xfrm flipH="1" rot="-9323888">
            <a:off x="91998" y="-383180"/>
            <a:ext cx="1270568" cy="1053595"/>
            <a:chOff x="-142022" y="90588"/>
            <a:chExt cx="1270599" cy="1053621"/>
          </a:xfrm>
        </p:grpSpPr>
        <p:sp>
          <p:nvSpPr>
            <p:cNvPr id="427" name="Google Shape;427;p21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1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1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1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1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1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1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1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1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1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1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1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1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1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" name="Google Shape;441;p21"/>
          <p:cNvSpPr/>
          <p:nvPr/>
        </p:nvSpPr>
        <p:spPr>
          <a:xfrm flipH="1" rot="5102664">
            <a:off x="7962354" y="4127698"/>
            <a:ext cx="1216489" cy="1121459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" name="Google Shape;442;p21"/>
          <p:cNvGrpSpPr/>
          <p:nvPr/>
        </p:nvGrpSpPr>
        <p:grpSpPr>
          <a:xfrm flipH="1">
            <a:off x="8001506" y="4646475"/>
            <a:ext cx="315649" cy="349878"/>
            <a:chOff x="488377" y="2897975"/>
            <a:chExt cx="315649" cy="349878"/>
          </a:xfrm>
        </p:grpSpPr>
        <p:sp>
          <p:nvSpPr>
            <p:cNvPr id="443" name="Google Shape;443;p21"/>
            <p:cNvSpPr/>
            <p:nvPr/>
          </p:nvSpPr>
          <p:spPr>
            <a:xfrm>
              <a:off x="632870" y="3068125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1"/>
            <p:cNvSpPr/>
            <p:nvPr/>
          </p:nvSpPr>
          <p:spPr>
            <a:xfrm>
              <a:off x="638596" y="2897975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1"/>
            <p:cNvSpPr/>
            <p:nvPr/>
          </p:nvSpPr>
          <p:spPr>
            <a:xfrm>
              <a:off x="526425" y="3140122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1"/>
            <p:cNvSpPr/>
            <p:nvPr/>
          </p:nvSpPr>
          <p:spPr>
            <a:xfrm>
              <a:off x="488377" y="2966404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" name="Google Shape;447;p21"/>
          <p:cNvSpPr/>
          <p:nvPr/>
        </p:nvSpPr>
        <p:spPr>
          <a:xfrm>
            <a:off x="-457600" y="4151813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21"/>
          <p:cNvSpPr/>
          <p:nvPr/>
        </p:nvSpPr>
        <p:spPr>
          <a:xfrm rot="5665102">
            <a:off x="8339758" y="-407010"/>
            <a:ext cx="373565" cy="128551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21"/>
          <p:cNvSpPr/>
          <p:nvPr/>
        </p:nvSpPr>
        <p:spPr>
          <a:xfrm rot="4497319">
            <a:off x="8229920" y="-70421"/>
            <a:ext cx="373560" cy="128550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" name="Google Shape;450;p21"/>
          <p:cNvGrpSpPr/>
          <p:nvPr/>
        </p:nvGrpSpPr>
        <p:grpSpPr>
          <a:xfrm flipH="1" rot="457519">
            <a:off x="661331" y="4531785"/>
            <a:ext cx="878904" cy="1093489"/>
            <a:chOff x="-82550" y="4170314"/>
            <a:chExt cx="878866" cy="1093442"/>
          </a:xfrm>
        </p:grpSpPr>
        <p:sp>
          <p:nvSpPr>
            <p:cNvPr id="451" name="Google Shape;451;p21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1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1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" name="Google Shape;454;p21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455" name="Google Shape;455;p21"/>
          <p:cNvSpPr txBox="1"/>
          <p:nvPr>
            <p:ph idx="2" type="title"/>
          </p:nvPr>
        </p:nvSpPr>
        <p:spPr>
          <a:xfrm>
            <a:off x="1098400" y="3348825"/>
            <a:ext cx="22125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56" name="Google Shape;456;p21"/>
          <p:cNvSpPr txBox="1"/>
          <p:nvPr>
            <p:ph hasCustomPrompt="1" idx="3" type="title"/>
          </p:nvPr>
        </p:nvSpPr>
        <p:spPr>
          <a:xfrm>
            <a:off x="1538050" y="2484891"/>
            <a:ext cx="1333200" cy="55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7" name="Google Shape;457;p21"/>
          <p:cNvSpPr txBox="1"/>
          <p:nvPr>
            <p:ph idx="1" type="subTitle"/>
          </p:nvPr>
        </p:nvSpPr>
        <p:spPr>
          <a:xfrm>
            <a:off x="1098400" y="3777900"/>
            <a:ext cx="2212500" cy="55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8" name="Google Shape;458;p21"/>
          <p:cNvSpPr txBox="1"/>
          <p:nvPr>
            <p:ph idx="4" type="title"/>
          </p:nvPr>
        </p:nvSpPr>
        <p:spPr>
          <a:xfrm>
            <a:off x="3465744" y="3348825"/>
            <a:ext cx="22125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59" name="Google Shape;459;p21"/>
          <p:cNvSpPr txBox="1"/>
          <p:nvPr>
            <p:ph hasCustomPrompt="1" idx="5" type="title"/>
          </p:nvPr>
        </p:nvSpPr>
        <p:spPr>
          <a:xfrm>
            <a:off x="3905394" y="2523900"/>
            <a:ext cx="1333200" cy="51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0" name="Google Shape;460;p21"/>
          <p:cNvSpPr txBox="1"/>
          <p:nvPr>
            <p:ph idx="6" type="subTitle"/>
          </p:nvPr>
        </p:nvSpPr>
        <p:spPr>
          <a:xfrm>
            <a:off x="3465744" y="3777900"/>
            <a:ext cx="2212500" cy="55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1" name="Google Shape;461;p21"/>
          <p:cNvSpPr txBox="1"/>
          <p:nvPr>
            <p:ph idx="7" type="title"/>
          </p:nvPr>
        </p:nvSpPr>
        <p:spPr>
          <a:xfrm>
            <a:off x="5937650" y="3348825"/>
            <a:ext cx="22125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62" name="Google Shape;462;p21"/>
          <p:cNvSpPr txBox="1"/>
          <p:nvPr>
            <p:ph hasCustomPrompt="1" idx="8" type="title"/>
          </p:nvPr>
        </p:nvSpPr>
        <p:spPr>
          <a:xfrm>
            <a:off x="6377300" y="2523900"/>
            <a:ext cx="1333200" cy="51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3" name="Google Shape;463;p21"/>
          <p:cNvSpPr txBox="1"/>
          <p:nvPr>
            <p:ph idx="9" type="subTitle"/>
          </p:nvPr>
        </p:nvSpPr>
        <p:spPr>
          <a:xfrm>
            <a:off x="5937650" y="3777900"/>
            <a:ext cx="2212500" cy="55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3">
  <p:cSld name="CUSTOM_10_1"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22"/>
          <p:cNvSpPr/>
          <p:nvPr/>
        </p:nvSpPr>
        <p:spPr>
          <a:xfrm flipH="1">
            <a:off x="-221367" y="362188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" name="Google Shape;466;p22"/>
          <p:cNvGrpSpPr/>
          <p:nvPr/>
        </p:nvGrpSpPr>
        <p:grpSpPr>
          <a:xfrm flipH="1" rot="-9323888">
            <a:off x="91998" y="-383180"/>
            <a:ext cx="1270568" cy="1053595"/>
            <a:chOff x="-142022" y="90588"/>
            <a:chExt cx="1270599" cy="1053621"/>
          </a:xfrm>
        </p:grpSpPr>
        <p:sp>
          <p:nvSpPr>
            <p:cNvPr id="467" name="Google Shape;467;p22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2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2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2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2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2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2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2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2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2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2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2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2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2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" name="Google Shape;481;p22"/>
          <p:cNvSpPr/>
          <p:nvPr/>
        </p:nvSpPr>
        <p:spPr>
          <a:xfrm flipH="1" rot="5102664">
            <a:off x="7962354" y="4127698"/>
            <a:ext cx="1216489" cy="1121459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" name="Google Shape;482;p22"/>
          <p:cNvGrpSpPr/>
          <p:nvPr/>
        </p:nvGrpSpPr>
        <p:grpSpPr>
          <a:xfrm flipH="1">
            <a:off x="8001506" y="4646475"/>
            <a:ext cx="315649" cy="349878"/>
            <a:chOff x="488377" y="2897975"/>
            <a:chExt cx="315649" cy="349878"/>
          </a:xfrm>
        </p:grpSpPr>
        <p:sp>
          <p:nvSpPr>
            <p:cNvPr id="483" name="Google Shape;483;p22"/>
            <p:cNvSpPr/>
            <p:nvPr/>
          </p:nvSpPr>
          <p:spPr>
            <a:xfrm>
              <a:off x="632870" y="3068125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2"/>
            <p:cNvSpPr/>
            <p:nvPr/>
          </p:nvSpPr>
          <p:spPr>
            <a:xfrm>
              <a:off x="638596" y="2897975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2"/>
            <p:cNvSpPr/>
            <p:nvPr/>
          </p:nvSpPr>
          <p:spPr>
            <a:xfrm>
              <a:off x="526425" y="3140122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2"/>
            <p:cNvSpPr/>
            <p:nvPr/>
          </p:nvSpPr>
          <p:spPr>
            <a:xfrm>
              <a:off x="488377" y="2966404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" name="Google Shape;487;p22"/>
          <p:cNvSpPr/>
          <p:nvPr/>
        </p:nvSpPr>
        <p:spPr>
          <a:xfrm>
            <a:off x="-457600" y="4151813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22"/>
          <p:cNvSpPr/>
          <p:nvPr/>
        </p:nvSpPr>
        <p:spPr>
          <a:xfrm rot="5665102">
            <a:off x="8339758" y="-407010"/>
            <a:ext cx="373565" cy="128551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22"/>
          <p:cNvSpPr/>
          <p:nvPr/>
        </p:nvSpPr>
        <p:spPr>
          <a:xfrm rot="4497319">
            <a:off x="8229920" y="-70421"/>
            <a:ext cx="373560" cy="128550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" name="Google Shape;490;p22"/>
          <p:cNvGrpSpPr/>
          <p:nvPr/>
        </p:nvGrpSpPr>
        <p:grpSpPr>
          <a:xfrm flipH="1" rot="457519">
            <a:off x="661331" y="4531785"/>
            <a:ext cx="878904" cy="1093489"/>
            <a:chOff x="-82550" y="4170314"/>
            <a:chExt cx="878866" cy="1093442"/>
          </a:xfrm>
        </p:grpSpPr>
        <p:sp>
          <p:nvSpPr>
            <p:cNvPr id="491" name="Google Shape;491;p22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2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2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" name="Google Shape;494;p22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495" name="Google Shape;495;p22"/>
          <p:cNvSpPr txBox="1"/>
          <p:nvPr>
            <p:ph hasCustomPrompt="1" idx="2" type="title"/>
          </p:nvPr>
        </p:nvSpPr>
        <p:spPr>
          <a:xfrm>
            <a:off x="731047" y="2505226"/>
            <a:ext cx="3749100" cy="50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6" name="Google Shape;496;p22"/>
          <p:cNvSpPr txBox="1"/>
          <p:nvPr>
            <p:ph idx="1" type="subTitle"/>
          </p:nvPr>
        </p:nvSpPr>
        <p:spPr>
          <a:xfrm>
            <a:off x="732247" y="3028351"/>
            <a:ext cx="3746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97" name="Google Shape;497;p22"/>
          <p:cNvSpPr txBox="1"/>
          <p:nvPr>
            <p:ph hasCustomPrompt="1" idx="3" type="title"/>
          </p:nvPr>
        </p:nvSpPr>
        <p:spPr>
          <a:xfrm>
            <a:off x="4663854" y="2504026"/>
            <a:ext cx="3749100" cy="50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98" name="Google Shape;498;p22"/>
          <p:cNvSpPr txBox="1"/>
          <p:nvPr>
            <p:ph idx="4" type="subTitle"/>
          </p:nvPr>
        </p:nvSpPr>
        <p:spPr>
          <a:xfrm>
            <a:off x="4665054" y="3028351"/>
            <a:ext cx="3746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p23"/>
          <p:cNvSpPr/>
          <p:nvPr/>
        </p:nvSpPr>
        <p:spPr>
          <a:xfrm flipH="1" rot="1086392">
            <a:off x="8214641" y="-450654"/>
            <a:ext cx="1951186" cy="1138140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" name="Google Shape;501;p23"/>
          <p:cNvGrpSpPr/>
          <p:nvPr/>
        </p:nvGrpSpPr>
        <p:grpSpPr>
          <a:xfrm>
            <a:off x="7374475" y="-1062277"/>
            <a:ext cx="1383661" cy="1443739"/>
            <a:chOff x="8085825" y="1477998"/>
            <a:chExt cx="1383661" cy="1443739"/>
          </a:xfrm>
        </p:grpSpPr>
        <p:sp>
          <p:nvSpPr>
            <p:cNvPr id="502" name="Google Shape;502;p23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3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3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3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" name="Google Shape;506;p23"/>
          <p:cNvSpPr/>
          <p:nvPr/>
        </p:nvSpPr>
        <p:spPr>
          <a:xfrm>
            <a:off x="235375" y="1172575"/>
            <a:ext cx="416652" cy="350375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23"/>
          <p:cNvSpPr/>
          <p:nvPr/>
        </p:nvSpPr>
        <p:spPr>
          <a:xfrm rot="292123">
            <a:off x="8594583" y="2359273"/>
            <a:ext cx="307707" cy="803619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" name="Google Shape;508;p23"/>
          <p:cNvGrpSpPr/>
          <p:nvPr/>
        </p:nvGrpSpPr>
        <p:grpSpPr>
          <a:xfrm>
            <a:off x="254155" y="4440810"/>
            <a:ext cx="518742" cy="618388"/>
            <a:chOff x="2636175" y="248775"/>
            <a:chExt cx="422325" cy="503450"/>
          </a:xfrm>
        </p:grpSpPr>
        <p:sp>
          <p:nvSpPr>
            <p:cNvPr id="509" name="Google Shape;509;p23"/>
            <p:cNvSpPr/>
            <p:nvPr/>
          </p:nvSpPr>
          <p:spPr>
            <a:xfrm>
              <a:off x="2744025" y="611300"/>
              <a:ext cx="76750" cy="140925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3"/>
            <p:cNvSpPr/>
            <p:nvPr/>
          </p:nvSpPr>
          <p:spPr>
            <a:xfrm>
              <a:off x="2874675" y="529075"/>
              <a:ext cx="79025" cy="129900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3"/>
            <p:cNvSpPr/>
            <p:nvPr/>
          </p:nvSpPr>
          <p:spPr>
            <a:xfrm>
              <a:off x="2768325" y="384750"/>
              <a:ext cx="101050" cy="161050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3"/>
            <p:cNvSpPr/>
            <p:nvPr/>
          </p:nvSpPr>
          <p:spPr>
            <a:xfrm>
              <a:off x="2636175" y="471350"/>
              <a:ext cx="85075" cy="160275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3"/>
            <p:cNvSpPr/>
            <p:nvPr/>
          </p:nvSpPr>
          <p:spPr>
            <a:xfrm>
              <a:off x="2935425" y="248775"/>
              <a:ext cx="123075" cy="212725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" name="Google Shape;514;p23"/>
          <p:cNvSpPr/>
          <p:nvPr/>
        </p:nvSpPr>
        <p:spPr>
          <a:xfrm rot="-1251821">
            <a:off x="239493" y="231567"/>
            <a:ext cx="408398" cy="442029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23"/>
          <p:cNvSpPr txBox="1"/>
          <p:nvPr>
            <p:ph type="title"/>
          </p:nvPr>
        </p:nvSpPr>
        <p:spPr>
          <a:xfrm>
            <a:off x="4643275" y="3863727"/>
            <a:ext cx="37875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accent2"/>
        </a:solidFill>
      </p:bgPr>
    </p:bg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" name="Google Shape;517;p24"/>
          <p:cNvGrpSpPr/>
          <p:nvPr/>
        </p:nvGrpSpPr>
        <p:grpSpPr>
          <a:xfrm>
            <a:off x="52450" y="4344351"/>
            <a:ext cx="1219992" cy="1237898"/>
            <a:chOff x="727288" y="3991176"/>
            <a:chExt cx="1219992" cy="1237898"/>
          </a:xfrm>
        </p:grpSpPr>
        <p:sp>
          <p:nvSpPr>
            <p:cNvPr id="518" name="Google Shape;518;p24"/>
            <p:cNvSpPr/>
            <p:nvPr/>
          </p:nvSpPr>
          <p:spPr>
            <a:xfrm>
              <a:off x="727287" y="4086500"/>
              <a:ext cx="228805" cy="1142574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4"/>
            <p:cNvSpPr/>
            <p:nvPr/>
          </p:nvSpPr>
          <p:spPr>
            <a:xfrm>
              <a:off x="1034666" y="4018585"/>
              <a:ext cx="272880" cy="117951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4"/>
            <p:cNvSpPr/>
            <p:nvPr/>
          </p:nvSpPr>
          <p:spPr>
            <a:xfrm>
              <a:off x="1400430" y="4009056"/>
              <a:ext cx="238294" cy="117594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4"/>
            <p:cNvSpPr/>
            <p:nvPr/>
          </p:nvSpPr>
          <p:spPr>
            <a:xfrm>
              <a:off x="1693496" y="3991176"/>
              <a:ext cx="253783" cy="114782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" name="Google Shape;522;p24"/>
          <p:cNvSpPr/>
          <p:nvPr/>
        </p:nvSpPr>
        <p:spPr>
          <a:xfrm flipH="1" rot="-5665102">
            <a:off x="318493" y="-271848"/>
            <a:ext cx="373565" cy="128551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24"/>
          <p:cNvSpPr/>
          <p:nvPr/>
        </p:nvSpPr>
        <p:spPr>
          <a:xfrm rot="7898116">
            <a:off x="7817731" y="4003289"/>
            <a:ext cx="1395719" cy="1025883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24"/>
          <p:cNvSpPr/>
          <p:nvPr/>
        </p:nvSpPr>
        <p:spPr>
          <a:xfrm rot="8586844">
            <a:off x="8284579" y="3711233"/>
            <a:ext cx="386635" cy="586327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24"/>
          <p:cNvSpPr/>
          <p:nvPr/>
        </p:nvSpPr>
        <p:spPr>
          <a:xfrm rot="-8506666">
            <a:off x="1609714" y="-264675"/>
            <a:ext cx="1004153" cy="1024653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" name="Google Shape;526;p24"/>
          <p:cNvGrpSpPr/>
          <p:nvPr/>
        </p:nvGrpSpPr>
        <p:grpSpPr>
          <a:xfrm rot="-9849415">
            <a:off x="8031664" y="1279281"/>
            <a:ext cx="1270582" cy="1053607"/>
            <a:chOff x="-142022" y="90588"/>
            <a:chExt cx="1270599" cy="1053621"/>
          </a:xfrm>
        </p:grpSpPr>
        <p:sp>
          <p:nvSpPr>
            <p:cNvPr id="527" name="Google Shape;527;p24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4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4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4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4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4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4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4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4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4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4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4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4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4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" name="Google Shape;541;p24"/>
          <p:cNvSpPr/>
          <p:nvPr/>
        </p:nvSpPr>
        <p:spPr>
          <a:xfrm flipH="1" rot="-3975368">
            <a:off x="388478" y="-44774"/>
            <a:ext cx="373558" cy="12854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24"/>
          <p:cNvSpPr/>
          <p:nvPr/>
        </p:nvSpPr>
        <p:spPr>
          <a:xfrm rot="-466267">
            <a:off x="7124893" y="-198141"/>
            <a:ext cx="1951125" cy="1138104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24"/>
          <p:cNvSpPr/>
          <p:nvPr/>
        </p:nvSpPr>
        <p:spPr>
          <a:xfrm flipH="1" rot="-5400000">
            <a:off x="4234783" y="4448604"/>
            <a:ext cx="373558" cy="12854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24"/>
          <p:cNvSpPr/>
          <p:nvPr/>
        </p:nvSpPr>
        <p:spPr>
          <a:xfrm>
            <a:off x="5142900" y="4603650"/>
            <a:ext cx="445086" cy="471456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24"/>
          <p:cNvSpPr txBox="1"/>
          <p:nvPr>
            <p:ph type="title"/>
          </p:nvPr>
        </p:nvSpPr>
        <p:spPr>
          <a:xfrm>
            <a:off x="1651200" y="1609525"/>
            <a:ext cx="5841600" cy="111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46" name="Google Shape;546;p24"/>
          <p:cNvSpPr txBox="1"/>
          <p:nvPr>
            <p:ph idx="1" type="subTitle"/>
          </p:nvPr>
        </p:nvSpPr>
        <p:spPr>
          <a:xfrm>
            <a:off x="2400600" y="2900975"/>
            <a:ext cx="43428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6"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" name="Google Shape;548;p25"/>
          <p:cNvSpPr/>
          <p:nvPr/>
        </p:nvSpPr>
        <p:spPr>
          <a:xfrm>
            <a:off x="67650" y="4191200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" name="Google Shape;549;p25"/>
          <p:cNvGrpSpPr/>
          <p:nvPr/>
        </p:nvGrpSpPr>
        <p:grpSpPr>
          <a:xfrm>
            <a:off x="0" y="-231411"/>
            <a:ext cx="878866" cy="1093442"/>
            <a:chOff x="-82550" y="4170314"/>
            <a:chExt cx="878866" cy="1093442"/>
          </a:xfrm>
        </p:grpSpPr>
        <p:sp>
          <p:nvSpPr>
            <p:cNvPr id="550" name="Google Shape;550;p25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5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5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" name="Google Shape;553;p25"/>
          <p:cNvSpPr/>
          <p:nvPr/>
        </p:nvSpPr>
        <p:spPr>
          <a:xfrm rot="5665102">
            <a:off x="8371833" y="4074790"/>
            <a:ext cx="373565" cy="128551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25"/>
          <p:cNvSpPr/>
          <p:nvPr/>
        </p:nvSpPr>
        <p:spPr>
          <a:xfrm rot="3975368">
            <a:off x="8301855" y="4301864"/>
            <a:ext cx="373558" cy="12854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" name="Google Shape;555;p25"/>
          <p:cNvGrpSpPr/>
          <p:nvPr/>
        </p:nvGrpSpPr>
        <p:grpSpPr>
          <a:xfrm>
            <a:off x="1243027" y="4481788"/>
            <a:ext cx="315649" cy="349878"/>
            <a:chOff x="4846427" y="-66500"/>
            <a:chExt cx="315649" cy="349878"/>
          </a:xfrm>
        </p:grpSpPr>
        <p:sp>
          <p:nvSpPr>
            <p:cNvPr id="556" name="Google Shape;556;p25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5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5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5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" name="Google Shape;560;p25"/>
          <p:cNvSpPr/>
          <p:nvPr/>
        </p:nvSpPr>
        <p:spPr>
          <a:xfrm rot="650906">
            <a:off x="8279816" y="3974241"/>
            <a:ext cx="273772" cy="316203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" name="Google Shape;561;p25"/>
          <p:cNvSpPr/>
          <p:nvPr/>
        </p:nvSpPr>
        <p:spPr>
          <a:xfrm rot="3048824">
            <a:off x="7910056" y="-218046"/>
            <a:ext cx="1157143" cy="1066703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" name="Google Shape;562;p25"/>
          <p:cNvGrpSpPr/>
          <p:nvPr/>
        </p:nvGrpSpPr>
        <p:grpSpPr>
          <a:xfrm>
            <a:off x="7487601" y="50221"/>
            <a:ext cx="595931" cy="530198"/>
            <a:chOff x="5927389" y="663096"/>
            <a:chExt cx="595931" cy="530198"/>
          </a:xfrm>
        </p:grpSpPr>
        <p:sp>
          <p:nvSpPr>
            <p:cNvPr id="563" name="Google Shape;563;p25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5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" name="Google Shape;565;p25"/>
          <p:cNvGrpSpPr/>
          <p:nvPr/>
        </p:nvGrpSpPr>
        <p:grpSpPr>
          <a:xfrm rot="-2349600">
            <a:off x="3997191" y="-572045"/>
            <a:ext cx="1270623" cy="1053641"/>
            <a:chOff x="-142022" y="90588"/>
            <a:chExt cx="1270599" cy="1053621"/>
          </a:xfrm>
        </p:grpSpPr>
        <p:sp>
          <p:nvSpPr>
            <p:cNvPr id="566" name="Google Shape;566;p25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5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5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5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5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5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5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5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5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5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5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5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5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5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" name="Google Shape;580;p25"/>
          <p:cNvSpPr txBox="1"/>
          <p:nvPr>
            <p:ph type="title"/>
          </p:nvPr>
        </p:nvSpPr>
        <p:spPr>
          <a:xfrm>
            <a:off x="1912038" y="1637425"/>
            <a:ext cx="1665300" cy="75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81" name="Google Shape;581;p25"/>
          <p:cNvSpPr txBox="1"/>
          <p:nvPr>
            <p:ph idx="1" type="subTitle"/>
          </p:nvPr>
        </p:nvSpPr>
        <p:spPr>
          <a:xfrm>
            <a:off x="846438" y="2393075"/>
            <a:ext cx="2730900" cy="111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7">
    <p:spTree>
      <p:nvGrpSpPr>
        <p:cNvPr id="582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p26"/>
          <p:cNvSpPr/>
          <p:nvPr/>
        </p:nvSpPr>
        <p:spPr>
          <a:xfrm rot="-5102664">
            <a:off x="-106610" y="4127698"/>
            <a:ext cx="1216489" cy="1121459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" name="Google Shape;584;p26"/>
          <p:cNvGrpSpPr/>
          <p:nvPr/>
        </p:nvGrpSpPr>
        <p:grpSpPr>
          <a:xfrm>
            <a:off x="411652" y="3991575"/>
            <a:ext cx="315649" cy="349878"/>
            <a:chOff x="488377" y="2897975"/>
            <a:chExt cx="315649" cy="349878"/>
          </a:xfrm>
        </p:grpSpPr>
        <p:sp>
          <p:nvSpPr>
            <p:cNvPr id="585" name="Google Shape;585;p26"/>
            <p:cNvSpPr/>
            <p:nvPr/>
          </p:nvSpPr>
          <p:spPr>
            <a:xfrm>
              <a:off x="632870" y="3068125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6"/>
            <p:cNvSpPr/>
            <p:nvPr/>
          </p:nvSpPr>
          <p:spPr>
            <a:xfrm>
              <a:off x="638596" y="2897975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6"/>
            <p:cNvSpPr/>
            <p:nvPr/>
          </p:nvSpPr>
          <p:spPr>
            <a:xfrm>
              <a:off x="526425" y="3140122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6"/>
            <p:cNvSpPr/>
            <p:nvPr/>
          </p:nvSpPr>
          <p:spPr>
            <a:xfrm>
              <a:off x="488377" y="2966404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" name="Google Shape;589;p26"/>
          <p:cNvSpPr/>
          <p:nvPr/>
        </p:nvSpPr>
        <p:spPr>
          <a:xfrm rot="8749359">
            <a:off x="7960748" y="-600192"/>
            <a:ext cx="1444172" cy="1473739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26"/>
          <p:cNvSpPr/>
          <p:nvPr/>
        </p:nvSpPr>
        <p:spPr>
          <a:xfrm rot="7898116">
            <a:off x="7878856" y="4090701"/>
            <a:ext cx="1395719" cy="1025883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26"/>
          <p:cNvSpPr/>
          <p:nvPr/>
        </p:nvSpPr>
        <p:spPr>
          <a:xfrm>
            <a:off x="8609375" y="478763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26"/>
          <p:cNvSpPr/>
          <p:nvPr/>
        </p:nvSpPr>
        <p:spPr>
          <a:xfrm flipH="1" rot="-5641596">
            <a:off x="425340" y="-397122"/>
            <a:ext cx="339869" cy="116956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26"/>
          <p:cNvSpPr/>
          <p:nvPr/>
        </p:nvSpPr>
        <p:spPr>
          <a:xfrm flipH="1" rot="-4974102">
            <a:off x="479070" y="-244395"/>
            <a:ext cx="373546" cy="1285452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26"/>
          <p:cNvSpPr/>
          <p:nvPr/>
        </p:nvSpPr>
        <p:spPr>
          <a:xfrm rot="-1310044">
            <a:off x="437453" y="473940"/>
            <a:ext cx="315640" cy="341633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26"/>
          <p:cNvSpPr txBox="1"/>
          <p:nvPr>
            <p:ph type="title"/>
          </p:nvPr>
        </p:nvSpPr>
        <p:spPr>
          <a:xfrm>
            <a:off x="5494638" y="1615525"/>
            <a:ext cx="1929300" cy="77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6" name="Google Shape;596;p26"/>
          <p:cNvSpPr txBox="1"/>
          <p:nvPr>
            <p:ph idx="1" type="subTitle"/>
          </p:nvPr>
        </p:nvSpPr>
        <p:spPr>
          <a:xfrm>
            <a:off x="5494638" y="2393075"/>
            <a:ext cx="2730900" cy="111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8">
    <p:spTree>
      <p:nvGrpSpPr>
        <p:cNvPr id="597" name="Shape 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" name="Google Shape;598;p27"/>
          <p:cNvSpPr txBox="1"/>
          <p:nvPr>
            <p:ph type="title"/>
          </p:nvPr>
        </p:nvSpPr>
        <p:spPr>
          <a:xfrm>
            <a:off x="2579913" y="1598076"/>
            <a:ext cx="1665300" cy="7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9" name="Google Shape;599;p27"/>
          <p:cNvSpPr txBox="1"/>
          <p:nvPr>
            <p:ph idx="1" type="subTitle"/>
          </p:nvPr>
        </p:nvSpPr>
        <p:spPr>
          <a:xfrm>
            <a:off x="1514313" y="2393063"/>
            <a:ext cx="2730900" cy="111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00" name="Google Shape;600;p27"/>
          <p:cNvSpPr/>
          <p:nvPr/>
        </p:nvSpPr>
        <p:spPr>
          <a:xfrm rot="-8933533">
            <a:off x="-76041" y="4242723"/>
            <a:ext cx="1894979" cy="1037626"/>
          </a:xfrm>
          <a:custGeom>
            <a:rect b="b" l="l" r="r" t="t"/>
            <a:pathLst>
              <a:path extrusionOk="0" h="24140" w="44086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" name="Google Shape;601;p27"/>
          <p:cNvGrpSpPr/>
          <p:nvPr/>
        </p:nvGrpSpPr>
        <p:grpSpPr>
          <a:xfrm>
            <a:off x="1339077" y="4508013"/>
            <a:ext cx="315649" cy="349878"/>
            <a:chOff x="4846427" y="-66500"/>
            <a:chExt cx="315649" cy="349878"/>
          </a:xfrm>
        </p:grpSpPr>
        <p:sp>
          <p:nvSpPr>
            <p:cNvPr id="602" name="Google Shape;602;p27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7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7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7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" name="Google Shape;606;p27"/>
          <p:cNvGrpSpPr/>
          <p:nvPr/>
        </p:nvGrpSpPr>
        <p:grpSpPr>
          <a:xfrm flipH="1" rot="-1308085">
            <a:off x="-87938" y="-157475"/>
            <a:ext cx="878888" cy="1093469"/>
            <a:chOff x="-82550" y="4170314"/>
            <a:chExt cx="878866" cy="1093442"/>
          </a:xfrm>
        </p:grpSpPr>
        <p:sp>
          <p:nvSpPr>
            <p:cNvPr id="607" name="Google Shape;607;p27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7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7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" name="Google Shape;610;p27"/>
          <p:cNvSpPr/>
          <p:nvPr/>
        </p:nvSpPr>
        <p:spPr>
          <a:xfrm rot="487906">
            <a:off x="628211" y="924795"/>
            <a:ext cx="269254" cy="481859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" name="Google Shape;611;p27"/>
          <p:cNvSpPr/>
          <p:nvPr/>
        </p:nvSpPr>
        <p:spPr>
          <a:xfrm flipH="1" rot="10800000">
            <a:off x="7956081" y="4418490"/>
            <a:ext cx="1264599" cy="929507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" name="Google Shape;612;p27"/>
          <p:cNvSpPr/>
          <p:nvPr/>
        </p:nvSpPr>
        <p:spPr>
          <a:xfrm rot="399774">
            <a:off x="8152739" y="3414125"/>
            <a:ext cx="394943" cy="332145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" name="Google Shape;613;p27"/>
          <p:cNvSpPr/>
          <p:nvPr/>
        </p:nvSpPr>
        <p:spPr>
          <a:xfrm rot="-7290801">
            <a:off x="8009808" y="-160011"/>
            <a:ext cx="1157156" cy="1066716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" name="Google Shape;614;p27"/>
          <p:cNvGrpSpPr/>
          <p:nvPr/>
        </p:nvGrpSpPr>
        <p:grpSpPr>
          <a:xfrm>
            <a:off x="8346847" y="747392"/>
            <a:ext cx="483086" cy="429802"/>
            <a:chOff x="1101247" y="2686592"/>
            <a:chExt cx="483086" cy="429802"/>
          </a:xfrm>
        </p:grpSpPr>
        <p:sp>
          <p:nvSpPr>
            <p:cNvPr id="615" name="Google Shape;615;p27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7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" name="Google Shape;617;p27"/>
          <p:cNvSpPr/>
          <p:nvPr/>
        </p:nvSpPr>
        <p:spPr>
          <a:xfrm rot="10800000">
            <a:off x="4434307" y="-87312"/>
            <a:ext cx="376730" cy="382673"/>
          </a:xfrm>
          <a:custGeom>
            <a:rect b="b" l="l" r="r" t="t"/>
            <a:pathLst>
              <a:path extrusionOk="0" h="9723" w="9572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27"/>
          <p:cNvSpPr/>
          <p:nvPr/>
        </p:nvSpPr>
        <p:spPr>
          <a:xfrm rot="10800000">
            <a:off x="4100713" y="-89712"/>
            <a:ext cx="1035575" cy="687615"/>
          </a:xfrm>
          <a:custGeom>
            <a:rect b="b" l="l" r="r" t="t"/>
            <a:pathLst>
              <a:path extrusionOk="0" h="17471" w="26312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8_1">
    <p:bg>
      <p:bgPr>
        <a:solidFill>
          <a:schemeClr val="accent4"/>
        </a:solidFill>
      </p:bgPr>
    </p:bg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p28"/>
          <p:cNvSpPr/>
          <p:nvPr/>
        </p:nvSpPr>
        <p:spPr>
          <a:xfrm rot="8586844">
            <a:off x="8284579" y="3711233"/>
            <a:ext cx="386635" cy="586327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28"/>
          <p:cNvSpPr/>
          <p:nvPr/>
        </p:nvSpPr>
        <p:spPr>
          <a:xfrm>
            <a:off x="5142900" y="4603650"/>
            <a:ext cx="445086" cy="471456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28"/>
          <p:cNvSpPr txBox="1"/>
          <p:nvPr>
            <p:ph type="title"/>
          </p:nvPr>
        </p:nvSpPr>
        <p:spPr>
          <a:xfrm>
            <a:off x="4089600" y="1749668"/>
            <a:ext cx="43428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8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623" name="Google Shape;623;p28"/>
          <p:cNvSpPr txBox="1"/>
          <p:nvPr>
            <p:ph idx="1" type="subTitle"/>
          </p:nvPr>
        </p:nvSpPr>
        <p:spPr>
          <a:xfrm>
            <a:off x="4089600" y="2845132"/>
            <a:ext cx="43428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pic>
        <p:nvPicPr>
          <p:cNvPr id="624" name="Google Shape;624;p28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25" name="Google Shape;625;p28"/>
          <p:cNvSpPr/>
          <p:nvPr/>
        </p:nvSpPr>
        <p:spPr>
          <a:xfrm rot="-8506666">
            <a:off x="8383814" y="-402675"/>
            <a:ext cx="1004153" cy="1024653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" name="Google Shape;626;p28"/>
          <p:cNvGrpSpPr/>
          <p:nvPr/>
        </p:nvGrpSpPr>
        <p:grpSpPr>
          <a:xfrm rot="-9849415">
            <a:off x="6706989" y="-293769"/>
            <a:ext cx="1270582" cy="1053607"/>
            <a:chOff x="-142022" y="90588"/>
            <a:chExt cx="1270599" cy="1053621"/>
          </a:xfrm>
        </p:grpSpPr>
        <p:sp>
          <p:nvSpPr>
            <p:cNvPr id="627" name="Google Shape;627;p28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8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8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8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8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8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8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8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8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8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8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8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8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8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" name="Google Shape;641;p28"/>
          <p:cNvSpPr/>
          <p:nvPr/>
        </p:nvSpPr>
        <p:spPr>
          <a:xfrm flipH="1" rot="-5400000">
            <a:off x="5025358" y="-533096"/>
            <a:ext cx="373558" cy="12854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28"/>
          <p:cNvSpPr/>
          <p:nvPr/>
        </p:nvSpPr>
        <p:spPr>
          <a:xfrm rot="-466267">
            <a:off x="7691393" y="4522296"/>
            <a:ext cx="1951125" cy="1138104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8_1_1">
    <p:bg>
      <p:bgPr>
        <a:solidFill>
          <a:schemeClr val="accent4"/>
        </a:solidFill>
      </p:bgPr>
    </p:bg>
    <p:spTree>
      <p:nvGrpSpPr>
        <p:cNvPr id="643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4" name="Google Shape;644;p29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45" name="Google Shape;645;p29"/>
          <p:cNvSpPr/>
          <p:nvPr/>
        </p:nvSpPr>
        <p:spPr>
          <a:xfrm rot="8586844">
            <a:off x="8284579" y="3711233"/>
            <a:ext cx="386635" cy="586327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29"/>
          <p:cNvSpPr/>
          <p:nvPr/>
        </p:nvSpPr>
        <p:spPr>
          <a:xfrm>
            <a:off x="5142900" y="4603650"/>
            <a:ext cx="445086" cy="471456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" name="Google Shape;647;p29"/>
          <p:cNvSpPr txBox="1"/>
          <p:nvPr>
            <p:ph type="title"/>
          </p:nvPr>
        </p:nvSpPr>
        <p:spPr>
          <a:xfrm>
            <a:off x="2084100" y="3090725"/>
            <a:ext cx="4975800" cy="73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648" name="Google Shape;648;p29"/>
          <p:cNvSpPr txBox="1"/>
          <p:nvPr>
            <p:ph idx="1" type="subTitle"/>
          </p:nvPr>
        </p:nvSpPr>
        <p:spPr>
          <a:xfrm>
            <a:off x="2084100" y="3822130"/>
            <a:ext cx="49758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p30"/>
          <p:cNvSpPr/>
          <p:nvPr/>
        </p:nvSpPr>
        <p:spPr>
          <a:xfrm rot="-8506666">
            <a:off x="8091477" y="4506138"/>
            <a:ext cx="1004153" cy="1024653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p30"/>
          <p:cNvSpPr/>
          <p:nvPr/>
        </p:nvSpPr>
        <p:spPr>
          <a:xfrm flipH="1" rot="-6067523">
            <a:off x="376721" y="4233330"/>
            <a:ext cx="339868" cy="1169559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" name="Google Shape;652;p30"/>
          <p:cNvGrpSpPr/>
          <p:nvPr/>
        </p:nvGrpSpPr>
        <p:grpSpPr>
          <a:xfrm rot="3918966">
            <a:off x="8154140" y="-99940"/>
            <a:ext cx="878841" cy="1093411"/>
            <a:chOff x="-82550" y="4170314"/>
            <a:chExt cx="878866" cy="1093442"/>
          </a:xfrm>
        </p:grpSpPr>
        <p:sp>
          <p:nvSpPr>
            <p:cNvPr id="653" name="Google Shape;653;p30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0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0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" name="Google Shape;656;p30"/>
          <p:cNvSpPr/>
          <p:nvPr/>
        </p:nvSpPr>
        <p:spPr>
          <a:xfrm flipH="1" rot="-5400000">
            <a:off x="455956" y="4375714"/>
            <a:ext cx="373558" cy="12854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" name="Google Shape;657;p30"/>
          <p:cNvGrpSpPr/>
          <p:nvPr/>
        </p:nvGrpSpPr>
        <p:grpSpPr>
          <a:xfrm>
            <a:off x="282427" y="4385738"/>
            <a:ext cx="315649" cy="349878"/>
            <a:chOff x="4846427" y="-66500"/>
            <a:chExt cx="315649" cy="349878"/>
          </a:xfrm>
        </p:grpSpPr>
        <p:sp>
          <p:nvSpPr>
            <p:cNvPr id="658" name="Google Shape;658;p30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0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0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0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" name="Google Shape;662;p30"/>
          <p:cNvSpPr/>
          <p:nvPr/>
        </p:nvSpPr>
        <p:spPr>
          <a:xfrm rot="-244539">
            <a:off x="-74454" y="21029"/>
            <a:ext cx="1894979" cy="1037627"/>
          </a:xfrm>
          <a:custGeom>
            <a:rect b="b" l="l" r="r" t="t"/>
            <a:pathLst>
              <a:path extrusionOk="0" h="24140" w="44086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30"/>
          <p:cNvSpPr/>
          <p:nvPr/>
        </p:nvSpPr>
        <p:spPr>
          <a:xfrm>
            <a:off x="8701425" y="4129263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" name="Google Shape;664;p30"/>
          <p:cNvGrpSpPr/>
          <p:nvPr/>
        </p:nvGrpSpPr>
        <p:grpSpPr>
          <a:xfrm rot="3550083">
            <a:off x="8812423" y="400661"/>
            <a:ext cx="593155" cy="707094"/>
            <a:chOff x="8446375" y="3346247"/>
            <a:chExt cx="572406" cy="682360"/>
          </a:xfrm>
        </p:grpSpPr>
        <p:sp>
          <p:nvSpPr>
            <p:cNvPr id="665" name="Google Shape;665;p30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0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0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0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0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" name="Google Shape;670;p30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671" name="Google Shape;671;p30"/>
          <p:cNvSpPr txBox="1"/>
          <p:nvPr>
            <p:ph idx="2" type="title"/>
          </p:nvPr>
        </p:nvSpPr>
        <p:spPr>
          <a:xfrm>
            <a:off x="1547263" y="3200000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72" name="Google Shape;672;p30"/>
          <p:cNvSpPr txBox="1"/>
          <p:nvPr>
            <p:ph idx="1" type="subTitle"/>
          </p:nvPr>
        </p:nvSpPr>
        <p:spPr>
          <a:xfrm>
            <a:off x="1547263" y="3591291"/>
            <a:ext cx="23364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73" name="Google Shape;673;p30"/>
          <p:cNvSpPr txBox="1"/>
          <p:nvPr>
            <p:ph idx="3" type="title"/>
          </p:nvPr>
        </p:nvSpPr>
        <p:spPr>
          <a:xfrm>
            <a:off x="5260338" y="3579350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74" name="Google Shape;674;p30"/>
          <p:cNvSpPr txBox="1"/>
          <p:nvPr>
            <p:ph idx="4" type="subTitle"/>
          </p:nvPr>
        </p:nvSpPr>
        <p:spPr>
          <a:xfrm>
            <a:off x="5260338" y="3970640"/>
            <a:ext cx="23364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1"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p31"/>
          <p:cNvSpPr/>
          <p:nvPr/>
        </p:nvSpPr>
        <p:spPr>
          <a:xfrm>
            <a:off x="8837813" y="4466243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31"/>
          <p:cNvSpPr/>
          <p:nvPr/>
        </p:nvSpPr>
        <p:spPr>
          <a:xfrm flipH="1">
            <a:off x="-106594" y="202613"/>
            <a:ext cx="1678828" cy="97927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" name="Google Shape;678;p31"/>
          <p:cNvGrpSpPr/>
          <p:nvPr/>
        </p:nvGrpSpPr>
        <p:grpSpPr>
          <a:xfrm>
            <a:off x="250850" y="690372"/>
            <a:ext cx="572406" cy="682360"/>
            <a:chOff x="98450" y="537972"/>
            <a:chExt cx="572406" cy="682360"/>
          </a:xfrm>
        </p:grpSpPr>
        <p:sp>
          <p:nvSpPr>
            <p:cNvPr id="679" name="Google Shape;679;p31"/>
            <p:cNvSpPr/>
            <p:nvPr/>
          </p:nvSpPr>
          <p:spPr>
            <a:xfrm>
              <a:off x="244625" y="102932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1"/>
            <p:cNvSpPr/>
            <p:nvPr/>
          </p:nvSpPr>
          <p:spPr>
            <a:xfrm>
              <a:off x="421702" y="91787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1"/>
            <p:cNvSpPr/>
            <p:nvPr/>
          </p:nvSpPr>
          <p:spPr>
            <a:xfrm>
              <a:off x="277560" y="72226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1"/>
            <p:cNvSpPr/>
            <p:nvPr/>
          </p:nvSpPr>
          <p:spPr>
            <a:xfrm>
              <a:off x="98450" y="83964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1"/>
            <p:cNvSpPr/>
            <p:nvPr/>
          </p:nvSpPr>
          <p:spPr>
            <a:xfrm>
              <a:off x="504040" y="53797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" name="Google Shape;684;p31"/>
          <p:cNvSpPr/>
          <p:nvPr/>
        </p:nvSpPr>
        <p:spPr>
          <a:xfrm flipH="1" rot="10149192">
            <a:off x="8283419" y="43001"/>
            <a:ext cx="1141101" cy="1052010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p31"/>
          <p:cNvSpPr/>
          <p:nvPr/>
        </p:nvSpPr>
        <p:spPr>
          <a:xfrm>
            <a:off x="2316775" y="306751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686" name="Google Shape;686;p31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687" name="Google Shape;687;p31"/>
          <p:cNvSpPr txBox="1"/>
          <p:nvPr>
            <p:ph idx="1" type="body"/>
          </p:nvPr>
        </p:nvSpPr>
        <p:spPr>
          <a:xfrm>
            <a:off x="727300" y="1269075"/>
            <a:ext cx="3794400" cy="33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Raleway"/>
              <a:buChar char="■"/>
              <a:defRPr/>
            </a:lvl9pPr>
          </a:lstStyle>
          <a:p/>
        </p:txBody>
      </p:sp>
      <p:sp>
        <p:nvSpPr>
          <p:cNvPr id="688" name="Google Shape;688;p31"/>
          <p:cNvSpPr txBox="1"/>
          <p:nvPr>
            <p:ph idx="2" type="body"/>
          </p:nvPr>
        </p:nvSpPr>
        <p:spPr>
          <a:xfrm>
            <a:off x="4622300" y="1269075"/>
            <a:ext cx="3794400" cy="33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Raleway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1_1">
    <p:spTree>
      <p:nvGrpSpPr>
        <p:cNvPr id="689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p32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691" name="Google Shape;691;p32"/>
          <p:cNvSpPr txBox="1"/>
          <p:nvPr>
            <p:ph idx="2" type="title"/>
          </p:nvPr>
        </p:nvSpPr>
        <p:spPr>
          <a:xfrm>
            <a:off x="1787950" y="1432500"/>
            <a:ext cx="3389400" cy="35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92" name="Google Shape;692;p32"/>
          <p:cNvSpPr txBox="1"/>
          <p:nvPr>
            <p:ph idx="1" type="subTitle"/>
          </p:nvPr>
        </p:nvSpPr>
        <p:spPr>
          <a:xfrm>
            <a:off x="1787950" y="1789488"/>
            <a:ext cx="338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93" name="Google Shape;693;p32"/>
          <p:cNvSpPr txBox="1"/>
          <p:nvPr>
            <p:ph idx="3" type="title"/>
          </p:nvPr>
        </p:nvSpPr>
        <p:spPr>
          <a:xfrm>
            <a:off x="1787950" y="3134345"/>
            <a:ext cx="3393600" cy="35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94" name="Google Shape;694;p32"/>
          <p:cNvSpPr txBox="1"/>
          <p:nvPr>
            <p:ph idx="4" type="subTitle"/>
          </p:nvPr>
        </p:nvSpPr>
        <p:spPr>
          <a:xfrm>
            <a:off x="1787950" y="3491325"/>
            <a:ext cx="338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95" name="Google Shape;695;p32"/>
          <p:cNvGrpSpPr/>
          <p:nvPr/>
        </p:nvGrpSpPr>
        <p:grpSpPr>
          <a:xfrm>
            <a:off x="250850" y="4183747"/>
            <a:ext cx="572406" cy="682360"/>
            <a:chOff x="98450" y="537972"/>
            <a:chExt cx="572406" cy="682360"/>
          </a:xfrm>
        </p:grpSpPr>
        <p:sp>
          <p:nvSpPr>
            <p:cNvPr id="696" name="Google Shape;696;p32"/>
            <p:cNvSpPr/>
            <p:nvPr/>
          </p:nvSpPr>
          <p:spPr>
            <a:xfrm>
              <a:off x="244625" y="102932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2"/>
            <p:cNvSpPr/>
            <p:nvPr/>
          </p:nvSpPr>
          <p:spPr>
            <a:xfrm>
              <a:off x="421702" y="91787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2"/>
            <p:cNvSpPr/>
            <p:nvPr/>
          </p:nvSpPr>
          <p:spPr>
            <a:xfrm>
              <a:off x="277560" y="72226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2"/>
            <p:cNvSpPr/>
            <p:nvPr/>
          </p:nvSpPr>
          <p:spPr>
            <a:xfrm>
              <a:off x="98450" y="83964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2"/>
            <p:cNvSpPr/>
            <p:nvPr/>
          </p:nvSpPr>
          <p:spPr>
            <a:xfrm>
              <a:off x="504040" y="53797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" name="Google Shape;701;p32"/>
          <p:cNvSpPr/>
          <p:nvPr/>
        </p:nvSpPr>
        <p:spPr>
          <a:xfrm>
            <a:off x="250850" y="157326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1_1_1_1"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p33"/>
          <p:cNvSpPr/>
          <p:nvPr/>
        </p:nvSpPr>
        <p:spPr>
          <a:xfrm>
            <a:off x="-12" y="40843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33"/>
          <p:cNvSpPr/>
          <p:nvPr/>
        </p:nvSpPr>
        <p:spPr>
          <a:xfrm flipH="1">
            <a:off x="7591369" y="4717613"/>
            <a:ext cx="1678828" cy="97927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" name="Google Shape;705;p33"/>
          <p:cNvGrpSpPr/>
          <p:nvPr/>
        </p:nvGrpSpPr>
        <p:grpSpPr>
          <a:xfrm>
            <a:off x="8416525" y="3624072"/>
            <a:ext cx="572406" cy="682360"/>
            <a:chOff x="98450" y="537972"/>
            <a:chExt cx="572406" cy="682360"/>
          </a:xfrm>
        </p:grpSpPr>
        <p:sp>
          <p:nvSpPr>
            <p:cNvPr id="706" name="Google Shape;706;p33"/>
            <p:cNvSpPr/>
            <p:nvPr/>
          </p:nvSpPr>
          <p:spPr>
            <a:xfrm>
              <a:off x="244625" y="102932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3"/>
            <p:cNvSpPr/>
            <p:nvPr/>
          </p:nvSpPr>
          <p:spPr>
            <a:xfrm>
              <a:off x="421702" y="91787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3"/>
            <p:cNvSpPr/>
            <p:nvPr/>
          </p:nvSpPr>
          <p:spPr>
            <a:xfrm>
              <a:off x="277560" y="72226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3"/>
            <p:cNvSpPr/>
            <p:nvPr/>
          </p:nvSpPr>
          <p:spPr>
            <a:xfrm>
              <a:off x="98450" y="83964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3"/>
            <p:cNvSpPr/>
            <p:nvPr/>
          </p:nvSpPr>
          <p:spPr>
            <a:xfrm>
              <a:off x="504040" y="53797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" name="Google Shape;711;p33"/>
          <p:cNvSpPr/>
          <p:nvPr/>
        </p:nvSpPr>
        <p:spPr>
          <a:xfrm flipH="1" rot="10149192">
            <a:off x="8369144" y="-526424"/>
            <a:ext cx="1141101" cy="1052010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33"/>
          <p:cNvSpPr/>
          <p:nvPr/>
        </p:nvSpPr>
        <p:spPr>
          <a:xfrm>
            <a:off x="2316775" y="306751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13" name="Google Shape;713;p33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714" name="Google Shape;714;p33"/>
          <p:cNvSpPr txBox="1"/>
          <p:nvPr>
            <p:ph idx="1" type="subTitle"/>
          </p:nvPr>
        </p:nvSpPr>
        <p:spPr>
          <a:xfrm>
            <a:off x="727300" y="979875"/>
            <a:ext cx="76893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15" name="Google Shape;715;p33"/>
          <p:cNvSpPr txBox="1"/>
          <p:nvPr>
            <p:ph idx="2" type="subTitle"/>
          </p:nvPr>
        </p:nvSpPr>
        <p:spPr>
          <a:xfrm>
            <a:off x="727300" y="1311300"/>
            <a:ext cx="3770100" cy="32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16" name="Google Shape;716;p33"/>
          <p:cNvSpPr txBox="1"/>
          <p:nvPr>
            <p:ph idx="3" type="subTitle"/>
          </p:nvPr>
        </p:nvSpPr>
        <p:spPr>
          <a:xfrm>
            <a:off x="4646424" y="1311300"/>
            <a:ext cx="3770100" cy="32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717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34"/>
          <p:cNvSpPr txBox="1"/>
          <p:nvPr>
            <p:ph type="title"/>
          </p:nvPr>
        </p:nvSpPr>
        <p:spPr>
          <a:xfrm>
            <a:off x="720000" y="1890525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19" name="Google Shape;719;p34"/>
          <p:cNvSpPr txBox="1"/>
          <p:nvPr>
            <p:ph idx="1" type="subTitle"/>
          </p:nvPr>
        </p:nvSpPr>
        <p:spPr>
          <a:xfrm>
            <a:off x="720000" y="2358016"/>
            <a:ext cx="23364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20" name="Google Shape;720;p34"/>
          <p:cNvSpPr txBox="1"/>
          <p:nvPr>
            <p:ph idx="2" type="title"/>
          </p:nvPr>
        </p:nvSpPr>
        <p:spPr>
          <a:xfrm>
            <a:off x="3403800" y="1890525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1" name="Google Shape;721;p34"/>
          <p:cNvSpPr txBox="1"/>
          <p:nvPr>
            <p:ph idx="3" type="subTitle"/>
          </p:nvPr>
        </p:nvSpPr>
        <p:spPr>
          <a:xfrm>
            <a:off x="3403800" y="2358015"/>
            <a:ext cx="23364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22" name="Google Shape;722;p34"/>
          <p:cNvSpPr txBox="1"/>
          <p:nvPr>
            <p:ph idx="4" type="title"/>
          </p:nvPr>
        </p:nvSpPr>
        <p:spPr>
          <a:xfrm>
            <a:off x="6087600" y="1890525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3" name="Google Shape;723;p34"/>
          <p:cNvSpPr txBox="1"/>
          <p:nvPr>
            <p:ph idx="5" type="subTitle"/>
          </p:nvPr>
        </p:nvSpPr>
        <p:spPr>
          <a:xfrm>
            <a:off x="6087600" y="2358015"/>
            <a:ext cx="2336400" cy="6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24" name="Google Shape;724;p34"/>
          <p:cNvSpPr txBox="1"/>
          <p:nvPr>
            <p:ph idx="6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725" name="Google Shape;725;p34"/>
          <p:cNvSpPr/>
          <p:nvPr/>
        </p:nvSpPr>
        <p:spPr>
          <a:xfrm>
            <a:off x="7735606" y="-75350"/>
            <a:ext cx="1678828" cy="97927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34"/>
          <p:cNvSpPr/>
          <p:nvPr/>
        </p:nvSpPr>
        <p:spPr>
          <a:xfrm>
            <a:off x="8124575" y="4786750"/>
            <a:ext cx="690058" cy="728219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34"/>
          <p:cNvSpPr/>
          <p:nvPr/>
        </p:nvSpPr>
        <p:spPr>
          <a:xfrm>
            <a:off x="-255250" y="75050"/>
            <a:ext cx="1264725" cy="929600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" name="Google Shape;728;p34"/>
          <p:cNvGrpSpPr/>
          <p:nvPr/>
        </p:nvGrpSpPr>
        <p:grpSpPr>
          <a:xfrm>
            <a:off x="8166051" y="-75350"/>
            <a:ext cx="817916" cy="860208"/>
            <a:chOff x="8166051" y="-75350"/>
            <a:chExt cx="817916" cy="860208"/>
          </a:xfrm>
        </p:grpSpPr>
        <p:sp>
          <p:nvSpPr>
            <p:cNvPr id="729" name="Google Shape;729;p34"/>
            <p:cNvSpPr/>
            <p:nvPr/>
          </p:nvSpPr>
          <p:spPr>
            <a:xfrm rot="1238432">
              <a:off x="8289700" y="-72880"/>
              <a:ext cx="146623" cy="728242"/>
            </a:xfrm>
            <a:custGeom>
              <a:rect b="b" l="l" r="r" t="t"/>
              <a:pathLst>
                <a:path extrusionOk="0" h="29130" w="5865">
                  <a:moveTo>
                    <a:pt x="3708" y="0"/>
                  </a:moveTo>
                  <a:cubicBezTo>
                    <a:pt x="3495" y="0"/>
                    <a:pt x="3252" y="31"/>
                    <a:pt x="3039" y="31"/>
                  </a:cubicBezTo>
                  <a:cubicBezTo>
                    <a:pt x="2766" y="61"/>
                    <a:pt x="2523" y="122"/>
                    <a:pt x="2249" y="183"/>
                  </a:cubicBezTo>
                  <a:cubicBezTo>
                    <a:pt x="2128" y="213"/>
                    <a:pt x="1976" y="274"/>
                    <a:pt x="1854" y="335"/>
                  </a:cubicBezTo>
                  <a:cubicBezTo>
                    <a:pt x="1611" y="486"/>
                    <a:pt x="1429" y="669"/>
                    <a:pt x="1307" y="912"/>
                  </a:cubicBezTo>
                  <a:cubicBezTo>
                    <a:pt x="1095" y="1368"/>
                    <a:pt x="943" y="1854"/>
                    <a:pt x="912" y="2370"/>
                  </a:cubicBezTo>
                  <a:cubicBezTo>
                    <a:pt x="852" y="2917"/>
                    <a:pt x="791" y="3434"/>
                    <a:pt x="73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426" y="6806"/>
                  </a:cubicBezTo>
                  <a:cubicBezTo>
                    <a:pt x="365" y="7353"/>
                    <a:pt x="305" y="7900"/>
                    <a:pt x="244" y="8447"/>
                  </a:cubicBezTo>
                  <a:cubicBezTo>
                    <a:pt x="183" y="8842"/>
                    <a:pt x="153" y="9267"/>
                    <a:pt x="92" y="9692"/>
                  </a:cubicBezTo>
                  <a:cubicBezTo>
                    <a:pt x="62" y="10179"/>
                    <a:pt x="3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8473"/>
                  </a:lnTo>
                  <a:lnTo>
                    <a:pt x="1" y="19385"/>
                  </a:lnTo>
                  <a:lnTo>
                    <a:pt x="1" y="21390"/>
                  </a:lnTo>
                  <a:cubicBezTo>
                    <a:pt x="1" y="21694"/>
                    <a:pt x="1" y="21998"/>
                    <a:pt x="31" y="22301"/>
                  </a:cubicBezTo>
                  <a:lnTo>
                    <a:pt x="31" y="22909"/>
                  </a:lnTo>
                  <a:lnTo>
                    <a:pt x="31" y="23547"/>
                  </a:lnTo>
                  <a:lnTo>
                    <a:pt x="31" y="24307"/>
                  </a:lnTo>
                  <a:cubicBezTo>
                    <a:pt x="31" y="24428"/>
                    <a:pt x="31" y="24580"/>
                    <a:pt x="62" y="24702"/>
                  </a:cubicBezTo>
                  <a:lnTo>
                    <a:pt x="62" y="25005"/>
                  </a:lnTo>
                  <a:lnTo>
                    <a:pt x="62" y="25613"/>
                  </a:lnTo>
                  <a:lnTo>
                    <a:pt x="62" y="25674"/>
                  </a:lnTo>
                  <a:cubicBezTo>
                    <a:pt x="62" y="26130"/>
                    <a:pt x="92" y="26616"/>
                    <a:pt x="153" y="27071"/>
                  </a:cubicBezTo>
                  <a:cubicBezTo>
                    <a:pt x="213" y="27740"/>
                    <a:pt x="305" y="28560"/>
                    <a:pt x="1003" y="28894"/>
                  </a:cubicBezTo>
                  <a:cubicBezTo>
                    <a:pt x="1277" y="29016"/>
                    <a:pt x="1581" y="29107"/>
                    <a:pt x="1915" y="29107"/>
                  </a:cubicBezTo>
                  <a:cubicBezTo>
                    <a:pt x="1961" y="29122"/>
                    <a:pt x="2006" y="29130"/>
                    <a:pt x="2055" y="29130"/>
                  </a:cubicBezTo>
                  <a:cubicBezTo>
                    <a:pt x="2105" y="29130"/>
                    <a:pt x="2158" y="29122"/>
                    <a:pt x="2219" y="29107"/>
                  </a:cubicBezTo>
                  <a:lnTo>
                    <a:pt x="2583" y="29107"/>
                  </a:lnTo>
                  <a:cubicBezTo>
                    <a:pt x="2735" y="29107"/>
                    <a:pt x="2887" y="29077"/>
                    <a:pt x="3009" y="29077"/>
                  </a:cubicBezTo>
                  <a:cubicBezTo>
                    <a:pt x="3191" y="29016"/>
                    <a:pt x="3343" y="28955"/>
                    <a:pt x="3495" y="28894"/>
                  </a:cubicBezTo>
                  <a:cubicBezTo>
                    <a:pt x="3677" y="28803"/>
                    <a:pt x="3859" y="28651"/>
                    <a:pt x="3981" y="28439"/>
                  </a:cubicBezTo>
                  <a:cubicBezTo>
                    <a:pt x="4072" y="28287"/>
                    <a:pt x="4163" y="28104"/>
                    <a:pt x="4224" y="27922"/>
                  </a:cubicBezTo>
                  <a:cubicBezTo>
                    <a:pt x="4376" y="27466"/>
                    <a:pt x="4467" y="26980"/>
                    <a:pt x="4497" y="26494"/>
                  </a:cubicBezTo>
                  <a:lnTo>
                    <a:pt x="4497" y="26464"/>
                  </a:lnTo>
                  <a:cubicBezTo>
                    <a:pt x="4619" y="25552"/>
                    <a:pt x="4710" y="24610"/>
                    <a:pt x="4771" y="23669"/>
                  </a:cubicBezTo>
                  <a:cubicBezTo>
                    <a:pt x="4771" y="23365"/>
                    <a:pt x="4801" y="23091"/>
                    <a:pt x="4832" y="22787"/>
                  </a:cubicBezTo>
                  <a:cubicBezTo>
                    <a:pt x="4862" y="22575"/>
                    <a:pt x="4862" y="22392"/>
                    <a:pt x="4892" y="22180"/>
                  </a:cubicBezTo>
                  <a:cubicBezTo>
                    <a:pt x="4923" y="21876"/>
                    <a:pt x="4923" y="21572"/>
                    <a:pt x="4953" y="21299"/>
                  </a:cubicBezTo>
                  <a:lnTo>
                    <a:pt x="4984" y="20752"/>
                  </a:lnTo>
                  <a:cubicBezTo>
                    <a:pt x="5014" y="20387"/>
                    <a:pt x="5044" y="20023"/>
                    <a:pt x="5075" y="19688"/>
                  </a:cubicBezTo>
                  <a:lnTo>
                    <a:pt x="5105" y="19293"/>
                  </a:lnTo>
                  <a:lnTo>
                    <a:pt x="5105" y="19111"/>
                  </a:lnTo>
                  <a:cubicBezTo>
                    <a:pt x="5136" y="18929"/>
                    <a:pt x="5136" y="18747"/>
                    <a:pt x="5166" y="18564"/>
                  </a:cubicBezTo>
                  <a:cubicBezTo>
                    <a:pt x="5166" y="18412"/>
                    <a:pt x="5166" y="18291"/>
                    <a:pt x="5166" y="18169"/>
                  </a:cubicBezTo>
                  <a:cubicBezTo>
                    <a:pt x="5196" y="18078"/>
                    <a:pt x="5166" y="17987"/>
                    <a:pt x="5166" y="17896"/>
                  </a:cubicBezTo>
                  <a:cubicBezTo>
                    <a:pt x="5166" y="17653"/>
                    <a:pt x="5196" y="17410"/>
                    <a:pt x="5227" y="17167"/>
                  </a:cubicBezTo>
                  <a:cubicBezTo>
                    <a:pt x="5227" y="16954"/>
                    <a:pt x="5227" y="16681"/>
                    <a:pt x="5257" y="16407"/>
                  </a:cubicBezTo>
                  <a:cubicBezTo>
                    <a:pt x="5257" y="16286"/>
                    <a:pt x="5257" y="16134"/>
                    <a:pt x="5287" y="15982"/>
                  </a:cubicBezTo>
                  <a:cubicBezTo>
                    <a:pt x="5318" y="15617"/>
                    <a:pt x="5318" y="15253"/>
                    <a:pt x="5348" y="14888"/>
                  </a:cubicBezTo>
                  <a:cubicBezTo>
                    <a:pt x="5348" y="14554"/>
                    <a:pt x="5379" y="14128"/>
                    <a:pt x="5379" y="13764"/>
                  </a:cubicBezTo>
                  <a:lnTo>
                    <a:pt x="5379" y="13399"/>
                  </a:lnTo>
                  <a:cubicBezTo>
                    <a:pt x="5379" y="12913"/>
                    <a:pt x="5470" y="12397"/>
                    <a:pt x="5530" y="11941"/>
                  </a:cubicBezTo>
                  <a:lnTo>
                    <a:pt x="5530" y="11910"/>
                  </a:lnTo>
                  <a:cubicBezTo>
                    <a:pt x="5591" y="11455"/>
                    <a:pt x="5652" y="10999"/>
                    <a:pt x="5652" y="10543"/>
                  </a:cubicBezTo>
                  <a:cubicBezTo>
                    <a:pt x="5682" y="10087"/>
                    <a:pt x="5682" y="9510"/>
                    <a:pt x="5682" y="9024"/>
                  </a:cubicBezTo>
                  <a:cubicBezTo>
                    <a:pt x="5713" y="8538"/>
                    <a:pt x="5682" y="8082"/>
                    <a:pt x="5713" y="7596"/>
                  </a:cubicBezTo>
                  <a:cubicBezTo>
                    <a:pt x="5743" y="7140"/>
                    <a:pt x="5743" y="6624"/>
                    <a:pt x="5743" y="6168"/>
                  </a:cubicBezTo>
                  <a:lnTo>
                    <a:pt x="5743" y="3889"/>
                  </a:lnTo>
                  <a:lnTo>
                    <a:pt x="5865" y="3373"/>
                  </a:lnTo>
                  <a:lnTo>
                    <a:pt x="5865" y="2127"/>
                  </a:lnTo>
                  <a:cubicBezTo>
                    <a:pt x="5865" y="1884"/>
                    <a:pt x="5834" y="1641"/>
                    <a:pt x="5804" y="1368"/>
                  </a:cubicBezTo>
                  <a:cubicBezTo>
                    <a:pt x="5774" y="1276"/>
                    <a:pt x="5774" y="1185"/>
                    <a:pt x="5743" y="1094"/>
                  </a:cubicBezTo>
                  <a:cubicBezTo>
                    <a:pt x="5713" y="973"/>
                    <a:pt x="5652" y="851"/>
                    <a:pt x="5591" y="730"/>
                  </a:cubicBezTo>
                  <a:cubicBezTo>
                    <a:pt x="5561" y="669"/>
                    <a:pt x="5530" y="638"/>
                    <a:pt x="5470" y="578"/>
                  </a:cubicBezTo>
                  <a:lnTo>
                    <a:pt x="5470" y="547"/>
                  </a:lnTo>
                  <a:lnTo>
                    <a:pt x="5379" y="426"/>
                  </a:lnTo>
                  <a:lnTo>
                    <a:pt x="5348" y="426"/>
                  </a:lnTo>
                  <a:cubicBezTo>
                    <a:pt x="5287" y="335"/>
                    <a:pt x="5166" y="274"/>
                    <a:pt x="5075" y="243"/>
                  </a:cubicBezTo>
                  <a:cubicBezTo>
                    <a:pt x="5014" y="213"/>
                    <a:pt x="4953" y="213"/>
                    <a:pt x="4892" y="213"/>
                  </a:cubicBezTo>
                  <a:lnTo>
                    <a:pt x="4801" y="213"/>
                  </a:lnTo>
                  <a:lnTo>
                    <a:pt x="4741" y="152"/>
                  </a:lnTo>
                  <a:cubicBezTo>
                    <a:pt x="4619" y="92"/>
                    <a:pt x="4497" y="61"/>
                    <a:pt x="4406" y="61"/>
                  </a:cubicBezTo>
                  <a:cubicBezTo>
                    <a:pt x="4163" y="31"/>
                    <a:pt x="3920" y="0"/>
                    <a:pt x="37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4"/>
            <p:cNvSpPr/>
            <p:nvPr/>
          </p:nvSpPr>
          <p:spPr>
            <a:xfrm rot="1238432">
              <a:off x="8485173" y="-40678"/>
              <a:ext cx="172448" cy="751217"/>
            </a:xfrm>
            <a:custGeom>
              <a:rect b="b" l="l" r="r" t="t"/>
              <a:pathLst>
                <a:path extrusionOk="0" h="30049" w="6898">
                  <a:moveTo>
                    <a:pt x="3099" y="0"/>
                  </a:moveTo>
                  <a:lnTo>
                    <a:pt x="2735" y="31"/>
                  </a:lnTo>
                  <a:lnTo>
                    <a:pt x="2401" y="61"/>
                  </a:lnTo>
                  <a:cubicBezTo>
                    <a:pt x="2279" y="91"/>
                    <a:pt x="2127" y="152"/>
                    <a:pt x="2006" y="213"/>
                  </a:cubicBezTo>
                  <a:cubicBezTo>
                    <a:pt x="1945" y="243"/>
                    <a:pt x="1884" y="274"/>
                    <a:pt x="1854" y="334"/>
                  </a:cubicBezTo>
                  <a:cubicBezTo>
                    <a:pt x="1763" y="395"/>
                    <a:pt x="1671" y="456"/>
                    <a:pt x="1580" y="547"/>
                  </a:cubicBezTo>
                  <a:cubicBezTo>
                    <a:pt x="1459" y="669"/>
                    <a:pt x="1337" y="821"/>
                    <a:pt x="1246" y="972"/>
                  </a:cubicBezTo>
                  <a:cubicBezTo>
                    <a:pt x="1185" y="1124"/>
                    <a:pt x="1124" y="1276"/>
                    <a:pt x="1094" y="1428"/>
                  </a:cubicBezTo>
                  <a:cubicBezTo>
                    <a:pt x="1064" y="1610"/>
                    <a:pt x="1033" y="1793"/>
                    <a:pt x="1033" y="1975"/>
                  </a:cubicBezTo>
                  <a:lnTo>
                    <a:pt x="1033" y="2188"/>
                  </a:lnTo>
                  <a:cubicBezTo>
                    <a:pt x="1033" y="2309"/>
                    <a:pt x="1033" y="2431"/>
                    <a:pt x="1064" y="2552"/>
                  </a:cubicBezTo>
                  <a:cubicBezTo>
                    <a:pt x="1094" y="2674"/>
                    <a:pt x="1124" y="2826"/>
                    <a:pt x="1155" y="2947"/>
                  </a:cubicBezTo>
                  <a:lnTo>
                    <a:pt x="1155" y="3190"/>
                  </a:lnTo>
                  <a:lnTo>
                    <a:pt x="1155" y="3403"/>
                  </a:lnTo>
                  <a:cubicBezTo>
                    <a:pt x="1155" y="3585"/>
                    <a:pt x="1185" y="3798"/>
                    <a:pt x="1185" y="3950"/>
                  </a:cubicBezTo>
                  <a:lnTo>
                    <a:pt x="1185" y="5196"/>
                  </a:lnTo>
                  <a:lnTo>
                    <a:pt x="1185" y="5378"/>
                  </a:lnTo>
                  <a:cubicBezTo>
                    <a:pt x="1185" y="5834"/>
                    <a:pt x="1155" y="6320"/>
                    <a:pt x="1124" y="6806"/>
                  </a:cubicBezTo>
                  <a:cubicBezTo>
                    <a:pt x="1094" y="7262"/>
                    <a:pt x="1094" y="7748"/>
                    <a:pt x="1064" y="8204"/>
                  </a:cubicBezTo>
                  <a:cubicBezTo>
                    <a:pt x="1064" y="8447"/>
                    <a:pt x="1064" y="8690"/>
                    <a:pt x="1033" y="8933"/>
                  </a:cubicBezTo>
                  <a:cubicBezTo>
                    <a:pt x="1003" y="9176"/>
                    <a:pt x="1033" y="9449"/>
                    <a:pt x="1003" y="9723"/>
                  </a:cubicBezTo>
                  <a:lnTo>
                    <a:pt x="1003" y="10270"/>
                  </a:lnTo>
                  <a:cubicBezTo>
                    <a:pt x="1003" y="10573"/>
                    <a:pt x="1003" y="10877"/>
                    <a:pt x="973" y="11181"/>
                  </a:cubicBezTo>
                  <a:cubicBezTo>
                    <a:pt x="973" y="11637"/>
                    <a:pt x="942" y="12123"/>
                    <a:pt x="912" y="12579"/>
                  </a:cubicBezTo>
                  <a:cubicBezTo>
                    <a:pt x="881" y="13034"/>
                    <a:pt x="851" y="13490"/>
                    <a:pt x="790" y="14098"/>
                  </a:cubicBezTo>
                  <a:cubicBezTo>
                    <a:pt x="760" y="14280"/>
                    <a:pt x="730" y="14462"/>
                    <a:pt x="730" y="14675"/>
                  </a:cubicBezTo>
                  <a:cubicBezTo>
                    <a:pt x="699" y="14948"/>
                    <a:pt x="669" y="15222"/>
                    <a:pt x="638" y="15495"/>
                  </a:cubicBezTo>
                  <a:lnTo>
                    <a:pt x="578" y="16042"/>
                  </a:lnTo>
                  <a:cubicBezTo>
                    <a:pt x="578" y="16346"/>
                    <a:pt x="547" y="16620"/>
                    <a:pt x="517" y="16923"/>
                  </a:cubicBezTo>
                  <a:cubicBezTo>
                    <a:pt x="486" y="17379"/>
                    <a:pt x="426" y="17865"/>
                    <a:pt x="395" y="18351"/>
                  </a:cubicBezTo>
                  <a:lnTo>
                    <a:pt x="395" y="18716"/>
                  </a:lnTo>
                  <a:lnTo>
                    <a:pt x="395" y="19050"/>
                  </a:lnTo>
                  <a:lnTo>
                    <a:pt x="395" y="19202"/>
                  </a:lnTo>
                  <a:cubicBezTo>
                    <a:pt x="395" y="19384"/>
                    <a:pt x="395" y="19567"/>
                    <a:pt x="365" y="19749"/>
                  </a:cubicBezTo>
                  <a:cubicBezTo>
                    <a:pt x="365" y="20205"/>
                    <a:pt x="365" y="20660"/>
                    <a:pt x="365" y="21177"/>
                  </a:cubicBezTo>
                  <a:lnTo>
                    <a:pt x="365" y="21329"/>
                  </a:lnTo>
                  <a:lnTo>
                    <a:pt x="365" y="21906"/>
                  </a:lnTo>
                  <a:lnTo>
                    <a:pt x="365" y="22180"/>
                  </a:lnTo>
                  <a:lnTo>
                    <a:pt x="365" y="22605"/>
                  </a:lnTo>
                  <a:lnTo>
                    <a:pt x="365" y="23182"/>
                  </a:lnTo>
                  <a:cubicBezTo>
                    <a:pt x="365" y="23456"/>
                    <a:pt x="365" y="23760"/>
                    <a:pt x="335" y="24063"/>
                  </a:cubicBezTo>
                  <a:cubicBezTo>
                    <a:pt x="304" y="24489"/>
                    <a:pt x="274" y="24914"/>
                    <a:pt x="243" y="25400"/>
                  </a:cubicBezTo>
                  <a:cubicBezTo>
                    <a:pt x="183" y="25917"/>
                    <a:pt x="152" y="26281"/>
                    <a:pt x="91" y="26798"/>
                  </a:cubicBezTo>
                  <a:cubicBezTo>
                    <a:pt x="61" y="27010"/>
                    <a:pt x="31" y="27223"/>
                    <a:pt x="31" y="27436"/>
                  </a:cubicBezTo>
                  <a:cubicBezTo>
                    <a:pt x="0" y="27618"/>
                    <a:pt x="0" y="27800"/>
                    <a:pt x="31" y="28013"/>
                  </a:cubicBezTo>
                  <a:cubicBezTo>
                    <a:pt x="31" y="28256"/>
                    <a:pt x="91" y="28530"/>
                    <a:pt x="152" y="28773"/>
                  </a:cubicBezTo>
                  <a:cubicBezTo>
                    <a:pt x="274" y="29046"/>
                    <a:pt x="426" y="29320"/>
                    <a:pt x="638" y="29532"/>
                  </a:cubicBezTo>
                  <a:lnTo>
                    <a:pt x="760" y="29654"/>
                  </a:lnTo>
                  <a:cubicBezTo>
                    <a:pt x="851" y="29715"/>
                    <a:pt x="912" y="29775"/>
                    <a:pt x="1003" y="29806"/>
                  </a:cubicBezTo>
                  <a:cubicBezTo>
                    <a:pt x="1064" y="29836"/>
                    <a:pt x="1124" y="29866"/>
                    <a:pt x="1185" y="29897"/>
                  </a:cubicBezTo>
                  <a:lnTo>
                    <a:pt x="1276" y="29927"/>
                  </a:lnTo>
                  <a:cubicBezTo>
                    <a:pt x="1368" y="29958"/>
                    <a:pt x="1428" y="29988"/>
                    <a:pt x="1550" y="29988"/>
                  </a:cubicBezTo>
                  <a:cubicBezTo>
                    <a:pt x="1702" y="30018"/>
                    <a:pt x="1854" y="30049"/>
                    <a:pt x="1975" y="30049"/>
                  </a:cubicBezTo>
                  <a:lnTo>
                    <a:pt x="2796" y="30049"/>
                  </a:lnTo>
                  <a:cubicBezTo>
                    <a:pt x="3069" y="30018"/>
                    <a:pt x="3312" y="29988"/>
                    <a:pt x="3555" y="29927"/>
                  </a:cubicBezTo>
                  <a:cubicBezTo>
                    <a:pt x="3798" y="29866"/>
                    <a:pt x="4011" y="29806"/>
                    <a:pt x="4254" y="29715"/>
                  </a:cubicBezTo>
                  <a:cubicBezTo>
                    <a:pt x="4375" y="29623"/>
                    <a:pt x="4497" y="29532"/>
                    <a:pt x="4619" y="29441"/>
                  </a:cubicBezTo>
                  <a:cubicBezTo>
                    <a:pt x="4831" y="29289"/>
                    <a:pt x="4953" y="29046"/>
                    <a:pt x="5044" y="28833"/>
                  </a:cubicBezTo>
                  <a:cubicBezTo>
                    <a:pt x="5105" y="28590"/>
                    <a:pt x="5165" y="28347"/>
                    <a:pt x="5196" y="28104"/>
                  </a:cubicBezTo>
                  <a:cubicBezTo>
                    <a:pt x="5257" y="27831"/>
                    <a:pt x="5287" y="27557"/>
                    <a:pt x="5317" y="27284"/>
                  </a:cubicBezTo>
                  <a:lnTo>
                    <a:pt x="5317" y="27223"/>
                  </a:lnTo>
                  <a:cubicBezTo>
                    <a:pt x="5348" y="26828"/>
                    <a:pt x="5408" y="26403"/>
                    <a:pt x="5439" y="25917"/>
                  </a:cubicBezTo>
                  <a:cubicBezTo>
                    <a:pt x="5469" y="25643"/>
                    <a:pt x="5500" y="25370"/>
                    <a:pt x="5530" y="25096"/>
                  </a:cubicBezTo>
                  <a:cubicBezTo>
                    <a:pt x="5560" y="24914"/>
                    <a:pt x="5591" y="24732"/>
                    <a:pt x="5591" y="24549"/>
                  </a:cubicBezTo>
                  <a:cubicBezTo>
                    <a:pt x="5621" y="24367"/>
                    <a:pt x="5621" y="24094"/>
                    <a:pt x="5652" y="23881"/>
                  </a:cubicBezTo>
                  <a:cubicBezTo>
                    <a:pt x="5682" y="23668"/>
                    <a:pt x="5712" y="23425"/>
                    <a:pt x="5712" y="23182"/>
                  </a:cubicBezTo>
                  <a:cubicBezTo>
                    <a:pt x="5743" y="22970"/>
                    <a:pt x="5773" y="22666"/>
                    <a:pt x="5803" y="22392"/>
                  </a:cubicBezTo>
                  <a:cubicBezTo>
                    <a:pt x="5834" y="22180"/>
                    <a:pt x="5864" y="21967"/>
                    <a:pt x="5895" y="21754"/>
                  </a:cubicBezTo>
                  <a:cubicBezTo>
                    <a:pt x="5925" y="21420"/>
                    <a:pt x="5955" y="21055"/>
                    <a:pt x="5986" y="20691"/>
                  </a:cubicBezTo>
                  <a:lnTo>
                    <a:pt x="6016" y="20357"/>
                  </a:lnTo>
                  <a:cubicBezTo>
                    <a:pt x="6047" y="20114"/>
                    <a:pt x="6047" y="19840"/>
                    <a:pt x="6077" y="19567"/>
                  </a:cubicBezTo>
                  <a:cubicBezTo>
                    <a:pt x="6107" y="19324"/>
                    <a:pt x="6107" y="19141"/>
                    <a:pt x="6138" y="18929"/>
                  </a:cubicBezTo>
                  <a:lnTo>
                    <a:pt x="6138" y="18655"/>
                  </a:lnTo>
                  <a:cubicBezTo>
                    <a:pt x="6138" y="18503"/>
                    <a:pt x="6168" y="18351"/>
                    <a:pt x="6198" y="18199"/>
                  </a:cubicBezTo>
                  <a:cubicBezTo>
                    <a:pt x="6198" y="18048"/>
                    <a:pt x="6229" y="17926"/>
                    <a:pt x="6229" y="17774"/>
                  </a:cubicBezTo>
                  <a:lnTo>
                    <a:pt x="6259" y="17501"/>
                  </a:lnTo>
                  <a:cubicBezTo>
                    <a:pt x="6320" y="17075"/>
                    <a:pt x="6350" y="16589"/>
                    <a:pt x="6411" y="16012"/>
                  </a:cubicBezTo>
                  <a:cubicBezTo>
                    <a:pt x="6441" y="15495"/>
                    <a:pt x="6502" y="15009"/>
                    <a:pt x="6533" y="14523"/>
                  </a:cubicBezTo>
                  <a:cubicBezTo>
                    <a:pt x="6563" y="14250"/>
                    <a:pt x="6593" y="13976"/>
                    <a:pt x="6624" y="13703"/>
                  </a:cubicBezTo>
                  <a:cubicBezTo>
                    <a:pt x="6654" y="13521"/>
                    <a:pt x="6685" y="13338"/>
                    <a:pt x="6715" y="13095"/>
                  </a:cubicBezTo>
                  <a:cubicBezTo>
                    <a:pt x="6776" y="12609"/>
                    <a:pt x="6806" y="12123"/>
                    <a:pt x="6806" y="11698"/>
                  </a:cubicBezTo>
                  <a:lnTo>
                    <a:pt x="6806" y="11394"/>
                  </a:lnTo>
                  <a:lnTo>
                    <a:pt x="6806" y="11029"/>
                  </a:lnTo>
                  <a:lnTo>
                    <a:pt x="6806" y="10786"/>
                  </a:lnTo>
                  <a:lnTo>
                    <a:pt x="6836" y="10300"/>
                  </a:lnTo>
                  <a:cubicBezTo>
                    <a:pt x="6836" y="9875"/>
                    <a:pt x="6867" y="9419"/>
                    <a:pt x="6867" y="8842"/>
                  </a:cubicBezTo>
                  <a:lnTo>
                    <a:pt x="6867" y="6624"/>
                  </a:lnTo>
                  <a:cubicBezTo>
                    <a:pt x="6897" y="6350"/>
                    <a:pt x="6897" y="6107"/>
                    <a:pt x="6867" y="5864"/>
                  </a:cubicBezTo>
                  <a:cubicBezTo>
                    <a:pt x="6867" y="5773"/>
                    <a:pt x="6867" y="5651"/>
                    <a:pt x="6867" y="5530"/>
                  </a:cubicBezTo>
                  <a:cubicBezTo>
                    <a:pt x="6836" y="5104"/>
                    <a:pt x="6806" y="4710"/>
                    <a:pt x="6745" y="4315"/>
                  </a:cubicBezTo>
                  <a:lnTo>
                    <a:pt x="6685" y="3950"/>
                  </a:lnTo>
                  <a:lnTo>
                    <a:pt x="6654" y="3707"/>
                  </a:lnTo>
                  <a:lnTo>
                    <a:pt x="6654" y="3737"/>
                  </a:lnTo>
                  <a:cubicBezTo>
                    <a:pt x="6654" y="3646"/>
                    <a:pt x="6624" y="3555"/>
                    <a:pt x="6624" y="3464"/>
                  </a:cubicBezTo>
                  <a:lnTo>
                    <a:pt x="6624" y="3373"/>
                  </a:lnTo>
                  <a:cubicBezTo>
                    <a:pt x="6593" y="3160"/>
                    <a:pt x="6563" y="2947"/>
                    <a:pt x="6502" y="2735"/>
                  </a:cubicBezTo>
                  <a:cubicBezTo>
                    <a:pt x="6502" y="2643"/>
                    <a:pt x="6472" y="2522"/>
                    <a:pt x="6441" y="2431"/>
                  </a:cubicBezTo>
                  <a:lnTo>
                    <a:pt x="6381" y="2036"/>
                  </a:lnTo>
                  <a:cubicBezTo>
                    <a:pt x="6381" y="1945"/>
                    <a:pt x="6350" y="1823"/>
                    <a:pt x="6320" y="1732"/>
                  </a:cubicBezTo>
                  <a:cubicBezTo>
                    <a:pt x="6259" y="1580"/>
                    <a:pt x="6198" y="1428"/>
                    <a:pt x="6107" y="1307"/>
                  </a:cubicBezTo>
                  <a:cubicBezTo>
                    <a:pt x="6016" y="1155"/>
                    <a:pt x="5925" y="1033"/>
                    <a:pt x="5834" y="912"/>
                  </a:cubicBezTo>
                  <a:cubicBezTo>
                    <a:pt x="5773" y="851"/>
                    <a:pt x="5712" y="760"/>
                    <a:pt x="5621" y="699"/>
                  </a:cubicBezTo>
                  <a:cubicBezTo>
                    <a:pt x="5530" y="608"/>
                    <a:pt x="5408" y="547"/>
                    <a:pt x="5317" y="456"/>
                  </a:cubicBezTo>
                  <a:cubicBezTo>
                    <a:pt x="5196" y="395"/>
                    <a:pt x="5074" y="334"/>
                    <a:pt x="4922" y="304"/>
                  </a:cubicBezTo>
                  <a:cubicBezTo>
                    <a:pt x="4740" y="213"/>
                    <a:pt x="4558" y="152"/>
                    <a:pt x="4345" y="91"/>
                  </a:cubicBezTo>
                  <a:cubicBezTo>
                    <a:pt x="4132" y="61"/>
                    <a:pt x="3920" y="31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4"/>
            <p:cNvSpPr/>
            <p:nvPr/>
          </p:nvSpPr>
          <p:spPr>
            <a:xfrm rot="1238432">
              <a:off x="8705506" y="32559"/>
              <a:ext cx="151173" cy="749717"/>
            </a:xfrm>
            <a:custGeom>
              <a:rect b="b" l="l" r="r" t="t"/>
              <a:pathLst>
                <a:path extrusionOk="0" h="29989" w="6047">
                  <a:moveTo>
                    <a:pt x="3889" y="0"/>
                  </a:moveTo>
                  <a:cubicBezTo>
                    <a:pt x="3677" y="0"/>
                    <a:pt x="3494" y="31"/>
                    <a:pt x="3282" y="61"/>
                  </a:cubicBezTo>
                  <a:cubicBezTo>
                    <a:pt x="3130" y="92"/>
                    <a:pt x="2948" y="92"/>
                    <a:pt x="2796" y="152"/>
                  </a:cubicBezTo>
                  <a:cubicBezTo>
                    <a:pt x="2674" y="183"/>
                    <a:pt x="2553" y="213"/>
                    <a:pt x="2431" y="274"/>
                  </a:cubicBezTo>
                  <a:cubicBezTo>
                    <a:pt x="2249" y="335"/>
                    <a:pt x="2097" y="395"/>
                    <a:pt x="1945" y="487"/>
                  </a:cubicBezTo>
                  <a:cubicBezTo>
                    <a:pt x="1823" y="578"/>
                    <a:pt x="1702" y="669"/>
                    <a:pt x="1580" y="790"/>
                  </a:cubicBezTo>
                  <a:cubicBezTo>
                    <a:pt x="1489" y="912"/>
                    <a:pt x="1398" y="1034"/>
                    <a:pt x="1337" y="1155"/>
                  </a:cubicBezTo>
                  <a:cubicBezTo>
                    <a:pt x="1246" y="1307"/>
                    <a:pt x="1185" y="1489"/>
                    <a:pt x="1125" y="1641"/>
                  </a:cubicBezTo>
                  <a:cubicBezTo>
                    <a:pt x="1064" y="1823"/>
                    <a:pt x="1033" y="2036"/>
                    <a:pt x="1033" y="2218"/>
                  </a:cubicBezTo>
                  <a:cubicBezTo>
                    <a:pt x="1003" y="2340"/>
                    <a:pt x="942" y="2461"/>
                    <a:pt x="912" y="2553"/>
                  </a:cubicBezTo>
                  <a:cubicBezTo>
                    <a:pt x="851" y="2735"/>
                    <a:pt x="821" y="2917"/>
                    <a:pt x="790" y="3069"/>
                  </a:cubicBezTo>
                  <a:lnTo>
                    <a:pt x="760" y="3191"/>
                  </a:lnTo>
                  <a:cubicBezTo>
                    <a:pt x="547" y="4041"/>
                    <a:pt x="456" y="4892"/>
                    <a:pt x="395" y="5743"/>
                  </a:cubicBezTo>
                  <a:cubicBezTo>
                    <a:pt x="395" y="5864"/>
                    <a:pt x="365" y="5986"/>
                    <a:pt x="365" y="6107"/>
                  </a:cubicBezTo>
                  <a:cubicBezTo>
                    <a:pt x="335" y="6350"/>
                    <a:pt x="304" y="6594"/>
                    <a:pt x="304" y="6837"/>
                  </a:cubicBezTo>
                  <a:cubicBezTo>
                    <a:pt x="274" y="7080"/>
                    <a:pt x="274" y="7292"/>
                    <a:pt x="244" y="7505"/>
                  </a:cubicBezTo>
                  <a:cubicBezTo>
                    <a:pt x="244" y="7718"/>
                    <a:pt x="213" y="7991"/>
                    <a:pt x="213" y="8265"/>
                  </a:cubicBezTo>
                  <a:lnTo>
                    <a:pt x="213" y="8538"/>
                  </a:lnTo>
                  <a:lnTo>
                    <a:pt x="213" y="8963"/>
                  </a:lnTo>
                  <a:lnTo>
                    <a:pt x="213" y="9146"/>
                  </a:lnTo>
                  <a:cubicBezTo>
                    <a:pt x="183" y="9541"/>
                    <a:pt x="152" y="9966"/>
                    <a:pt x="122" y="10391"/>
                  </a:cubicBezTo>
                  <a:cubicBezTo>
                    <a:pt x="61" y="10878"/>
                    <a:pt x="61" y="11364"/>
                    <a:pt x="31" y="11850"/>
                  </a:cubicBezTo>
                  <a:lnTo>
                    <a:pt x="31" y="1400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31" y="16650"/>
                    <a:pt x="0" y="17136"/>
                    <a:pt x="0" y="17623"/>
                  </a:cubicBezTo>
                  <a:lnTo>
                    <a:pt x="0" y="19719"/>
                  </a:lnTo>
                  <a:lnTo>
                    <a:pt x="0" y="20448"/>
                  </a:lnTo>
                  <a:lnTo>
                    <a:pt x="0" y="20873"/>
                  </a:lnTo>
                  <a:lnTo>
                    <a:pt x="0" y="21876"/>
                  </a:lnTo>
                  <a:cubicBezTo>
                    <a:pt x="0" y="22028"/>
                    <a:pt x="0" y="22150"/>
                    <a:pt x="31" y="22271"/>
                  </a:cubicBezTo>
                  <a:lnTo>
                    <a:pt x="31" y="22575"/>
                  </a:lnTo>
                  <a:lnTo>
                    <a:pt x="31" y="22848"/>
                  </a:lnTo>
                  <a:lnTo>
                    <a:pt x="31" y="23274"/>
                  </a:lnTo>
                  <a:cubicBezTo>
                    <a:pt x="31" y="23669"/>
                    <a:pt x="61" y="24155"/>
                    <a:pt x="61" y="24671"/>
                  </a:cubicBezTo>
                  <a:cubicBezTo>
                    <a:pt x="61" y="24884"/>
                    <a:pt x="61" y="25097"/>
                    <a:pt x="92" y="25279"/>
                  </a:cubicBezTo>
                  <a:lnTo>
                    <a:pt x="92" y="25340"/>
                  </a:lnTo>
                  <a:lnTo>
                    <a:pt x="92" y="25583"/>
                  </a:lnTo>
                  <a:cubicBezTo>
                    <a:pt x="92" y="25704"/>
                    <a:pt x="92" y="25856"/>
                    <a:pt x="122" y="26008"/>
                  </a:cubicBezTo>
                  <a:lnTo>
                    <a:pt x="152" y="26312"/>
                  </a:lnTo>
                  <a:cubicBezTo>
                    <a:pt x="183" y="26646"/>
                    <a:pt x="213" y="26980"/>
                    <a:pt x="244" y="27315"/>
                  </a:cubicBezTo>
                  <a:lnTo>
                    <a:pt x="244" y="27345"/>
                  </a:lnTo>
                  <a:cubicBezTo>
                    <a:pt x="274" y="27831"/>
                    <a:pt x="365" y="28287"/>
                    <a:pt x="487" y="28743"/>
                  </a:cubicBezTo>
                  <a:cubicBezTo>
                    <a:pt x="517" y="28834"/>
                    <a:pt x="547" y="28925"/>
                    <a:pt x="578" y="29016"/>
                  </a:cubicBezTo>
                  <a:cubicBezTo>
                    <a:pt x="608" y="29077"/>
                    <a:pt x="638" y="29168"/>
                    <a:pt x="669" y="29259"/>
                  </a:cubicBezTo>
                  <a:cubicBezTo>
                    <a:pt x="730" y="29320"/>
                    <a:pt x="760" y="29381"/>
                    <a:pt x="821" y="29441"/>
                  </a:cubicBezTo>
                  <a:lnTo>
                    <a:pt x="851" y="29472"/>
                  </a:lnTo>
                  <a:cubicBezTo>
                    <a:pt x="1033" y="29684"/>
                    <a:pt x="1277" y="29806"/>
                    <a:pt x="1520" y="29897"/>
                  </a:cubicBezTo>
                  <a:cubicBezTo>
                    <a:pt x="1641" y="29928"/>
                    <a:pt x="1732" y="29958"/>
                    <a:pt x="1854" y="29958"/>
                  </a:cubicBezTo>
                  <a:lnTo>
                    <a:pt x="1915" y="29958"/>
                  </a:lnTo>
                  <a:cubicBezTo>
                    <a:pt x="2036" y="29958"/>
                    <a:pt x="2127" y="29988"/>
                    <a:pt x="2249" y="29988"/>
                  </a:cubicBezTo>
                  <a:cubicBezTo>
                    <a:pt x="2522" y="29958"/>
                    <a:pt x="2765" y="29897"/>
                    <a:pt x="3008" y="29745"/>
                  </a:cubicBezTo>
                  <a:lnTo>
                    <a:pt x="3221" y="29654"/>
                  </a:lnTo>
                  <a:lnTo>
                    <a:pt x="3251" y="29624"/>
                  </a:lnTo>
                  <a:cubicBezTo>
                    <a:pt x="3403" y="29563"/>
                    <a:pt x="3586" y="29502"/>
                    <a:pt x="3707" y="29411"/>
                  </a:cubicBezTo>
                  <a:cubicBezTo>
                    <a:pt x="3829" y="29350"/>
                    <a:pt x="3950" y="29259"/>
                    <a:pt x="4072" y="29168"/>
                  </a:cubicBezTo>
                  <a:cubicBezTo>
                    <a:pt x="4193" y="29046"/>
                    <a:pt x="4315" y="28955"/>
                    <a:pt x="4406" y="28834"/>
                  </a:cubicBezTo>
                  <a:cubicBezTo>
                    <a:pt x="4497" y="28743"/>
                    <a:pt x="4588" y="28621"/>
                    <a:pt x="4649" y="28500"/>
                  </a:cubicBezTo>
                  <a:cubicBezTo>
                    <a:pt x="4710" y="28348"/>
                    <a:pt x="4740" y="28196"/>
                    <a:pt x="4771" y="28074"/>
                  </a:cubicBezTo>
                  <a:cubicBezTo>
                    <a:pt x="4831" y="27649"/>
                    <a:pt x="4862" y="27223"/>
                    <a:pt x="4862" y="26828"/>
                  </a:cubicBezTo>
                  <a:lnTo>
                    <a:pt x="4862" y="26616"/>
                  </a:lnTo>
                  <a:lnTo>
                    <a:pt x="4862" y="25279"/>
                  </a:lnTo>
                  <a:lnTo>
                    <a:pt x="4862" y="24823"/>
                  </a:lnTo>
                  <a:lnTo>
                    <a:pt x="4862" y="24580"/>
                  </a:lnTo>
                  <a:cubicBezTo>
                    <a:pt x="4862" y="24307"/>
                    <a:pt x="4862" y="24064"/>
                    <a:pt x="4831" y="23881"/>
                  </a:cubicBezTo>
                  <a:lnTo>
                    <a:pt x="4831" y="21755"/>
                  </a:lnTo>
                  <a:lnTo>
                    <a:pt x="4831" y="21086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31" y="19901"/>
                  </a:lnTo>
                  <a:lnTo>
                    <a:pt x="4831" y="19689"/>
                  </a:lnTo>
                  <a:cubicBezTo>
                    <a:pt x="4831" y="19263"/>
                    <a:pt x="4892" y="18838"/>
                    <a:pt x="4953" y="18443"/>
                  </a:cubicBezTo>
                  <a:lnTo>
                    <a:pt x="4953" y="18230"/>
                  </a:lnTo>
                  <a:cubicBezTo>
                    <a:pt x="4983" y="17805"/>
                    <a:pt x="5014" y="17319"/>
                    <a:pt x="5044" y="16833"/>
                  </a:cubicBezTo>
                  <a:cubicBezTo>
                    <a:pt x="5044" y="16468"/>
                    <a:pt x="5074" y="16073"/>
                    <a:pt x="5074" y="15708"/>
                  </a:cubicBezTo>
                  <a:lnTo>
                    <a:pt x="5074" y="15405"/>
                  </a:lnTo>
                  <a:cubicBezTo>
                    <a:pt x="5074" y="14979"/>
                    <a:pt x="5105" y="14554"/>
                    <a:pt x="5135" y="14128"/>
                  </a:cubicBezTo>
                  <a:lnTo>
                    <a:pt x="5135" y="13946"/>
                  </a:lnTo>
                  <a:cubicBezTo>
                    <a:pt x="5135" y="13703"/>
                    <a:pt x="5135" y="13460"/>
                    <a:pt x="5166" y="13187"/>
                  </a:cubicBezTo>
                  <a:cubicBezTo>
                    <a:pt x="5166" y="12913"/>
                    <a:pt x="5166" y="12731"/>
                    <a:pt x="5196" y="12518"/>
                  </a:cubicBezTo>
                  <a:cubicBezTo>
                    <a:pt x="5196" y="12093"/>
                    <a:pt x="5257" y="11667"/>
                    <a:pt x="5287" y="11242"/>
                  </a:cubicBezTo>
                  <a:cubicBezTo>
                    <a:pt x="5287" y="11060"/>
                    <a:pt x="5317" y="10878"/>
                    <a:pt x="5348" y="10695"/>
                  </a:cubicBezTo>
                  <a:cubicBezTo>
                    <a:pt x="5409" y="10088"/>
                    <a:pt x="5469" y="9510"/>
                    <a:pt x="5530" y="8933"/>
                  </a:cubicBezTo>
                  <a:cubicBezTo>
                    <a:pt x="5561" y="8720"/>
                    <a:pt x="5591" y="8508"/>
                    <a:pt x="5621" y="8295"/>
                  </a:cubicBezTo>
                  <a:cubicBezTo>
                    <a:pt x="5712" y="7839"/>
                    <a:pt x="5773" y="7384"/>
                    <a:pt x="5834" y="6897"/>
                  </a:cubicBezTo>
                  <a:lnTo>
                    <a:pt x="5834" y="6745"/>
                  </a:lnTo>
                  <a:cubicBezTo>
                    <a:pt x="5895" y="6381"/>
                    <a:pt x="5955" y="5925"/>
                    <a:pt x="5986" y="5469"/>
                  </a:cubicBezTo>
                  <a:cubicBezTo>
                    <a:pt x="6016" y="5014"/>
                    <a:pt x="6016" y="4558"/>
                    <a:pt x="6016" y="4133"/>
                  </a:cubicBezTo>
                  <a:lnTo>
                    <a:pt x="6016" y="3130"/>
                  </a:lnTo>
                  <a:lnTo>
                    <a:pt x="6016" y="2826"/>
                  </a:lnTo>
                  <a:cubicBezTo>
                    <a:pt x="6047" y="2583"/>
                    <a:pt x="6047" y="2310"/>
                    <a:pt x="6016" y="2067"/>
                  </a:cubicBezTo>
                  <a:cubicBezTo>
                    <a:pt x="5986" y="1915"/>
                    <a:pt x="5925" y="1793"/>
                    <a:pt x="5864" y="1672"/>
                  </a:cubicBezTo>
                  <a:cubicBezTo>
                    <a:pt x="5834" y="1641"/>
                    <a:pt x="5834" y="1580"/>
                    <a:pt x="5804" y="1520"/>
                  </a:cubicBezTo>
                  <a:cubicBezTo>
                    <a:pt x="5712" y="1398"/>
                    <a:pt x="5591" y="1277"/>
                    <a:pt x="5439" y="1216"/>
                  </a:cubicBezTo>
                  <a:cubicBezTo>
                    <a:pt x="5409" y="1125"/>
                    <a:pt x="5348" y="1034"/>
                    <a:pt x="5317" y="912"/>
                  </a:cubicBezTo>
                  <a:cubicBezTo>
                    <a:pt x="5287" y="851"/>
                    <a:pt x="5257" y="790"/>
                    <a:pt x="5196" y="730"/>
                  </a:cubicBezTo>
                  <a:cubicBezTo>
                    <a:pt x="5074" y="547"/>
                    <a:pt x="4922" y="365"/>
                    <a:pt x="4740" y="244"/>
                  </a:cubicBezTo>
                  <a:cubicBezTo>
                    <a:pt x="4497" y="92"/>
                    <a:pt x="4224" y="0"/>
                    <a:pt x="39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" name="Google Shape;732;p34"/>
          <p:cNvSpPr/>
          <p:nvPr/>
        </p:nvSpPr>
        <p:spPr>
          <a:xfrm rot="-900035">
            <a:off x="240214" y="1154169"/>
            <a:ext cx="273781" cy="466422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" name="Google Shape;733;p34"/>
          <p:cNvSpPr/>
          <p:nvPr/>
        </p:nvSpPr>
        <p:spPr>
          <a:xfrm rot="7589800">
            <a:off x="73851" y="4029016"/>
            <a:ext cx="373546" cy="128545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" name="Google Shape;734;p34"/>
          <p:cNvGrpSpPr/>
          <p:nvPr/>
        </p:nvGrpSpPr>
        <p:grpSpPr>
          <a:xfrm>
            <a:off x="601188" y="4660625"/>
            <a:ext cx="252200" cy="279550"/>
            <a:chOff x="601188" y="4660625"/>
            <a:chExt cx="252200" cy="279550"/>
          </a:xfrm>
        </p:grpSpPr>
        <p:sp>
          <p:nvSpPr>
            <p:cNvPr id="735" name="Google Shape;735;p34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4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4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4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739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Google Shape;740;p35"/>
          <p:cNvSpPr txBox="1"/>
          <p:nvPr>
            <p:ph type="title"/>
          </p:nvPr>
        </p:nvSpPr>
        <p:spPr>
          <a:xfrm flipH="1">
            <a:off x="4168210" y="3457767"/>
            <a:ext cx="34746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41" name="Google Shape;741;p35"/>
          <p:cNvSpPr txBox="1"/>
          <p:nvPr>
            <p:ph idx="1" type="subTitle"/>
          </p:nvPr>
        </p:nvSpPr>
        <p:spPr>
          <a:xfrm flipH="1">
            <a:off x="4168210" y="3823459"/>
            <a:ext cx="3474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42" name="Google Shape;742;p35"/>
          <p:cNvSpPr txBox="1"/>
          <p:nvPr>
            <p:ph idx="2" type="title"/>
          </p:nvPr>
        </p:nvSpPr>
        <p:spPr>
          <a:xfrm flipH="1">
            <a:off x="4168210" y="2278552"/>
            <a:ext cx="34746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43" name="Google Shape;743;p35"/>
          <p:cNvSpPr txBox="1"/>
          <p:nvPr>
            <p:ph idx="3" type="subTitle"/>
          </p:nvPr>
        </p:nvSpPr>
        <p:spPr>
          <a:xfrm flipH="1">
            <a:off x="4168210" y="2644406"/>
            <a:ext cx="3474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44" name="Google Shape;744;p35"/>
          <p:cNvSpPr txBox="1"/>
          <p:nvPr>
            <p:ph idx="4" type="title"/>
          </p:nvPr>
        </p:nvSpPr>
        <p:spPr>
          <a:xfrm flipH="1">
            <a:off x="4168210" y="1099338"/>
            <a:ext cx="34746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45" name="Google Shape;745;p35"/>
          <p:cNvSpPr txBox="1"/>
          <p:nvPr>
            <p:ph idx="5" type="subTitle"/>
          </p:nvPr>
        </p:nvSpPr>
        <p:spPr>
          <a:xfrm flipH="1">
            <a:off x="4168210" y="1465029"/>
            <a:ext cx="3474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46" name="Google Shape;746;p35"/>
          <p:cNvSpPr txBox="1"/>
          <p:nvPr>
            <p:ph idx="6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747" name="Google Shape;747;p35"/>
          <p:cNvSpPr/>
          <p:nvPr/>
        </p:nvSpPr>
        <p:spPr>
          <a:xfrm>
            <a:off x="7735606" y="-75350"/>
            <a:ext cx="1678828" cy="97927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35"/>
          <p:cNvSpPr/>
          <p:nvPr/>
        </p:nvSpPr>
        <p:spPr>
          <a:xfrm>
            <a:off x="8124575" y="4786750"/>
            <a:ext cx="690058" cy="728219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" name="Google Shape;749;p35"/>
          <p:cNvGrpSpPr/>
          <p:nvPr/>
        </p:nvGrpSpPr>
        <p:grpSpPr>
          <a:xfrm>
            <a:off x="8166051" y="-75350"/>
            <a:ext cx="817916" cy="860208"/>
            <a:chOff x="8166051" y="-75350"/>
            <a:chExt cx="817916" cy="860208"/>
          </a:xfrm>
        </p:grpSpPr>
        <p:sp>
          <p:nvSpPr>
            <p:cNvPr id="750" name="Google Shape;750;p35"/>
            <p:cNvSpPr/>
            <p:nvPr/>
          </p:nvSpPr>
          <p:spPr>
            <a:xfrm rot="1238432">
              <a:off x="8289700" y="-72880"/>
              <a:ext cx="146623" cy="728242"/>
            </a:xfrm>
            <a:custGeom>
              <a:rect b="b" l="l" r="r" t="t"/>
              <a:pathLst>
                <a:path extrusionOk="0" h="29130" w="5865">
                  <a:moveTo>
                    <a:pt x="3708" y="0"/>
                  </a:moveTo>
                  <a:cubicBezTo>
                    <a:pt x="3495" y="0"/>
                    <a:pt x="3252" y="31"/>
                    <a:pt x="3039" y="31"/>
                  </a:cubicBezTo>
                  <a:cubicBezTo>
                    <a:pt x="2766" y="61"/>
                    <a:pt x="2523" y="122"/>
                    <a:pt x="2249" y="183"/>
                  </a:cubicBezTo>
                  <a:cubicBezTo>
                    <a:pt x="2128" y="213"/>
                    <a:pt x="1976" y="274"/>
                    <a:pt x="1854" y="335"/>
                  </a:cubicBezTo>
                  <a:cubicBezTo>
                    <a:pt x="1611" y="486"/>
                    <a:pt x="1429" y="669"/>
                    <a:pt x="1307" y="912"/>
                  </a:cubicBezTo>
                  <a:cubicBezTo>
                    <a:pt x="1095" y="1368"/>
                    <a:pt x="943" y="1854"/>
                    <a:pt x="912" y="2370"/>
                  </a:cubicBezTo>
                  <a:cubicBezTo>
                    <a:pt x="852" y="2917"/>
                    <a:pt x="791" y="3434"/>
                    <a:pt x="73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426" y="6806"/>
                  </a:cubicBezTo>
                  <a:cubicBezTo>
                    <a:pt x="365" y="7353"/>
                    <a:pt x="305" y="7900"/>
                    <a:pt x="244" y="8447"/>
                  </a:cubicBezTo>
                  <a:cubicBezTo>
                    <a:pt x="183" y="8842"/>
                    <a:pt x="153" y="9267"/>
                    <a:pt x="92" y="9692"/>
                  </a:cubicBezTo>
                  <a:cubicBezTo>
                    <a:pt x="62" y="10179"/>
                    <a:pt x="3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8473"/>
                  </a:lnTo>
                  <a:lnTo>
                    <a:pt x="1" y="19385"/>
                  </a:lnTo>
                  <a:lnTo>
                    <a:pt x="1" y="21390"/>
                  </a:lnTo>
                  <a:cubicBezTo>
                    <a:pt x="1" y="21694"/>
                    <a:pt x="1" y="21998"/>
                    <a:pt x="31" y="22301"/>
                  </a:cubicBezTo>
                  <a:lnTo>
                    <a:pt x="31" y="22909"/>
                  </a:lnTo>
                  <a:lnTo>
                    <a:pt x="31" y="23547"/>
                  </a:lnTo>
                  <a:lnTo>
                    <a:pt x="31" y="24307"/>
                  </a:lnTo>
                  <a:cubicBezTo>
                    <a:pt x="31" y="24428"/>
                    <a:pt x="31" y="24580"/>
                    <a:pt x="62" y="24702"/>
                  </a:cubicBezTo>
                  <a:lnTo>
                    <a:pt x="62" y="25005"/>
                  </a:lnTo>
                  <a:lnTo>
                    <a:pt x="62" y="25613"/>
                  </a:lnTo>
                  <a:lnTo>
                    <a:pt x="62" y="25674"/>
                  </a:lnTo>
                  <a:cubicBezTo>
                    <a:pt x="62" y="26130"/>
                    <a:pt x="92" y="26616"/>
                    <a:pt x="153" y="27071"/>
                  </a:cubicBezTo>
                  <a:cubicBezTo>
                    <a:pt x="213" y="27740"/>
                    <a:pt x="305" y="28560"/>
                    <a:pt x="1003" y="28894"/>
                  </a:cubicBezTo>
                  <a:cubicBezTo>
                    <a:pt x="1277" y="29016"/>
                    <a:pt x="1581" y="29107"/>
                    <a:pt x="1915" y="29107"/>
                  </a:cubicBezTo>
                  <a:cubicBezTo>
                    <a:pt x="1961" y="29122"/>
                    <a:pt x="2006" y="29130"/>
                    <a:pt x="2055" y="29130"/>
                  </a:cubicBezTo>
                  <a:cubicBezTo>
                    <a:pt x="2105" y="29130"/>
                    <a:pt x="2158" y="29122"/>
                    <a:pt x="2219" y="29107"/>
                  </a:cubicBezTo>
                  <a:lnTo>
                    <a:pt x="2583" y="29107"/>
                  </a:lnTo>
                  <a:cubicBezTo>
                    <a:pt x="2735" y="29107"/>
                    <a:pt x="2887" y="29077"/>
                    <a:pt x="3009" y="29077"/>
                  </a:cubicBezTo>
                  <a:cubicBezTo>
                    <a:pt x="3191" y="29016"/>
                    <a:pt x="3343" y="28955"/>
                    <a:pt x="3495" y="28894"/>
                  </a:cubicBezTo>
                  <a:cubicBezTo>
                    <a:pt x="3677" y="28803"/>
                    <a:pt x="3859" y="28651"/>
                    <a:pt x="3981" y="28439"/>
                  </a:cubicBezTo>
                  <a:cubicBezTo>
                    <a:pt x="4072" y="28287"/>
                    <a:pt x="4163" y="28104"/>
                    <a:pt x="4224" y="27922"/>
                  </a:cubicBezTo>
                  <a:cubicBezTo>
                    <a:pt x="4376" y="27466"/>
                    <a:pt x="4467" y="26980"/>
                    <a:pt x="4497" y="26494"/>
                  </a:cubicBezTo>
                  <a:lnTo>
                    <a:pt x="4497" y="26464"/>
                  </a:lnTo>
                  <a:cubicBezTo>
                    <a:pt x="4619" y="25552"/>
                    <a:pt x="4710" y="24610"/>
                    <a:pt x="4771" y="23669"/>
                  </a:cubicBezTo>
                  <a:cubicBezTo>
                    <a:pt x="4771" y="23365"/>
                    <a:pt x="4801" y="23091"/>
                    <a:pt x="4832" y="22787"/>
                  </a:cubicBezTo>
                  <a:cubicBezTo>
                    <a:pt x="4862" y="22575"/>
                    <a:pt x="4862" y="22392"/>
                    <a:pt x="4892" y="22180"/>
                  </a:cubicBezTo>
                  <a:cubicBezTo>
                    <a:pt x="4923" y="21876"/>
                    <a:pt x="4923" y="21572"/>
                    <a:pt x="4953" y="21299"/>
                  </a:cubicBezTo>
                  <a:lnTo>
                    <a:pt x="4984" y="20752"/>
                  </a:lnTo>
                  <a:cubicBezTo>
                    <a:pt x="5014" y="20387"/>
                    <a:pt x="5044" y="20023"/>
                    <a:pt x="5075" y="19688"/>
                  </a:cubicBezTo>
                  <a:lnTo>
                    <a:pt x="5105" y="19293"/>
                  </a:lnTo>
                  <a:lnTo>
                    <a:pt x="5105" y="19111"/>
                  </a:lnTo>
                  <a:cubicBezTo>
                    <a:pt x="5136" y="18929"/>
                    <a:pt x="5136" y="18747"/>
                    <a:pt x="5166" y="18564"/>
                  </a:cubicBezTo>
                  <a:cubicBezTo>
                    <a:pt x="5166" y="18412"/>
                    <a:pt x="5166" y="18291"/>
                    <a:pt x="5166" y="18169"/>
                  </a:cubicBezTo>
                  <a:cubicBezTo>
                    <a:pt x="5196" y="18078"/>
                    <a:pt x="5166" y="17987"/>
                    <a:pt x="5166" y="17896"/>
                  </a:cubicBezTo>
                  <a:cubicBezTo>
                    <a:pt x="5166" y="17653"/>
                    <a:pt x="5196" y="17410"/>
                    <a:pt x="5227" y="17167"/>
                  </a:cubicBezTo>
                  <a:cubicBezTo>
                    <a:pt x="5227" y="16954"/>
                    <a:pt x="5227" y="16681"/>
                    <a:pt x="5257" y="16407"/>
                  </a:cubicBezTo>
                  <a:cubicBezTo>
                    <a:pt x="5257" y="16286"/>
                    <a:pt x="5257" y="16134"/>
                    <a:pt x="5287" y="15982"/>
                  </a:cubicBezTo>
                  <a:cubicBezTo>
                    <a:pt x="5318" y="15617"/>
                    <a:pt x="5318" y="15253"/>
                    <a:pt x="5348" y="14888"/>
                  </a:cubicBezTo>
                  <a:cubicBezTo>
                    <a:pt x="5348" y="14554"/>
                    <a:pt x="5379" y="14128"/>
                    <a:pt x="5379" y="13764"/>
                  </a:cubicBezTo>
                  <a:lnTo>
                    <a:pt x="5379" y="13399"/>
                  </a:lnTo>
                  <a:cubicBezTo>
                    <a:pt x="5379" y="12913"/>
                    <a:pt x="5470" y="12397"/>
                    <a:pt x="5530" y="11941"/>
                  </a:cubicBezTo>
                  <a:lnTo>
                    <a:pt x="5530" y="11910"/>
                  </a:lnTo>
                  <a:cubicBezTo>
                    <a:pt x="5591" y="11455"/>
                    <a:pt x="5652" y="10999"/>
                    <a:pt x="5652" y="10543"/>
                  </a:cubicBezTo>
                  <a:cubicBezTo>
                    <a:pt x="5682" y="10087"/>
                    <a:pt x="5682" y="9510"/>
                    <a:pt x="5682" y="9024"/>
                  </a:cubicBezTo>
                  <a:cubicBezTo>
                    <a:pt x="5713" y="8538"/>
                    <a:pt x="5682" y="8082"/>
                    <a:pt x="5713" y="7596"/>
                  </a:cubicBezTo>
                  <a:cubicBezTo>
                    <a:pt x="5743" y="7140"/>
                    <a:pt x="5743" y="6624"/>
                    <a:pt x="5743" y="6168"/>
                  </a:cubicBezTo>
                  <a:lnTo>
                    <a:pt x="5743" y="3889"/>
                  </a:lnTo>
                  <a:lnTo>
                    <a:pt x="5865" y="3373"/>
                  </a:lnTo>
                  <a:lnTo>
                    <a:pt x="5865" y="2127"/>
                  </a:lnTo>
                  <a:cubicBezTo>
                    <a:pt x="5865" y="1884"/>
                    <a:pt x="5834" y="1641"/>
                    <a:pt x="5804" y="1368"/>
                  </a:cubicBezTo>
                  <a:cubicBezTo>
                    <a:pt x="5774" y="1276"/>
                    <a:pt x="5774" y="1185"/>
                    <a:pt x="5743" y="1094"/>
                  </a:cubicBezTo>
                  <a:cubicBezTo>
                    <a:pt x="5713" y="973"/>
                    <a:pt x="5652" y="851"/>
                    <a:pt x="5591" y="730"/>
                  </a:cubicBezTo>
                  <a:cubicBezTo>
                    <a:pt x="5561" y="669"/>
                    <a:pt x="5530" y="638"/>
                    <a:pt x="5470" y="578"/>
                  </a:cubicBezTo>
                  <a:lnTo>
                    <a:pt x="5470" y="547"/>
                  </a:lnTo>
                  <a:lnTo>
                    <a:pt x="5379" y="426"/>
                  </a:lnTo>
                  <a:lnTo>
                    <a:pt x="5348" y="426"/>
                  </a:lnTo>
                  <a:cubicBezTo>
                    <a:pt x="5287" y="335"/>
                    <a:pt x="5166" y="274"/>
                    <a:pt x="5075" y="243"/>
                  </a:cubicBezTo>
                  <a:cubicBezTo>
                    <a:pt x="5014" y="213"/>
                    <a:pt x="4953" y="213"/>
                    <a:pt x="4892" y="213"/>
                  </a:cubicBezTo>
                  <a:lnTo>
                    <a:pt x="4801" y="213"/>
                  </a:lnTo>
                  <a:lnTo>
                    <a:pt x="4741" y="152"/>
                  </a:lnTo>
                  <a:cubicBezTo>
                    <a:pt x="4619" y="92"/>
                    <a:pt x="4497" y="61"/>
                    <a:pt x="4406" y="61"/>
                  </a:cubicBezTo>
                  <a:cubicBezTo>
                    <a:pt x="4163" y="31"/>
                    <a:pt x="3920" y="0"/>
                    <a:pt x="37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5"/>
            <p:cNvSpPr/>
            <p:nvPr/>
          </p:nvSpPr>
          <p:spPr>
            <a:xfrm rot="1238432">
              <a:off x="8485173" y="-40678"/>
              <a:ext cx="172448" cy="751217"/>
            </a:xfrm>
            <a:custGeom>
              <a:rect b="b" l="l" r="r" t="t"/>
              <a:pathLst>
                <a:path extrusionOk="0" h="30049" w="6898">
                  <a:moveTo>
                    <a:pt x="3099" y="0"/>
                  </a:moveTo>
                  <a:lnTo>
                    <a:pt x="2735" y="31"/>
                  </a:lnTo>
                  <a:lnTo>
                    <a:pt x="2401" y="61"/>
                  </a:lnTo>
                  <a:cubicBezTo>
                    <a:pt x="2279" y="91"/>
                    <a:pt x="2127" y="152"/>
                    <a:pt x="2006" y="213"/>
                  </a:cubicBezTo>
                  <a:cubicBezTo>
                    <a:pt x="1945" y="243"/>
                    <a:pt x="1884" y="274"/>
                    <a:pt x="1854" y="334"/>
                  </a:cubicBezTo>
                  <a:cubicBezTo>
                    <a:pt x="1763" y="395"/>
                    <a:pt x="1671" y="456"/>
                    <a:pt x="1580" y="547"/>
                  </a:cubicBezTo>
                  <a:cubicBezTo>
                    <a:pt x="1459" y="669"/>
                    <a:pt x="1337" y="821"/>
                    <a:pt x="1246" y="972"/>
                  </a:cubicBezTo>
                  <a:cubicBezTo>
                    <a:pt x="1185" y="1124"/>
                    <a:pt x="1124" y="1276"/>
                    <a:pt x="1094" y="1428"/>
                  </a:cubicBezTo>
                  <a:cubicBezTo>
                    <a:pt x="1064" y="1610"/>
                    <a:pt x="1033" y="1793"/>
                    <a:pt x="1033" y="1975"/>
                  </a:cubicBezTo>
                  <a:lnTo>
                    <a:pt x="1033" y="2188"/>
                  </a:lnTo>
                  <a:cubicBezTo>
                    <a:pt x="1033" y="2309"/>
                    <a:pt x="1033" y="2431"/>
                    <a:pt x="1064" y="2552"/>
                  </a:cubicBezTo>
                  <a:cubicBezTo>
                    <a:pt x="1094" y="2674"/>
                    <a:pt x="1124" y="2826"/>
                    <a:pt x="1155" y="2947"/>
                  </a:cubicBezTo>
                  <a:lnTo>
                    <a:pt x="1155" y="3190"/>
                  </a:lnTo>
                  <a:lnTo>
                    <a:pt x="1155" y="3403"/>
                  </a:lnTo>
                  <a:cubicBezTo>
                    <a:pt x="1155" y="3585"/>
                    <a:pt x="1185" y="3798"/>
                    <a:pt x="1185" y="3950"/>
                  </a:cubicBezTo>
                  <a:lnTo>
                    <a:pt x="1185" y="5196"/>
                  </a:lnTo>
                  <a:lnTo>
                    <a:pt x="1185" y="5378"/>
                  </a:lnTo>
                  <a:cubicBezTo>
                    <a:pt x="1185" y="5834"/>
                    <a:pt x="1155" y="6320"/>
                    <a:pt x="1124" y="6806"/>
                  </a:cubicBezTo>
                  <a:cubicBezTo>
                    <a:pt x="1094" y="7262"/>
                    <a:pt x="1094" y="7748"/>
                    <a:pt x="1064" y="8204"/>
                  </a:cubicBezTo>
                  <a:cubicBezTo>
                    <a:pt x="1064" y="8447"/>
                    <a:pt x="1064" y="8690"/>
                    <a:pt x="1033" y="8933"/>
                  </a:cubicBezTo>
                  <a:cubicBezTo>
                    <a:pt x="1003" y="9176"/>
                    <a:pt x="1033" y="9449"/>
                    <a:pt x="1003" y="9723"/>
                  </a:cubicBezTo>
                  <a:lnTo>
                    <a:pt x="1003" y="10270"/>
                  </a:lnTo>
                  <a:cubicBezTo>
                    <a:pt x="1003" y="10573"/>
                    <a:pt x="1003" y="10877"/>
                    <a:pt x="973" y="11181"/>
                  </a:cubicBezTo>
                  <a:cubicBezTo>
                    <a:pt x="973" y="11637"/>
                    <a:pt x="942" y="12123"/>
                    <a:pt x="912" y="12579"/>
                  </a:cubicBezTo>
                  <a:cubicBezTo>
                    <a:pt x="881" y="13034"/>
                    <a:pt x="851" y="13490"/>
                    <a:pt x="790" y="14098"/>
                  </a:cubicBezTo>
                  <a:cubicBezTo>
                    <a:pt x="760" y="14280"/>
                    <a:pt x="730" y="14462"/>
                    <a:pt x="730" y="14675"/>
                  </a:cubicBezTo>
                  <a:cubicBezTo>
                    <a:pt x="699" y="14948"/>
                    <a:pt x="669" y="15222"/>
                    <a:pt x="638" y="15495"/>
                  </a:cubicBezTo>
                  <a:lnTo>
                    <a:pt x="578" y="16042"/>
                  </a:lnTo>
                  <a:cubicBezTo>
                    <a:pt x="578" y="16346"/>
                    <a:pt x="547" y="16620"/>
                    <a:pt x="517" y="16923"/>
                  </a:cubicBezTo>
                  <a:cubicBezTo>
                    <a:pt x="486" y="17379"/>
                    <a:pt x="426" y="17865"/>
                    <a:pt x="395" y="18351"/>
                  </a:cubicBezTo>
                  <a:lnTo>
                    <a:pt x="395" y="18716"/>
                  </a:lnTo>
                  <a:lnTo>
                    <a:pt x="395" y="19050"/>
                  </a:lnTo>
                  <a:lnTo>
                    <a:pt x="395" y="19202"/>
                  </a:lnTo>
                  <a:cubicBezTo>
                    <a:pt x="395" y="19384"/>
                    <a:pt x="395" y="19567"/>
                    <a:pt x="365" y="19749"/>
                  </a:cubicBezTo>
                  <a:cubicBezTo>
                    <a:pt x="365" y="20205"/>
                    <a:pt x="365" y="20660"/>
                    <a:pt x="365" y="21177"/>
                  </a:cubicBezTo>
                  <a:lnTo>
                    <a:pt x="365" y="21329"/>
                  </a:lnTo>
                  <a:lnTo>
                    <a:pt x="365" y="21906"/>
                  </a:lnTo>
                  <a:lnTo>
                    <a:pt x="365" y="22180"/>
                  </a:lnTo>
                  <a:lnTo>
                    <a:pt x="365" y="22605"/>
                  </a:lnTo>
                  <a:lnTo>
                    <a:pt x="365" y="23182"/>
                  </a:lnTo>
                  <a:cubicBezTo>
                    <a:pt x="365" y="23456"/>
                    <a:pt x="365" y="23760"/>
                    <a:pt x="335" y="24063"/>
                  </a:cubicBezTo>
                  <a:cubicBezTo>
                    <a:pt x="304" y="24489"/>
                    <a:pt x="274" y="24914"/>
                    <a:pt x="243" y="25400"/>
                  </a:cubicBezTo>
                  <a:cubicBezTo>
                    <a:pt x="183" y="25917"/>
                    <a:pt x="152" y="26281"/>
                    <a:pt x="91" y="26798"/>
                  </a:cubicBezTo>
                  <a:cubicBezTo>
                    <a:pt x="61" y="27010"/>
                    <a:pt x="31" y="27223"/>
                    <a:pt x="31" y="27436"/>
                  </a:cubicBezTo>
                  <a:cubicBezTo>
                    <a:pt x="0" y="27618"/>
                    <a:pt x="0" y="27800"/>
                    <a:pt x="31" y="28013"/>
                  </a:cubicBezTo>
                  <a:cubicBezTo>
                    <a:pt x="31" y="28256"/>
                    <a:pt x="91" y="28530"/>
                    <a:pt x="152" y="28773"/>
                  </a:cubicBezTo>
                  <a:cubicBezTo>
                    <a:pt x="274" y="29046"/>
                    <a:pt x="426" y="29320"/>
                    <a:pt x="638" y="29532"/>
                  </a:cubicBezTo>
                  <a:lnTo>
                    <a:pt x="760" y="29654"/>
                  </a:lnTo>
                  <a:cubicBezTo>
                    <a:pt x="851" y="29715"/>
                    <a:pt x="912" y="29775"/>
                    <a:pt x="1003" y="29806"/>
                  </a:cubicBezTo>
                  <a:cubicBezTo>
                    <a:pt x="1064" y="29836"/>
                    <a:pt x="1124" y="29866"/>
                    <a:pt x="1185" y="29897"/>
                  </a:cubicBezTo>
                  <a:lnTo>
                    <a:pt x="1276" y="29927"/>
                  </a:lnTo>
                  <a:cubicBezTo>
                    <a:pt x="1368" y="29958"/>
                    <a:pt x="1428" y="29988"/>
                    <a:pt x="1550" y="29988"/>
                  </a:cubicBezTo>
                  <a:cubicBezTo>
                    <a:pt x="1702" y="30018"/>
                    <a:pt x="1854" y="30049"/>
                    <a:pt x="1975" y="30049"/>
                  </a:cubicBezTo>
                  <a:lnTo>
                    <a:pt x="2796" y="30049"/>
                  </a:lnTo>
                  <a:cubicBezTo>
                    <a:pt x="3069" y="30018"/>
                    <a:pt x="3312" y="29988"/>
                    <a:pt x="3555" y="29927"/>
                  </a:cubicBezTo>
                  <a:cubicBezTo>
                    <a:pt x="3798" y="29866"/>
                    <a:pt x="4011" y="29806"/>
                    <a:pt x="4254" y="29715"/>
                  </a:cubicBezTo>
                  <a:cubicBezTo>
                    <a:pt x="4375" y="29623"/>
                    <a:pt x="4497" y="29532"/>
                    <a:pt x="4619" y="29441"/>
                  </a:cubicBezTo>
                  <a:cubicBezTo>
                    <a:pt x="4831" y="29289"/>
                    <a:pt x="4953" y="29046"/>
                    <a:pt x="5044" y="28833"/>
                  </a:cubicBezTo>
                  <a:cubicBezTo>
                    <a:pt x="5105" y="28590"/>
                    <a:pt x="5165" y="28347"/>
                    <a:pt x="5196" y="28104"/>
                  </a:cubicBezTo>
                  <a:cubicBezTo>
                    <a:pt x="5257" y="27831"/>
                    <a:pt x="5287" y="27557"/>
                    <a:pt x="5317" y="27284"/>
                  </a:cubicBezTo>
                  <a:lnTo>
                    <a:pt x="5317" y="27223"/>
                  </a:lnTo>
                  <a:cubicBezTo>
                    <a:pt x="5348" y="26828"/>
                    <a:pt x="5408" y="26403"/>
                    <a:pt x="5439" y="25917"/>
                  </a:cubicBezTo>
                  <a:cubicBezTo>
                    <a:pt x="5469" y="25643"/>
                    <a:pt x="5500" y="25370"/>
                    <a:pt x="5530" y="25096"/>
                  </a:cubicBezTo>
                  <a:cubicBezTo>
                    <a:pt x="5560" y="24914"/>
                    <a:pt x="5591" y="24732"/>
                    <a:pt x="5591" y="24549"/>
                  </a:cubicBezTo>
                  <a:cubicBezTo>
                    <a:pt x="5621" y="24367"/>
                    <a:pt x="5621" y="24094"/>
                    <a:pt x="5652" y="23881"/>
                  </a:cubicBezTo>
                  <a:cubicBezTo>
                    <a:pt x="5682" y="23668"/>
                    <a:pt x="5712" y="23425"/>
                    <a:pt x="5712" y="23182"/>
                  </a:cubicBezTo>
                  <a:cubicBezTo>
                    <a:pt x="5743" y="22970"/>
                    <a:pt x="5773" y="22666"/>
                    <a:pt x="5803" y="22392"/>
                  </a:cubicBezTo>
                  <a:cubicBezTo>
                    <a:pt x="5834" y="22180"/>
                    <a:pt x="5864" y="21967"/>
                    <a:pt x="5895" y="21754"/>
                  </a:cubicBezTo>
                  <a:cubicBezTo>
                    <a:pt x="5925" y="21420"/>
                    <a:pt x="5955" y="21055"/>
                    <a:pt x="5986" y="20691"/>
                  </a:cubicBezTo>
                  <a:lnTo>
                    <a:pt x="6016" y="20357"/>
                  </a:lnTo>
                  <a:cubicBezTo>
                    <a:pt x="6047" y="20114"/>
                    <a:pt x="6047" y="19840"/>
                    <a:pt x="6077" y="19567"/>
                  </a:cubicBezTo>
                  <a:cubicBezTo>
                    <a:pt x="6107" y="19324"/>
                    <a:pt x="6107" y="19141"/>
                    <a:pt x="6138" y="18929"/>
                  </a:cubicBezTo>
                  <a:lnTo>
                    <a:pt x="6138" y="18655"/>
                  </a:lnTo>
                  <a:cubicBezTo>
                    <a:pt x="6138" y="18503"/>
                    <a:pt x="6168" y="18351"/>
                    <a:pt x="6198" y="18199"/>
                  </a:cubicBezTo>
                  <a:cubicBezTo>
                    <a:pt x="6198" y="18048"/>
                    <a:pt x="6229" y="17926"/>
                    <a:pt x="6229" y="17774"/>
                  </a:cubicBezTo>
                  <a:lnTo>
                    <a:pt x="6259" y="17501"/>
                  </a:lnTo>
                  <a:cubicBezTo>
                    <a:pt x="6320" y="17075"/>
                    <a:pt x="6350" y="16589"/>
                    <a:pt x="6411" y="16012"/>
                  </a:cubicBezTo>
                  <a:cubicBezTo>
                    <a:pt x="6441" y="15495"/>
                    <a:pt x="6502" y="15009"/>
                    <a:pt x="6533" y="14523"/>
                  </a:cubicBezTo>
                  <a:cubicBezTo>
                    <a:pt x="6563" y="14250"/>
                    <a:pt x="6593" y="13976"/>
                    <a:pt x="6624" y="13703"/>
                  </a:cubicBezTo>
                  <a:cubicBezTo>
                    <a:pt x="6654" y="13521"/>
                    <a:pt x="6685" y="13338"/>
                    <a:pt x="6715" y="13095"/>
                  </a:cubicBezTo>
                  <a:cubicBezTo>
                    <a:pt x="6776" y="12609"/>
                    <a:pt x="6806" y="12123"/>
                    <a:pt x="6806" y="11698"/>
                  </a:cubicBezTo>
                  <a:lnTo>
                    <a:pt x="6806" y="11394"/>
                  </a:lnTo>
                  <a:lnTo>
                    <a:pt x="6806" y="11029"/>
                  </a:lnTo>
                  <a:lnTo>
                    <a:pt x="6806" y="10786"/>
                  </a:lnTo>
                  <a:lnTo>
                    <a:pt x="6836" y="10300"/>
                  </a:lnTo>
                  <a:cubicBezTo>
                    <a:pt x="6836" y="9875"/>
                    <a:pt x="6867" y="9419"/>
                    <a:pt x="6867" y="8842"/>
                  </a:cubicBezTo>
                  <a:lnTo>
                    <a:pt x="6867" y="6624"/>
                  </a:lnTo>
                  <a:cubicBezTo>
                    <a:pt x="6897" y="6350"/>
                    <a:pt x="6897" y="6107"/>
                    <a:pt x="6867" y="5864"/>
                  </a:cubicBezTo>
                  <a:cubicBezTo>
                    <a:pt x="6867" y="5773"/>
                    <a:pt x="6867" y="5651"/>
                    <a:pt x="6867" y="5530"/>
                  </a:cubicBezTo>
                  <a:cubicBezTo>
                    <a:pt x="6836" y="5104"/>
                    <a:pt x="6806" y="4710"/>
                    <a:pt x="6745" y="4315"/>
                  </a:cubicBezTo>
                  <a:lnTo>
                    <a:pt x="6685" y="3950"/>
                  </a:lnTo>
                  <a:lnTo>
                    <a:pt x="6654" y="3707"/>
                  </a:lnTo>
                  <a:lnTo>
                    <a:pt x="6654" y="3737"/>
                  </a:lnTo>
                  <a:cubicBezTo>
                    <a:pt x="6654" y="3646"/>
                    <a:pt x="6624" y="3555"/>
                    <a:pt x="6624" y="3464"/>
                  </a:cubicBezTo>
                  <a:lnTo>
                    <a:pt x="6624" y="3373"/>
                  </a:lnTo>
                  <a:cubicBezTo>
                    <a:pt x="6593" y="3160"/>
                    <a:pt x="6563" y="2947"/>
                    <a:pt x="6502" y="2735"/>
                  </a:cubicBezTo>
                  <a:cubicBezTo>
                    <a:pt x="6502" y="2643"/>
                    <a:pt x="6472" y="2522"/>
                    <a:pt x="6441" y="2431"/>
                  </a:cubicBezTo>
                  <a:lnTo>
                    <a:pt x="6381" y="2036"/>
                  </a:lnTo>
                  <a:cubicBezTo>
                    <a:pt x="6381" y="1945"/>
                    <a:pt x="6350" y="1823"/>
                    <a:pt x="6320" y="1732"/>
                  </a:cubicBezTo>
                  <a:cubicBezTo>
                    <a:pt x="6259" y="1580"/>
                    <a:pt x="6198" y="1428"/>
                    <a:pt x="6107" y="1307"/>
                  </a:cubicBezTo>
                  <a:cubicBezTo>
                    <a:pt x="6016" y="1155"/>
                    <a:pt x="5925" y="1033"/>
                    <a:pt x="5834" y="912"/>
                  </a:cubicBezTo>
                  <a:cubicBezTo>
                    <a:pt x="5773" y="851"/>
                    <a:pt x="5712" y="760"/>
                    <a:pt x="5621" y="699"/>
                  </a:cubicBezTo>
                  <a:cubicBezTo>
                    <a:pt x="5530" y="608"/>
                    <a:pt x="5408" y="547"/>
                    <a:pt x="5317" y="456"/>
                  </a:cubicBezTo>
                  <a:cubicBezTo>
                    <a:pt x="5196" y="395"/>
                    <a:pt x="5074" y="334"/>
                    <a:pt x="4922" y="304"/>
                  </a:cubicBezTo>
                  <a:cubicBezTo>
                    <a:pt x="4740" y="213"/>
                    <a:pt x="4558" y="152"/>
                    <a:pt x="4345" y="91"/>
                  </a:cubicBezTo>
                  <a:cubicBezTo>
                    <a:pt x="4132" y="61"/>
                    <a:pt x="3920" y="31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5"/>
            <p:cNvSpPr/>
            <p:nvPr/>
          </p:nvSpPr>
          <p:spPr>
            <a:xfrm rot="1238432">
              <a:off x="8705506" y="32559"/>
              <a:ext cx="151173" cy="749717"/>
            </a:xfrm>
            <a:custGeom>
              <a:rect b="b" l="l" r="r" t="t"/>
              <a:pathLst>
                <a:path extrusionOk="0" h="29989" w="6047">
                  <a:moveTo>
                    <a:pt x="3889" y="0"/>
                  </a:moveTo>
                  <a:cubicBezTo>
                    <a:pt x="3677" y="0"/>
                    <a:pt x="3494" y="31"/>
                    <a:pt x="3282" y="61"/>
                  </a:cubicBezTo>
                  <a:cubicBezTo>
                    <a:pt x="3130" y="92"/>
                    <a:pt x="2948" y="92"/>
                    <a:pt x="2796" y="152"/>
                  </a:cubicBezTo>
                  <a:cubicBezTo>
                    <a:pt x="2674" y="183"/>
                    <a:pt x="2553" y="213"/>
                    <a:pt x="2431" y="274"/>
                  </a:cubicBezTo>
                  <a:cubicBezTo>
                    <a:pt x="2249" y="335"/>
                    <a:pt x="2097" y="395"/>
                    <a:pt x="1945" y="487"/>
                  </a:cubicBezTo>
                  <a:cubicBezTo>
                    <a:pt x="1823" y="578"/>
                    <a:pt x="1702" y="669"/>
                    <a:pt x="1580" y="790"/>
                  </a:cubicBezTo>
                  <a:cubicBezTo>
                    <a:pt x="1489" y="912"/>
                    <a:pt x="1398" y="1034"/>
                    <a:pt x="1337" y="1155"/>
                  </a:cubicBezTo>
                  <a:cubicBezTo>
                    <a:pt x="1246" y="1307"/>
                    <a:pt x="1185" y="1489"/>
                    <a:pt x="1125" y="1641"/>
                  </a:cubicBezTo>
                  <a:cubicBezTo>
                    <a:pt x="1064" y="1823"/>
                    <a:pt x="1033" y="2036"/>
                    <a:pt x="1033" y="2218"/>
                  </a:cubicBezTo>
                  <a:cubicBezTo>
                    <a:pt x="1003" y="2340"/>
                    <a:pt x="942" y="2461"/>
                    <a:pt x="912" y="2553"/>
                  </a:cubicBezTo>
                  <a:cubicBezTo>
                    <a:pt x="851" y="2735"/>
                    <a:pt x="821" y="2917"/>
                    <a:pt x="790" y="3069"/>
                  </a:cubicBezTo>
                  <a:lnTo>
                    <a:pt x="760" y="3191"/>
                  </a:lnTo>
                  <a:cubicBezTo>
                    <a:pt x="547" y="4041"/>
                    <a:pt x="456" y="4892"/>
                    <a:pt x="395" y="5743"/>
                  </a:cubicBezTo>
                  <a:cubicBezTo>
                    <a:pt x="395" y="5864"/>
                    <a:pt x="365" y="5986"/>
                    <a:pt x="365" y="6107"/>
                  </a:cubicBezTo>
                  <a:cubicBezTo>
                    <a:pt x="335" y="6350"/>
                    <a:pt x="304" y="6594"/>
                    <a:pt x="304" y="6837"/>
                  </a:cubicBezTo>
                  <a:cubicBezTo>
                    <a:pt x="274" y="7080"/>
                    <a:pt x="274" y="7292"/>
                    <a:pt x="244" y="7505"/>
                  </a:cubicBezTo>
                  <a:cubicBezTo>
                    <a:pt x="244" y="7718"/>
                    <a:pt x="213" y="7991"/>
                    <a:pt x="213" y="8265"/>
                  </a:cubicBezTo>
                  <a:lnTo>
                    <a:pt x="213" y="8538"/>
                  </a:lnTo>
                  <a:lnTo>
                    <a:pt x="213" y="8963"/>
                  </a:lnTo>
                  <a:lnTo>
                    <a:pt x="213" y="9146"/>
                  </a:lnTo>
                  <a:cubicBezTo>
                    <a:pt x="183" y="9541"/>
                    <a:pt x="152" y="9966"/>
                    <a:pt x="122" y="10391"/>
                  </a:cubicBezTo>
                  <a:cubicBezTo>
                    <a:pt x="61" y="10878"/>
                    <a:pt x="61" y="11364"/>
                    <a:pt x="31" y="11850"/>
                  </a:cubicBezTo>
                  <a:lnTo>
                    <a:pt x="31" y="1400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31" y="16650"/>
                    <a:pt x="0" y="17136"/>
                    <a:pt x="0" y="17623"/>
                  </a:cubicBezTo>
                  <a:lnTo>
                    <a:pt x="0" y="19719"/>
                  </a:lnTo>
                  <a:lnTo>
                    <a:pt x="0" y="20448"/>
                  </a:lnTo>
                  <a:lnTo>
                    <a:pt x="0" y="20873"/>
                  </a:lnTo>
                  <a:lnTo>
                    <a:pt x="0" y="21876"/>
                  </a:lnTo>
                  <a:cubicBezTo>
                    <a:pt x="0" y="22028"/>
                    <a:pt x="0" y="22150"/>
                    <a:pt x="31" y="22271"/>
                  </a:cubicBezTo>
                  <a:lnTo>
                    <a:pt x="31" y="22575"/>
                  </a:lnTo>
                  <a:lnTo>
                    <a:pt x="31" y="22848"/>
                  </a:lnTo>
                  <a:lnTo>
                    <a:pt x="31" y="23274"/>
                  </a:lnTo>
                  <a:cubicBezTo>
                    <a:pt x="31" y="23669"/>
                    <a:pt x="61" y="24155"/>
                    <a:pt x="61" y="24671"/>
                  </a:cubicBezTo>
                  <a:cubicBezTo>
                    <a:pt x="61" y="24884"/>
                    <a:pt x="61" y="25097"/>
                    <a:pt x="92" y="25279"/>
                  </a:cubicBezTo>
                  <a:lnTo>
                    <a:pt x="92" y="25340"/>
                  </a:lnTo>
                  <a:lnTo>
                    <a:pt x="92" y="25583"/>
                  </a:lnTo>
                  <a:cubicBezTo>
                    <a:pt x="92" y="25704"/>
                    <a:pt x="92" y="25856"/>
                    <a:pt x="122" y="26008"/>
                  </a:cubicBezTo>
                  <a:lnTo>
                    <a:pt x="152" y="26312"/>
                  </a:lnTo>
                  <a:cubicBezTo>
                    <a:pt x="183" y="26646"/>
                    <a:pt x="213" y="26980"/>
                    <a:pt x="244" y="27315"/>
                  </a:cubicBezTo>
                  <a:lnTo>
                    <a:pt x="244" y="27345"/>
                  </a:lnTo>
                  <a:cubicBezTo>
                    <a:pt x="274" y="27831"/>
                    <a:pt x="365" y="28287"/>
                    <a:pt x="487" y="28743"/>
                  </a:cubicBezTo>
                  <a:cubicBezTo>
                    <a:pt x="517" y="28834"/>
                    <a:pt x="547" y="28925"/>
                    <a:pt x="578" y="29016"/>
                  </a:cubicBezTo>
                  <a:cubicBezTo>
                    <a:pt x="608" y="29077"/>
                    <a:pt x="638" y="29168"/>
                    <a:pt x="669" y="29259"/>
                  </a:cubicBezTo>
                  <a:cubicBezTo>
                    <a:pt x="730" y="29320"/>
                    <a:pt x="760" y="29381"/>
                    <a:pt x="821" y="29441"/>
                  </a:cubicBezTo>
                  <a:lnTo>
                    <a:pt x="851" y="29472"/>
                  </a:lnTo>
                  <a:cubicBezTo>
                    <a:pt x="1033" y="29684"/>
                    <a:pt x="1277" y="29806"/>
                    <a:pt x="1520" y="29897"/>
                  </a:cubicBezTo>
                  <a:cubicBezTo>
                    <a:pt x="1641" y="29928"/>
                    <a:pt x="1732" y="29958"/>
                    <a:pt x="1854" y="29958"/>
                  </a:cubicBezTo>
                  <a:lnTo>
                    <a:pt x="1915" y="29958"/>
                  </a:lnTo>
                  <a:cubicBezTo>
                    <a:pt x="2036" y="29958"/>
                    <a:pt x="2127" y="29988"/>
                    <a:pt x="2249" y="29988"/>
                  </a:cubicBezTo>
                  <a:cubicBezTo>
                    <a:pt x="2522" y="29958"/>
                    <a:pt x="2765" y="29897"/>
                    <a:pt x="3008" y="29745"/>
                  </a:cubicBezTo>
                  <a:lnTo>
                    <a:pt x="3221" y="29654"/>
                  </a:lnTo>
                  <a:lnTo>
                    <a:pt x="3251" y="29624"/>
                  </a:lnTo>
                  <a:cubicBezTo>
                    <a:pt x="3403" y="29563"/>
                    <a:pt x="3586" y="29502"/>
                    <a:pt x="3707" y="29411"/>
                  </a:cubicBezTo>
                  <a:cubicBezTo>
                    <a:pt x="3829" y="29350"/>
                    <a:pt x="3950" y="29259"/>
                    <a:pt x="4072" y="29168"/>
                  </a:cubicBezTo>
                  <a:cubicBezTo>
                    <a:pt x="4193" y="29046"/>
                    <a:pt x="4315" y="28955"/>
                    <a:pt x="4406" y="28834"/>
                  </a:cubicBezTo>
                  <a:cubicBezTo>
                    <a:pt x="4497" y="28743"/>
                    <a:pt x="4588" y="28621"/>
                    <a:pt x="4649" y="28500"/>
                  </a:cubicBezTo>
                  <a:cubicBezTo>
                    <a:pt x="4710" y="28348"/>
                    <a:pt x="4740" y="28196"/>
                    <a:pt x="4771" y="28074"/>
                  </a:cubicBezTo>
                  <a:cubicBezTo>
                    <a:pt x="4831" y="27649"/>
                    <a:pt x="4862" y="27223"/>
                    <a:pt x="4862" y="26828"/>
                  </a:cubicBezTo>
                  <a:lnTo>
                    <a:pt x="4862" y="26616"/>
                  </a:lnTo>
                  <a:lnTo>
                    <a:pt x="4862" y="25279"/>
                  </a:lnTo>
                  <a:lnTo>
                    <a:pt x="4862" y="24823"/>
                  </a:lnTo>
                  <a:lnTo>
                    <a:pt x="4862" y="24580"/>
                  </a:lnTo>
                  <a:cubicBezTo>
                    <a:pt x="4862" y="24307"/>
                    <a:pt x="4862" y="24064"/>
                    <a:pt x="4831" y="23881"/>
                  </a:cubicBezTo>
                  <a:lnTo>
                    <a:pt x="4831" y="21755"/>
                  </a:lnTo>
                  <a:lnTo>
                    <a:pt x="4831" y="21086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31" y="19901"/>
                  </a:lnTo>
                  <a:lnTo>
                    <a:pt x="4831" y="19689"/>
                  </a:lnTo>
                  <a:cubicBezTo>
                    <a:pt x="4831" y="19263"/>
                    <a:pt x="4892" y="18838"/>
                    <a:pt x="4953" y="18443"/>
                  </a:cubicBezTo>
                  <a:lnTo>
                    <a:pt x="4953" y="18230"/>
                  </a:lnTo>
                  <a:cubicBezTo>
                    <a:pt x="4983" y="17805"/>
                    <a:pt x="5014" y="17319"/>
                    <a:pt x="5044" y="16833"/>
                  </a:cubicBezTo>
                  <a:cubicBezTo>
                    <a:pt x="5044" y="16468"/>
                    <a:pt x="5074" y="16073"/>
                    <a:pt x="5074" y="15708"/>
                  </a:cubicBezTo>
                  <a:lnTo>
                    <a:pt x="5074" y="15405"/>
                  </a:lnTo>
                  <a:cubicBezTo>
                    <a:pt x="5074" y="14979"/>
                    <a:pt x="5105" y="14554"/>
                    <a:pt x="5135" y="14128"/>
                  </a:cubicBezTo>
                  <a:lnTo>
                    <a:pt x="5135" y="13946"/>
                  </a:lnTo>
                  <a:cubicBezTo>
                    <a:pt x="5135" y="13703"/>
                    <a:pt x="5135" y="13460"/>
                    <a:pt x="5166" y="13187"/>
                  </a:cubicBezTo>
                  <a:cubicBezTo>
                    <a:pt x="5166" y="12913"/>
                    <a:pt x="5166" y="12731"/>
                    <a:pt x="5196" y="12518"/>
                  </a:cubicBezTo>
                  <a:cubicBezTo>
                    <a:pt x="5196" y="12093"/>
                    <a:pt x="5257" y="11667"/>
                    <a:pt x="5287" y="11242"/>
                  </a:cubicBezTo>
                  <a:cubicBezTo>
                    <a:pt x="5287" y="11060"/>
                    <a:pt x="5317" y="10878"/>
                    <a:pt x="5348" y="10695"/>
                  </a:cubicBezTo>
                  <a:cubicBezTo>
                    <a:pt x="5409" y="10088"/>
                    <a:pt x="5469" y="9510"/>
                    <a:pt x="5530" y="8933"/>
                  </a:cubicBezTo>
                  <a:cubicBezTo>
                    <a:pt x="5561" y="8720"/>
                    <a:pt x="5591" y="8508"/>
                    <a:pt x="5621" y="8295"/>
                  </a:cubicBezTo>
                  <a:cubicBezTo>
                    <a:pt x="5712" y="7839"/>
                    <a:pt x="5773" y="7384"/>
                    <a:pt x="5834" y="6897"/>
                  </a:cubicBezTo>
                  <a:lnTo>
                    <a:pt x="5834" y="6745"/>
                  </a:lnTo>
                  <a:cubicBezTo>
                    <a:pt x="5895" y="6381"/>
                    <a:pt x="5955" y="5925"/>
                    <a:pt x="5986" y="5469"/>
                  </a:cubicBezTo>
                  <a:cubicBezTo>
                    <a:pt x="6016" y="5014"/>
                    <a:pt x="6016" y="4558"/>
                    <a:pt x="6016" y="4133"/>
                  </a:cubicBezTo>
                  <a:lnTo>
                    <a:pt x="6016" y="3130"/>
                  </a:lnTo>
                  <a:lnTo>
                    <a:pt x="6016" y="2826"/>
                  </a:lnTo>
                  <a:cubicBezTo>
                    <a:pt x="6047" y="2583"/>
                    <a:pt x="6047" y="2310"/>
                    <a:pt x="6016" y="2067"/>
                  </a:cubicBezTo>
                  <a:cubicBezTo>
                    <a:pt x="5986" y="1915"/>
                    <a:pt x="5925" y="1793"/>
                    <a:pt x="5864" y="1672"/>
                  </a:cubicBezTo>
                  <a:cubicBezTo>
                    <a:pt x="5834" y="1641"/>
                    <a:pt x="5834" y="1580"/>
                    <a:pt x="5804" y="1520"/>
                  </a:cubicBezTo>
                  <a:cubicBezTo>
                    <a:pt x="5712" y="1398"/>
                    <a:pt x="5591" y="1277"/>
                    <a:pt x="5439" y="1216"/>
                  </a:cubicBezTo>
                  <a:cubicBezTo>
                    <a:pt x="5409" y="1125"/>
                    <a:pt x="5348" y="1034"/>
                    <a:pt x="5317" y="912"/>
                  </a:cubicBezTo>
                  <a:cubicBezTo>
                    <a:pt x="5287" y="851"/>
                    <a:pt x="5257" y="790"/>
                    <a:pt x="5196" y="730"/>
                  </a:cubicBezTo>
                  <a:cubicBezTo>
                    <a:pt x="5074" y="547"/>
                    <a:pt x="4922" y="365"/>
                    <a:pt x="4740" y="244"/>
                  </a:cubicBezTo>
                  <a:cubicBezTo>
                    <a:pt x="4497" y="92"/>
                    <a:pt x="4224" y="0"/>
                    <a:pt x="39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"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p36"/>
          <p:cNvSpPr/>
          <p:nvPr/>
        </p:nvSpPr>
        <p:spPr>
          <a:xfrm rot="-7290801">
            <a:off x="-200917" y="4300677"/>
            <a:ext cx="1157156" cy="1066716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" name="Google Shape;755;p36"/>
          <p:cNvSpPr/>
          <p:nvPr/>
        </p:nvSpPr>
        <p:spPr>
          <a:xfrm rot="-7770583">
            <a:off x="7986899" y="-419142"/>
            <a:ext cx="1444211" cy="1473759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" name="Google Shape;756;p36"/>
          <p:cNvSpPr/>
          <p:nvPr/>
        </p:nvSpPr>
        <p:spPr>
          <a:xfrm flipH="1" rot="-6865797">
            <a:off x="8471474" y="4244540"/>
            <a:ext cx="373544" cy="1285443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" name="Google Shape;757;p36"/>
          <p:cNvSpPr/>
          <p:nvPr/>
        </p:nvSpPr>
        <p:spPr>
          <a:xfrm rot="-1820385">
            <a:off x="-174032" y="17215"/>
            <a:ext cx="1264659" cy="929551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" name="Google Shape;758;p36"/>
          <p:cNvSpPr/>
          <p:nvPr/>
        </p:nvSpPr>
        <p:spPr>
          <a:xfrm rot="849156">
            <a:off x="883376" y="106688"/>
            <a:ext cx="295309" cy="52845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" name="Google Shape;759;p36"/>
          <p:cNvSpPr/>
          <p:nvPr/>
        </p:nvSpPr>
        <p:spPr>
          <a:xfrm>
            <a:off x="8571100" y="4285281"/>
            <a:ext cx="415535" cy="440198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" name="Google Shape;760;p36"/>
          <p:cNvGrpSpPr/>
          <p:nvPr/>
        </p:nvGrpSpPr>
        <p:grpSpPr>
          <a:xfrm rot="3550083">
            <a:off x="-24852" y="4250111"/>
            <a:ext cx="593155" cy="707094"/>
            <a:chOff x="8446375" y="3346247"/>
            <a:chExt cx="572406" cy="682360"/>
          </a:xfrm>
        </p:grpSpPr>
        <p:sp>
          <p:nvSpPr>
            <p:cNvPr id="761" name="Google Shape;761;p36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6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6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6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6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36"/>
          <p:cNvGrpSpPr/>
          <p:nvPr/>
        </p:nvGrpSpPr>
        <p:grpSpPr>
          <a:xfrm>
            <a:off x="8416710" y="772717"/>
            <a:ext cx="483086" cy="429802"/>
            <a:chOff x="1101247" y="2686592"/>
            <a:chExt cx="483086" cy="429802"/>
          </a:xfrm>
        </p:grpSpPr>
        <p:sp>
          <p:nvSpPr>
            <p:cNvPr id="767" name="Google Shape;767;p36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6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" name="Google Shape;769;p36"/>
          <p:cNvSpPr txBox="1"/>
          <p:nvPr>
            <p:ph type="title"/>
          </p:nvPr>
        </p:nvSpPr>
        <p:spPr>
          <a:xfrm>
            <a:off x="879575" y="1803263"/>
            <a:ext cx="21294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70" name="Google Shape;770;p36"/>
          <p:cNvSpPr txBox="1"/>
          <p:nvPr>
            <p:ph idx="1" type="subTitle"/>
          </p:nvPr>
        </p:nvSpPr>
        <p:spPr>
          <a:xfrm>
            <a:off x="879575" y="2214588"/>
            <a:ext cx="2129400" cy="67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1" name="Google Shape;771;p36"/>
          <p:cNvSpPr txBox="1"/>
          <p:nvPr>
            <p:ph idx="2" type="title"/>
          </p:nvPr>
        </p:nvSpPr>
        <p:spPr>
          <a:xfrm>
            <a:off x="6134675" y="1803263"/>
            <a:ext cx="21294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72" name="Google Shape;772;p36"/>
          <p:cNvSpPr txBox="1"/>
          <p:nvPr>
            <p:ph idx="3" type="subTitle"/>
          </p:nvPr>
        </p:nvSpPr>
        <p:spPr>
          <a:xfrm>
            <a:off x="6134900" y="2214588"/>
            <a:ext cx="2129400" cy="67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3" name="Google Shape;773;p36"/>
          <p:cNvSpPr txBox="1"/>
          <p:nvPr>
            <p:ph idx="4" type="title"/>
          </p:nvPr>
        </p:nvSpPr>
        <p:spPr>
          <a:xfrm>
            <a:off x="879575" y="3236663"/>
            <a:ext cx="21294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74" name="Google Shape;774;p36"/>
          <p:cNvSpPr txBox="1"/>
          <p:nvPr>
            <p:ph idx="5" type="subTitle"/>
          </p:nvPr>
        </p:nvSpPr>
        <p:spPr>
          <a:xfrm>
            <a:off x="879575" y="3647988"/>
            <a:ext cx="2129400" cy="7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5" name="Google Shape;775;p36"/>
          <p:cNvSpPr txBox="1"/>
          <p:nvPr>
            <p:ph idx="6" type="title"/>
          </p:nvPr>
        </p:nvSpPr>
        <p:spPr>
          <a:xfrm>
            <a:off x="6134675" y="3236663"/>
            <a:ext cx="21294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76" name="Google Shape;776;p36"/>
          <p:cNvSpPr txBox="1"/>
          <p:nvPr>
            <p:ph idx="7" type="subTitle"/>
          </p:nvPr>
        </p:nvSpPr>
        <p:spPr>
          <a:xfrm>
            <a:off x="6134900" y="3647988"/>
            <a:ext cx="2129400" cy="7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7" name="Google Shape;777;p36"/>
          <p:cNvSpPr txBox="1"/>
          <p:nvPr>
            <p:ph idx="8" type="title"/>
          </p:nvPr>
        </p:nvSpPr>
        <p:spPr>
          <a:xfrm>
            <a:off x="1075350" y="539850"/>
            <a:ext cx="6993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1_3">
    <p:spTree>
      <p:nvGrpSpPr>
        <p:cNvPr id="778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p37"/>
          <p:cNvSpPr/>
          <p:nvPr/>
        </p:nvSpPr>
        <p:spPr>
          <a:xfrm rot="-7290801">
            <a:off x="-200917" y="4300677"/>
            <a:ext cx="1157156" cy="1066716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37"/>
          <p:cNvSpPr/>
          <p:nvPr/>
        </p:nvSpPr>
        <p:spPr>
          <a:xfrm rot="-7770583">
            <a:off x="7986899" y="-419142"/>
            <a:ext cx="1444211" cy="1473759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37"/>
          <p:cNvSpPr/>
          <p:nvPr/>
        </p:nvSpPr>
        <p:spPr>
          <a:xfrm flipH="1" rot="-6865797">
            <a:off x="8471474" y="4244540"/>
            <a:ext cx="373544" cy="1285443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37"/>
          <p:cNvSpPr/>
          <p:nvPr/>
        </p:nvSpPr>
        <p:spPr>
          <a:xfrm rot="-1820385">
            <a:off x="-174032" y="17215"/>
            <a:ext cx="1264659" cy="929551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37"/>
          <p:cNvSpPr/>
          <p:nvPr/>
        </p:nvSpPr>
        <p:spPr>
          <a:xfrm rot="849156">
            <a:off x="883376" y="106688"/>
            <a:ext cx="295309" cy="52845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37"/>
          <p:cNvSpPr/>
          <p:nvPr/>
        </p:nvSpPr>
        <p:spPr>
          <a:xfrm>
            <a:off x="8571100" y="4285281"/>
            <a:ext cx="415535" cy="440198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" name="Google Shape;785;p37"/>
          <p:cNvGrpSpPr/>
          <p:nvPr/>
        </p:nvGrpSpPr>
        <p:grpSpPr>
          <a:xfrm rot="3550083">
            <a:off x="-24852" y="4250111"/>
            <a:ext cx="593155" cy="707094"/>
            <a:chOff x="8446375" y="3346247"/>
            <a:chExt cx="572406" cy="682360"/>
          </a:xfrm>
        </p:grpSpPr>
        <p:sp>
          <p:nvSpPr>
            <p:cNvPr id="786" name="Google Shape;786;p37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7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7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7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7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" name="Google Shape;791;p37"/>
          <p:cNvGrpSpPr/>
          <p:nvPr/>
        </p:nvGrpSpPr>
        <p:grpSpPr>
          <a:xfrm>
            <a:off x="8416710" y="772717"/>
            <a:ext cx="483086" cy="429802"/>
            <a:chOff x="1101247" y="2686592"/>
            <a:chExt cx="483086" cy="429802"/>
          </a:xfrm>
        </p:grpSpPr>
        <p:sp>
          <p:nvSpPr>
            <p:cNvPr id="792" name="Google Shape;792;p37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7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" name="Google Shape;794;p37"/>
          <p:cNvSpPr txBox="1"/>
          <p:nvPr>
            <p:ph type="title"/>
          </p:nvPr>
        </p:nvSpPr>
        <p:spPr>
          <a:xfrm>
            <a:off x="713263" y="3161309"/>
            <a:ext cx="19293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95" name="Google Shape;795;p37"/>
          <p:cNvSpPr txBox="1"/>
          <p:nvPr>
            <p:ph idx="1" type="subTitle"/>
          </p:nvPr>
        </p:nvSpPr>
        <p:spPr>
          <a:xfrm>
            <a:off x="713263" y="3527009"/>
            <a:ext cx="19293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6" name="Google Shape;796;p37"/>
          <p:cNvSpPr txBox="1"/>
          <p:nvPr>
            <p:ph idx="2" type="title"/>
          </p:nvPr>
        </p:nvSpPr>
        <p:spPr>
          <a:xfrm>
            <a:off x="4572071" y="3161309"/>
            <a:ext cx="19293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97" name="Google Shape;797;p37"/>
          <p:cNvSpPr txBox="1"/>
          <p:nvPr>
            <p:ph idx="3" type="subTitle"/>
          </p:nvPr>
        </p:nvSpPr>
        <p:spPr>
          <a:xfrm>
            <a:off x="4571834" y="3527009"/>
            <a:ext cx="19293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8" name="Google Shape;798;p37"/>
          <p:cNvSpPr txBox="1"/>
          <p:nvPr>
            <p:ph idx="4" type="title"/>
          </p:nvPr>
        </p:nvSpPr>
        <p:spPr>
          <a:xfrm>
            <a:off x="2642667" y="3161309"/>
            <a:ext cx="19293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99" name="Google Shape;799;p37"/>
          <p:cNvSpPr txBox="1"/>
          <p:nvPr>
            <p:ph idx="5" type="subTitle"/>
          </p:nvPr>
        </p:nvSpPr>
        <p:spPr>
          <a:xfrm>
            <a:off x="2642497" y="3527009"/>
            <a:ext cx="19293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0" name="Google Shape;800;p37"/>
          <p:cNvSpPr txBox="1"/>
          <p:nvPr>
            <p:ph idx="6" type="title"/>
          </p:nvPr>
        </p:nvSpPr>
        <p:spPr>
          <a:xfrm>
            <a:off x="6501476" y="3161309"/>
            <a:ext cx="19293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01" name="Google Shape;801;p37"/>
          <p:cNvSpPr txBox="1"/>
          <p:nvPr>
            <p:ph idx="7" type="subTitle"/>
          </p:nvPr>
        </p:nvSpPr>
        <p:spPr>
          <a:xfrm>
            <a:off x="6501476" y="3527009"/>
            <a:ext cx="19293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2" name="Google Shape;802;p37"/>
          <p:cNvSpPr txBox="1"/>
          <p:nvPr>
            <p:ph idx="8" type="title"/>
          </p:nvPr>
        </p:nvSpPr>
        <p:spPr>
          <a:xfrm>
            <a:off x="1075350" y="539850"/>
            <a:ext cx="6993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BLANK_1_1_1_1_2">
    <p:spTree>
      <p:nvGrpSpPr>
        <p:cNvPr id="803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Google Shape;804;p38"/>
          <p:cNvSpPr/>
          <p:nvPr/>
        </p:nvSpPr>
        <p:spPr>
          <a:xfrm rot="-7290801">
            <a:off x="-200917" y="4300677"/>
            <a:ext cx="1157156" cy="1066716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38"/>
          <p:cNvSpPr/>
          <p:nvPr/>
        </p:nvSpPr>
        <p:spPr>
          <a:xfrm rot="-7770583">
            <a:off x="7986899" y="-419142"/>
            <a:ext cx="1444211" cy="1473759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38"/>
          <p:cNvSpPr/>
          <p:nvPr/>
        </p:nvSpPr>
        <p:spPr>
          <a:xfrm flipH="1" rot="-6865797">
            <a:off x="8471474" y="4244540"/>
            <a:ext cx="373544" cy="1285443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38"/>
          <p:cNvSpPr/>
          <p:nvPr/>
        </p:nvSpPr>
        <p:spPr>
          <a:xfrm rot="-1820385">
            <a:off x="-174032" y="17215"/>
            <a:ext cx="1264659" cy="929551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8"/>
          <p:cNvSpPr/>
          <p:nvPr/>
        </p:nvSpPr>
        <p:spPr>
          <a:xfrm rot="849156">
            <a:off x="883376" y="106688"/>
            <a:ext cx="295309" cy="528452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" name="Google Shape;809;p38"/>
          <p:cNvSpPr/>
          <p:nvPr/>
        </p:nvSpPr>
        <p:spPr>
          <a:xfrm>
            <a:off x="8571100" y="4285281"/>
            <a:ext cx="415535" cy="440198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" name="Google Shape;810;p38"/>
          <p:cNvGrpSpPr/>
          <p:nvPr/>
        </p:nvGrpSpPr>
        <p:grpSpPr>
          <a:xfrm rot="3550083">
            <a:off x="-24852" y="4250111"/>
            <a:ext cx="593155" cy="707094"/>
            <a:chOff x="8446375" y="3346247"/>
            <a:chExt cx="572406" cy="682360"/>
          </a:xfrm>
        </p:grpSpPr>
        <p:sp>
          <p:nvSpPr>
            <p:cNvPr id="811" name="Google Shape;811;p38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8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8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8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8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" name="Google Shape;816;p38"/>
          <p:cNvGrpSpPr/>
          <p:nvPr/>
        </p:nvGrpSpPr>
        <p:grpSpPr>
          <a:xfrm>
            <a:off x="8416710" y="772717"/>
            <a:ext cx="483086" cy="429802"/>
            <a:chOff x="1101247" y="2686592"/>
            <a:chExt cx="483086" cy="429802"/>
          </a:xfrm>
        </p:grpSpPr>
        <p:sp>
          <p:nvSpPr>
            <p:cNvPr id="817" name="Google Shape;817;p38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8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" name="Google Shape;819;p38"/>
          <p:cNvSpPr txBox="1"/>
          <p:nvPr>
            <p:ph type="title"/>
          </p:nvPr>
        </p:nvSpPr>
        <p:spPr>
          <a:xfrm>
            <a:off x="715616" y="1803263"/>
            <a:ext cx="21294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0" name="Google Shape;820;p38"/>
          <p:cNvSpPr txBox="1"/>
          <p:nvPr>
            <p:ph idx="1" type="subTitle"/>
          </p:nvPr>
        </p:nvSpPr>
        <p:spPr>
          <a:xfrm>
            <a:off x="715616" y="2168963"/>
            <a:ext cx="212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1" name="Google Shape;821;p38"/>
          <p:cNvSpPr txBox="1"/>
          <p:nvPr>
            <p:ph idx="2" type="title"/>
          </p:nvPr>
        </p:nvSpPr>
        <p:spPr>
          <a:xfrm>
            <a:off x="6298984" y="1803263"/>
            <a:ext cx="21294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2" name="Google Shape;822;p38"/>
          <p:cNvSpPr txBox="1"/>
          <p:nvPr>
            <p:ph idx="3" type="subTitle"/>
          </p:nvPr>
        </p:nvSpPr>
        <p:spPr>
          <a:xfrm>
            <a:off x="6298984" y="2168963"/>
            <a:ext cx="212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3" name="Google Shape;823;p38"/>
          <p:cNvSpPr txBox="1"/>
          <p:nvPr>
            <p:ph idx="4" type="title"/>
          </p:nvPr>
        </p:nvSpPr>
        <p:spPr>
          <a:xfrm>
            <a:off x="3507300" y="1803263"/>
            <a:ext cx="21294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4" name="Google Shape;824;p38"/>
          <p:cNvSpPr txBox="1"/>
          <p:nvPr>
            <p:ph idx="5" type="subTitle"/>
          </p:nvPr>
        </p:nvSpPr>
        <p:spPr>
          <a:xfrm>
            <a:off x="3507475" y="2168963"/>
            <a:ext cx="212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5" name="Google Shape;825;p38"/>
          <p:cNvSpPr txBox="1"/>
          <p:nvPr>
            <p:ph idx="6" type="title"/>
          </p:nvPr>
        </p:nvSpPr>
        <p:spPr>
          <a:xfrm>
            <a:off x="2112532" y="3652388"/>
            <a:ext cx="21294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6" name="Google Shape;826;p38"/>
          <p:cNvSpPr txBox="1"/>
          <p:nvPr>
            <p:ph idx="7" type="subTitle"/>
          </p:nvPr>
        </p:nvSpPr>
        <p:spPr>
          <a:xfrm>
            <a:off x="2112820" y="4018088"/>
            <a:ext cx="212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7" name="Google Shape;827;p38"/>
          <p:cNvSpPr txBox="1"/>
          <p:nvPr>
            <p:ph idx="8" type="title"/>
          </p:nvPr>
        </p:nvSpPr>
        <p:spPr>
          <a:xfrm>
            <a:off x="1075350" y="539850"/>
            <a:ext cx="6993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828" name="Google Shape;828;p38"/>
          <p:cNvSpPr txBox="1"/>
          <p:nvPr>
            <p:ph idx="9" type="title"/>
          </p:nvPr>
        </p:nvSpPr>
        <p:spPr>
          <a:xfrm>
            <a:off x="4902068" y="3652388"/>
            <a:ext cx="21294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9" name="Google Shape;829;p38"/>
          <p:cNvSpPr txBox="1"/>
          <p:nvPr>
            <p:ph idx="13" type="subTitle"/>
          </p:nvPr>
        </p:nvSpPr>
        <p:spPr>
          <a:xfrm>
            <a:off x="4902068" y="4018088"/>
            <a:ext cx="21294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830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oogle Shape;831;p39"/>
          <p:cNvGrpSpPr/>
          <p:nvPr/>
        </p:nvGrpSpPr>
        <p:grpSpPr>
          <a:xfrm rot="-625890">
            <a:off x="342" y="-260895"/>
            <a:ext cx="1120539" cy="1136985"/>
            <a:chOff x="727288" y="3991176"/>
            <a:chExt cx="1219992" cy="1237898"/>
          </a:xfrm>
        </p:grpSpPr>
        <p:sp>
          <p:nvSpPr>
            <p:cNvPr id="832" name="Google Shape;832;p39"/>
            <p:cNvSpPr/>
            <p:nvPr/>
          </p:nvSpPr>
          <p:spPr>
            <a:xfrm>
              <a:off x="727287" y="4086500"/>
              <a:ext cx="228805" cy="1142574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9"/>
            <p:cNvSpPr/>
            <p:nvPr/>
          </p:nvSpPr>
          <p:spPr>
            <a:xfrm>
              <a:off x="1034666" y="4018585"/>
              <a:ext cx="272880" cy="117951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9"/>
            <p:cNvSpPr/>
            <p:nvPr/>
          </p:nvSpPr>
          <p:spPr>
            <a:xfrm>
              <a:off x="1400430" y="4009056"/>
              <a:ext cx="238294" cy="117594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9"/>
            <p:cNvSpPr/>
            <p:nvPr/>
          </p:nvSpPr>
          <p:spPr>
            <a:xfrm>
              <a:off x="1693496" y="3991176"/>
              <a:ext cx="253783" cy="114782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" name="Google Shape;836;p39"/>
          <p:cNvSpPr/>
          <p:nvPr/>
        </p:nvSpPr>
        <p:spPr>
          <a:xfrm>
            <a:off x="1106675" y="-241825"/>
            <a:ext cx="561557" cy="594887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" name="Google Shape;837;p39"/>
          <p:cNvGrpSpPr/>
          <p:nvPr/>
        </p:nvGrpSpPr>
        <p:grpSpPr>
          <a:xfrm rot="-742780">
            <a:off x="8273253" y="4497770"/>
            <a:ext cx="1035629" cy="687651"/>
            <a:chOff x="6571588" y="4504700"/>
            <a:chExt cx="1035575" cy="687615"/>
          </a:xfrm>
        </p:grpSpPr>
        <p:sp>
          <p:nvSpPr>
            <p:cNvPr id="838" name="Google Shape;838;p39"/>
            <p:cNvSpPr/>
            <p:nvPr/>
          </p:nvSpPr>
          <p:spPr>
            <a:xfrm>
              <a:off x="6896838" y="4807241"/>
              <a:ext cx="376730" cy="382673"/>
            </a:xfrm>
            <a:custGeom>
              <a:rect b="b" l="l" r="r" t="t"/>
              <a:pathLst>
                <a:path extrusionOk="0" h="9723" w="9572">
                  <a:moveTo>
                    <a:pt x="4285" y="0"/>
                  </a:moveTo>
                  <a:cubicBezTo>
                    <a:pt x="4163" y="31"/>
                    <a:pt x="4072" y="31"/>
                    <a:pt x="3950" y="31"/>
                  </a:cubicBezTo>
                  <a:lnTo>
                    <a:pt x="3798" y="91"/>
                  </a:lnTo>
                  <a:cubicBezTo>
                    <a:pt x="3677" y="91"/>
                    <a:pt x="3586" y="122"/>
                    <a:pt x="3495" y="152"/>
                  </a:cubicBezTo>
                  <a:cubicBezTo>
                    <a:pt x="3312" y="213"/>
                    <a:pt x="3130" y="274"/>
                    <a:pt x="2948" y="365"/>
                  </a:cubicBezTo>
                  <a:cubicBezTo>
                    <a:pt x="2674" y="486"/>
                    <a:pt x="2431" y="608"/>
                    <a:pt x="2219" y="790"/>
                  </a:cubicBezTo>
                  <a:cubicBezTo>
                    <a:pt x="2036" y="942"/>
                    <a:pt x="1854" y="1125"/>
                    <a:pt x="1702" y="1337"/>
                  </a:cubicBezTo>
                  <a:cubicBezTo>
                    <a:pt x="1550" y="1519"/>
                    <a:pt x="1429" y="1763"/>
                    <a:pt x="1307" y="1975"/>
                  </a:cubicBezTo>
                  <a:cubicBezTo>
                    <a:pt x="1185" y="2279"/>
                    <a:pt x="1064" y="2613"/>
                    <a:pt x="973" y="2917"/>
                  </a:cubicBezTo>
                  <a:cubicBezTo>
                    <a:pt x="942" y="3039"/>
                    <a:pt x="912" y="3130"/>
                    <a:pt x="851" y="3221"/>
                  </a:cubicBezTo>
                  <a:cubicBezTo>
                    <a:pt x="699" y="3677"/>
                    <a:pt x="578" y="4132"/>
                    <a:pt x="426" y="4619"/>
                  </a:cubicBezTo>
                  <a:cubicBezTo>
                    <a:pt x="335" y="5013"/>
                    <a:pt x="213" y="5469"/>
                    <a:pt x="122" y="5925"/>
                  </a:cubicBezTo>
                  <a:lnTo>
                    <a:pt x="92" y="6077"/>
                  </a:lnTo>
                  <a:cubicBezTo>
                    <a:pt x="61" y="6198"/>
                    <a:pt x="31" y="6350"/>
                    <a:pt x="31" y="6472"/>
                  </a:cubicBezTo>
                  <a:cubicBezTo>
                    <a:pt x="1" y="6624"/>
                    <a:pt x="1" y="6745"/>
                    <a:pt x="1" y="6897"/>
                  </a:cubicBezTo>
                  <a:cubicBezTo>
                    <a:pt x="1" y="6988"/>
                    <a:pt x="1" y="7110"/>
                    <a:pt x="31" y="7201"/>
                  </a:cubicBezTo>
                  <a:cubicBezTo>
                    <a:pt x="61" y="7353"/>
                    <a:pt x="92" y="7505"/>
                    <a:pt x="122" y="7657"/>
                  </a:cubicBezTo>
                  <a:cubicBezTo>
                    <a:pt x="152" y="7748"/>
                    <a:pt x="183" y="7839"/>
                    <a:pt x="244" y="7930"/>
                  </a:cubicBezTo>
                  <a:lnTo>
                    <a:pt x="244" y="7961"/>
                  </a:lnTo>
                  <a:cubicBezTo>
                    <a:pt x="274" y="8082"/>
                    <a:pt x="365" y="8234"/>
                    <a:pt x="456" y="8325"/>
                  </a:cubicBezTo>
                  <a:cubicBezTo>
                    <a:pt x="547" y="8447"/>
                    <a:pt x="639" y="8568"/>
                    <a:pt x="760" y="8659"/>
                  </a:cubicBezTo>
                  <a:cubicBezTo>
                    <a:pt x="912" y="8811"/>
                    <a:pt x="1064" y="8933"/>
                    <a:pt x="1277" y="9054"/>
                  </a:cubicBezTo>
                  <a:cubicBezTo>
                    <a:pt x="1489" y="9206"/>
                    <a:pt x="1732" y="9328"/>
                    <a:pt x="1975" y="9419"/>
                  </a:cubicBezTo>
                  <a:cubicBezTo>
                    <a:pt x="2188" y="9480"/>
                    <a:pt x="2401" y="9541"/>
                    <a:pt x="2644" y="9601"/>
                  </a:cubicBezTo>
                  <a:cubicBezTo>
                    <a:pt x="2887" y="9632"/>
                    <a:pt x="3130" y="9632"/>
                    <a:pt x="3312" y="9662"/>
                  </a:cubicBezTo>
                  <a:cubicBezTo>
                    <a:pt x="3555" y="9692"/>
                    <a:pt x="3829" y="9723"/>
                    <a:pt x="4102" y="9723"/>
                  </a:cubicBezTo>
                  <a:lnTo>
                    <a:pt x="4771" y="9723"/>
                  </a:lnTo>
                  <a:cubicBezTo>
                    <a:pt x="4923" y="9723"/>
                    <a:pt x="5105" y="9692"/>
                    <a:pt x="5257" y="9692"/>
                  </a:cubicBezTo>
                  <a:cubicBezTo>
                    <a:pt x="5409" y="9662"/>
                    <a:pt x="5591" y="9632"/>
                    <a:pt x="5743" y="9601"/>
                  </a:cubicBezTo>
                  <a:lnTo>
                    <a:pt x="5895" y="9571"/>
                  </a:lnTo>
                  <a:lnTo>
                    <a:pt x="6229" y="9510"/>
                  </a:lnTo>
                  <a:lnTo>
                    <a:pt x="6563" y="9449"/>
                  </a:lnTo>
                  <a:cubicBezTo>
                    <a:pt x="6685" y="9419"/>
                    <a:pt x="6806" y="9389"/>
                    <a:pt x="6989" y="9358"/>
                  </a:cubicBezTo>
                  <a:lnTo>
                    <a:pt x="7232" y="9297"/>
                  </a:lnTo>
                  <a:lnTo>
                    <a:pt x="7292" y="9297"/>
                  </a:lnTo>
                  <a:lnTo>
                    <a:pt x="7444" y="9267"/>
                  </a:lnTo>
                  <a:cubicBezTo>
                    <a:pt x="7839" y="9176"/>
                    <a:pt x="8174" y="9024"/>
                    <a:pt x="8508" y="8811"/>
                  </a:cubicBezTo>
                  <a:cubicBezTo>
                    <a:pt x="8690" y="8690"/>
                    <a:pt x="8842" y="8508"/>
                    <a:pt x="8994" y="8325"/>
                  </a:cubicBezTo>
                  <a:cubicBezTo>
                    <a:pt x="9085" y="8173"/>
                    <a:pt x="9207" y="7991"/>
                    <a:pt x="9298" y="7809"/>
                  </a:cubicBezTo>
                  <a:cubicBezTo>
                    <a:pt x="9450" y="7626"/>
                    <a:pt x="9541" y="7383"/>
                    <a:pt x="9541" y="7140"/>
                  </a:cubicBezTo>
                  <a:cubicBezTo>
                    <a:pt x="9571" y="6958"/>
                    <a:pt x="9541" y="6806"/>
                    <a:pt x="9510" y="6654"/>
                  </a:cubicBezTo>
                  <a:lnTo>
                    <a:pt x="9510" y="6563"/>
                  </a:lnTo>
                  <a:cubicBezTo>
                    <a:pt x="9480" y="6441"/>
                    <a:pt x="9450" y="6320"/>
                    <a:pt x="9419" y="6198"/>
                  </a:cubicBezTo>
                  <a:cubicBezTo>
                    <a:pt x="9328" y="5955"/>
                    <a:pt x="9237" y="5712"/>
                    <a:pt x="9146" y="5439"/>
                  </a:cubicBezTo>
                  <a:cubicBezTo>
                    <a:pt x="9085" y="5257"/>
                    <a:pt x="8994" y="5105"/>
                    <a:pt x="8933" y="4922"/>
                  </a:cubicBezTo>
                  <a:cubicBezTo>
                    <a:pt x="8903" y="4862"/>
                    <a:pt x="8872" y="4801"/>
                    <a:pt x="8842" y="4710"/>
                  </a:cubicBezTo>
                  <a:cubicBezTo>
                    <a:pt x="8781" y="4619"/>
                    <a:pt x="8720" y="4527"/>
                    <a:pt x="8629" y="4467"/>
                  </a:cubicBezTo>
                  <a:cubicBezTo>
                    <a:pt x="8508" y="4041"/>
                    <a:pt x="8325" y="3646"/>
                    <a:pt x="8143" y="3282"/>
                  </a:cubicBezTo>
                  <a:cubicBezTo>
                    <a:pt x="8022" y="3039"/>
                    <a:pt x="7900" y="2796"/>
                    <a:pt x="7718" y="2552"/>
                  </a:cubicBezTo>
                  <a:lnTo>
                    <a:pt x="7657" y="2431"/>
                  </a:lnTo>
                  <a:cubicBezTo>
                    <a:pt x="7566" y="2279"/>
                    <a:pt x="7475" y="2097"/>
                    <a:pt x="7353" y="1945"/>
                  </a:cubicBezTo>
                  <a:cubicBezTo>
                    <a:pt x="7232" y="1793"/>
                    <a:pt x="7080" y="1611"/>
                    <a:pt x="6958" y="1459"/>
                  </a:cubicBezTo>
                  <a:lnTo>
                    <a:pt x="6928" y="1428"/>
                  </a:lnTo>
                  <a:cubicBezTo>
                    <a:pt x="6776" y="1246"/>
                    <a:pt x="6594" y="1064"/>
                    <a:pt x="6442" y="912"/>
                  </a:cubicBezTo>
                  <a:cubicBezTo>
                    <a:pt x="6229" y="730"/>
                    <a:pt x="6016" y="578"/>
                    <a:pt x="5804" y="456"/>
                  </a:cubicBezTo>
                  <a:cubicBezTo>
                    <a:pt x="5621" y="365"/>
                    <a:pt x="5439" y="274"/>
                    <a:pt x="5226" y="213"/>
                  </a:cubicBezTo>
                  <a:cubicBezTo>
                    <a:pt x="4923" y="91"/>
                    <a:pt x="4619" y="0"/>
                    <a:pt x="4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9"/>
            <p:cNvSpPr/>
            <p:nvPr/>
          </p:nvSpPr>
          <p:spPr>
            <a:xfrm>
              <a:off x="6571588" y="4504700"/>
              <a:ext cx="1035575" cy="687615"/>
            </a:xfrm>
            <a:custGeom>
              <a:rect b="b" l="l" r="r" t="t"/>
              <a:pathLst>
                <a:path extrusionOk="0" h="17471" w="26312">
                  <a:moveTo>
                    <a:pt x="11424" y="0"/>
                  </a:moveTo>
                  <a:cubicBezTo>
                    <a:pt x="10969" y="0"/>
                    <a:pt x="10483" y="31"/>
                    <a:pt x="10027" y="92"/>
                  </a:cubicBezTo>
                  <a:cubicBezTo>
                    <a:pt x="9662" y="122"/>
                    <a:pt x="9328" y="183"/>
                    <a:pt x="8994" y="274"/>
                  </a:cubicBezTo>
                  <a:cubicBezTo>
                    <a:pt x="8811" y="304"/>
                    <a:pt x="8660" y="365"/>
                    <a:pt x="8508" y="395"/>
                  </a:cubicBezTo>
                  <a:cubicBezTo>
                    <a:pt x="8113" y="517"/>
                    <a:pt x="7687" y="699"/>
                    <a:pt x="7171" y="912"/>
                  </a:cubicBezTo>
                  <a:cubicBezTo>
                    <a:pt x="6290" y="1277"/>
                    <a:pt x="5439" y="1763"/>
                    <a:pt x="4710" y="2431"/>
                  </a:cubicBezTo>
                  <a:cubicBezTo>
                    <a:pt x="4345" y="2765"/>
                    <a:pt x="3981" y="3130"/>
                    <a:pt x="3646" y="3495"/>
                  </a:cubicBezTo>
                  <a:cubicBezTo>
                    <a:pt x="3464" y="3707"/>
                    <a:pt x="3312" y="3889"/>
                    <a:pt x="3191" y="4041"/>
                  </a:cubicBezTo>
                  <a:lnTo>
                    <a:pt x="3160" y="4102"/>
                  </a:lnTo>
                  <a:cubicBezTo>
                    <a:pt x="3039" y="4254"/>
                    <a:pt x="2917" y="4406"/>
                    <a:pt x="2796" y="4588"/>
                  </a:cubicBezTo>
                  <a:cubicBezTo>
                    <a:pt x="2522" y="5044"/>
                    <a:pt x="2279" y="5500"/>
                    <a:pt x="2036" y="5956"/>
                  </a:cubicBezTo>
                  <a:cubicBezTo>
                    <a:pt x="1854" y="6350"/>
                    <a:pt x="1671" y="6776"/>
                    <a:pt x="1520" y="7201"/>
                  </a:cubicBezTo>
                  <a:cubicBezTo>
                    <a:pt x="1428" y="7444"/>
                    <a:pt x="1337" y="7687"/>
                    <a:pt x="1277" y="7961"/>
                  </a:cubicBezTo>
                  <a:lnTo>
                    <a:pt x="1277" y="7991"/>
                  </a:lnTo>
                  <a:lnTo>
                    <a:pt x="1246" y="8113"/>
                  </a:lnTo>
                  <a:cubicBezTo>
                    <a:pt x="1185" y="8265"/>
                    <a:pt x="1125" y="8477"/>
                    <a:pt x="1094" y="8660"/>
                  </a:cubicBezTo>
                  <a:cubicBezTo>
                    <a:pt x="1033" y="8903"/>
                    <a:pt x="973" y="9176"/>
                    <a:pt x="882" y="9450"/>
                  </a:cubicBezTo>
                  <a:cubicBezTo>
                    <a:pt x="851" y="9601"/>
                    <a:pt x="790" y="9814"/>
                    <a:pt x="760" y="9996"/>
                  </a:cubicBezTo>
                  <a:cubicBezTo>
                    <a:pt x="730" y="10027"/>
                    <a:pt x="699" y="10088"/>
                    <a:pt x="699" y="10148"/>
                  </a:cubicBezTo>
                  <a:cubicBezTo>
                    <a:pt x="669" y="10300"/>
                    <a:pt x="638" y="10422"/>
                    <a:pt x="608" y="10634"/>
                  </a:cubicBezTo>
                  <a:cubicBezTo>
                    <a:pt x="547" y="10847"/>
                    <a:pt x="517" y="11090"/>
                    <a:pt x="487" y="11333"/>
                  </a:cubicBezTo>
                  <a:cubicBezTo>
                    <a:pt x="456" y="11485"/>
                    <a:pt x="426" y="11637"/>
                    <a:pt x="395" y="11789"/>
                  </a:cubicBezTo>
                  <a:cubicBezTo>
                    <a:pt x="335" y="12093"/>
                    <a:pt x="304" y="12397"/>
                    <a:pt x="274" y="12670"/>
                  </a:cubicBezTo>
                  <a:cubicBezTo>
                    <a:pt x="244" y="12913"/>
                    <a:pt x="183" y="13156"/>
                    <a:pt x="152" y="13339"/>
                  </a:cubicBezTo>
                  <a:cubicBezTo>
                    <a:pt x="152" y="13521"/>
                    <a:pt x="92" y="13764"/>
                    <a:pt x="92" y="13885"/>
                  </a:cubicBezTo>
                  <a:cubicBezTo>
                    <a:pt x="92" y="14007"/>
                    <a:pt x="61" y="14128"/>
                    <a:pt x="61" y="14250"/>
                  </a:cubicBezTo>
                  <a:lnTo>
                    <a:pt x="61" y="14432"/>
                  </a:lnTo>
                  <a:lnTo>
                    <a:pt x="61" y="14523"/>
                  </a:lnTo>
                  <a:cubicBezTo>
                    <a:pt x="31" y="14706"/>
                    <a:pt x="31" y="14858"/>
                    <a:pt x="31" y="15010"/>
                  </a:cubicBezTo>
                  <a:cubicBezTo>
                    <a:pt x="0" y="15253"/>
                    <a:pt x="0" y="15526"/>
                    <a:pt x="31" y="15769"/>
                  </a:cubicBezTo>
                  <a:cubicBezTo>
                    <a:pt x="92" y="15891"/>
                    <a:pt x="122" y="16043"/>
                    <a:pt x="183" y="16164"/>
                  </a:cubicBezTo>
                  <a:cubicBezTo>
                    <a:pt x="244" y="16286"/>
                    <a:pt x="304" y="16407"/>
                    <a:pt x="365" y="16498"/>
                  </a:cubicBezTo>
                  <a:lnTo>
                    <a:pt x="395" y="16559"/>
                  </a:lnTo>
                  <a:cubicBezTo>
                    <a:pt x="426" y="16650"/>
                    <a:pt x="487" y="16741"/>
                    <a:pt x="578" y="16802"/>
                  </a:cubicBezTo>
                  <a:cubicBezTo>
                    <a:pt x="638" y="16893"/>
                    <a:pt x="699" y="16954"/>
                    <a:pt x="790" y="17045"/>
                  </a:cubicBezTo>
                  <a:cubicBezTo>
                    <a:pt x="882" y="17106"/>
                    <a:pt x="973" y="17167"/>
                    <a:pt x="1064" y="17228"/>
                  </a:cubicBezTo>
                  <a:cubicBezTo>
                    <a:pt x="1185" y="17288"/>
                    <a:pt x="1307" y="17349"/>
                    <a:pt x="1459" y="17379"/>
                  </a:cubicBezTo>
                  <a:lnTo>
                    <a:pt x="1489" y="17379"/>
                  </a:lnTo>
                  <a:cubicBezTo>
                    <a:pt x="1580" y="17410"/>
                    <a:pt x="1671" y="17410"/>
                    <a:pt x="1763" y="17440"/>
                  </a:cubicBezTo>
                  <a:cubicBezTo>
                    <a:pt x="2036" y="17471"/>
                    <a:pt x="2279" y="17471"/>
                    <a:pt x="2522" y="17471"/>
                  </a:cubicBezTo>
                  <a:cubicBezTo>
                    <a:pt x="2644" y="17440"/>
                    <a:pt x="2765" y="17440"/>
                    <a:pt x="2856" y="17410"/>
                  </a:cubicBezTo>
                  <a:lnTo>
                    <a:pt x="2948" y="17410"/>
                  </a:lnTo>
                  <a:lnTo>
                    <a:pt x="3130" y="17379"/>
                  </a:lnTo>
                  <a:cubicBezTo>
                    <a:pt x="3191" y="17349"/>
                    <a:pt x="3251" y="17349"/>
                    <a:pt x="3312" y="17319"/>
                  </a:cubicBezTo>
                  <a:cubicBezTo>
                    <a:pt x="3494" y="17258"/>
                    <a:pt x="3707" y="17197"/>
                    <a:pt x="3889" y="17106"/>
                  </a:cubicBezTo>
                  <a:lnTo>
                    <a:pt x="3920" y="17106"/>
                  </a:lnTo>
                  <a:cubicBezTo>
                    <a:pt x="4133" y="17015"/>
                    <a:pt x="4345" y="16863"/>
                    <a:pt x="4527" y="16711"/>
                  </a:cubicBezTo>
                  <a:lnTo>
                    <a:pt x="4588" y="16681"/>
                  </a:lnTo>
                  <a:cubicBezTo>
                    <a:pt x="4679" y="16589"/>
                    <a:pt x="4771" y="16529"/>
                    <a:pt x="4831" y="16407"/>
                  </a:cubicBezTo>
                  <a:cubicBezTo>
                    <a:pt x="4922" y="16316"/>
                    <a:pt x="4983" y="16195"/>
                    <a:pt x="5044" y="16073"/>
                  </a:cubicBezTo>
                  <a:cubicBezTo>
                    <a:pt x="5166" y="15830"/>
                    <a:pt x="5226" y="15587"/>
                    <a:pt x="5257" y="15313"/>
                  </a:cubicBezTo>
                  <a:lnTo>
                    <a:pt x="5257" y="15253"/>
                  </a:lnTo>
                  <a:cubicBezTo>
                    <a:pt x="5317" y="14918"/>
                    <a:pt x="5378" y="14554"/>
                    <a:pt x="5439" y="14220"/>
                  </a:cubicBezTo>
                  <a:cubicBezTo>
                    <a:pt x="5500" y="13855"/>
                    <a:pt x="5591" y="13460"/>
                    <a:pt x="5712" y="12974"/>
                  </a:cubicBezTo>
                  <a:cubicBezTo>
                    <a:pt x="5773" y="12761"/>
                    <a:pt x="5804" y="12579"/>
                    <a:pt x="5864" y="12366"/>
                  </a:cubicBezTo>
                  <a:cubicBezTo>
                    <a:pt x="5895" y="12154"/>
                    <a:pt x="5925" y="11941"/>
                    <a:pt x="5986" y="11728"/>
                  </a:cubicBezTo>
                  <a:cubicBezTo>
                    <a:pt x="6138" y="11273"/>
                    <a:pt x="6290" y="10817"/>
                    <a:pt x="6442" y="10391"/>
                  </a:cubicBezTo>
                  <a:cubicBezTo>
                    <a:pt x="6472" y="10300"/>
                    <a:pt x="6502" y="10270"/>
                    <a:pt x="6533" y="10118"/>
                  </a:cubicBezTo>
                  <a:cubicBezTo>
                    <a:pt x="6594" y="9966"/>
                    <a:pt x="6654" y="9814"/>
                    <a:pt x="6715" y="9662"/>
                  </a:cubicBezTo>
                  <a:cubicBezTo>
                    <a:pt x="6806" y="9450"/>
                    <a:pt x="6897" y="9237"/>
                    <a:pt x="7019" y="9055"/>
                  </a:cubicBezTo>
                  <a:cubicBezTo>
                    <a:pt x="7171" y="8812"/>
                    <a:pt x="7353" y="8568"/>
                    <a:pt x="7505" y="8356"/>
                  </a:cubicBezTo>
                  <a:cubicBezTo>
                    <a:pt x="7657" y="8113"/>
                    <a:pt x="7839" y="7900"/>
                    <a:pt x="8052" y="7718"/>
                  </a:cubicBezTo>
                  <a:cubicBezTo>
                    <a:pt x="8477" y="7323"/>
                    <a:pt x="8933" y="6989"/>
                    <a:pt x="9449" y="6715"/>
                  </a:cubicBezTo>
                  <a:cubicBezTo>
                    <a:pt x="9723" y="6533"/>
                    <a:pt x="9966" y="6411"/>
                    <a:pt x="10239" y="6290"/>
                  </a:cubicBezTo>
                  <a:cubicBezTo>
                    <a:pt x="10513" y="6168"/>
                    <a:pt x="10786" y="6077"/>
                    <a:pt x="11090" y="6016"/>
                  </a:cubicBezTo>
                  <a:cubicBezTo>
                    <a:pt x="11394" y="5956"/>
                    <a:pt x="11698" y="5956"/>
                    <a:pt x="12002" y="5956"/>
                  </a:cubicBezTo>
                  <a:cubicBezTo>
                    <a:pt x="12488" y="5986"/>
                    <a:pt x="12944" y="6077"/>
                    <a:pt x="13399" y="6199"/>
                  </a:cubicBezTo>
                  <a:cubicBezTo>
                    <a:pt x="13673" y="6290"/>
                    <a:pt x="13916" y="6381"/>
                    <a:pt x="14159" y="6502"/>
                  </a:cubicBezTo>
                  <a:cubicBezTo>
                    <a:pt x="14432" y="6624"/>
                    <a:pt x="14675" y="6745"/>
                    <a:pt x="14918" y="6897"/>
                  </a:cubicBezTo>
                  <a:lnTo>
                    <a:pt x="15161" y="7049"/>
                  </a:lnTo>
                  <a:cubicBezTo>
                    <a:pt x="15313" y="7140"/>
                    <a:pt x="15465" y="7232"/>
                    <a:pt x="15617" y="7323"/>
                  </a:cubicBezTo>
                  <a:cubicBezTo>
                    <a:pt x="15799" y="7444"/>
                    <a:pt x="15982" y="7566"/>
                    <a:pt x="16164" y="7687"/>
                  </a:cubicBezTo>
                  <a:cubicBezTo>
                    <a:pt x="16346" y="7839"/>
                    <a:pt x="16498" y="7961"/>
                    <a:pt x="16650" y="8143"/>
                  </a:cubicBezTo>
                  <a:cubicBezTo>
                    <a:pt x="16863" y="8356"/>
                    <a:pt x="17076" y="8599"/>
                    <a:pt x="17288" y="8812"/>
                  </a:cubicBezTo>
                  <a:lnTo>
                    <a:pt x="17349" y="8903"/>
                  </a:lnTo>
                  <a:cubicBezTo>
                    <a:pt x="17622" y="9206"/>
                    <a:pt x="17866" y="9510"/>
                    <a:pt x="18109" y="9784"/>
                  </a:cubicBezTo>
                  <a:cubicBezTo>
                    <a:pt x="18321" y="10057"/>
                    <a:pt x="18564" y="10422"/>
                    <a:pt x="18777" y="10726"/>
                  </a:cubicBezTo>
                  <a:cubicBezTo>
                    <a:pt x="19020" y="11060"/>
                    <a:pt x="19202" y="11303"/>
                    <a:pt x="19324" y="11607"/>
                  </a:cubicBezTo>
                  <a:cubicBezTo>
                    <a:pt x="19476" y="11880"/>
                    <a:pt x="19597" y="12184"/>
                    <a:pt x="19719" y="12397"/>
                  </a:cubicBezTo>
                  <a:lnTo>
                    <a:pt x="19749" y="12488"/>
                  </a:lnTo>
                  <a:cubicBezTo>
                    <a:pt x="19871" y="12731"/>
                    <a:pt x="19992" y="13004"/>
                    <a:pt x="20114" y="13278"/>
                  </a:cubicBezTo>
                  <a:cubicBezTo>
                    <a:pt x="20144" y="13369"/>
                    <a:pt x="20175" y="13430"/>
                    <a:pt x="20205" y="13521"/>
                  </a:cubicBezTo>
                  <a:cubicBezTo>
                    <a:pt x="20144" y="13612"/>
                    <a:pt x="20144" y="13734"/>
                    <a:pt x="20144" y="13855"/>
                  </a:cubicBezTo>
                  <a:cubicBezTo>
                    <a:pt x="20175" y="13916"/>
                    <a:pt x="20175" y="13977"/>
                    <a:pt x="20175" y="14007"/>
                  </a:cubicBezTo>
                  <a:lnTo>
                    <a:pt x="20266" y="14280"/>
                  </a:lnTo>
                  <a:cubicBezTo>
                    <a:pt x="20266" y="14372"/>
                    <a:pt x="20296" y="14432"/>
                    <a:pt x="20296" y="14523"/>
                  </a:cubicBezTo>
                  <a:cubicBezTo>
                    <a:pt x="20387" y="15131"/>
                    <a:pt x="20661" y="15708"/>
                    <a:pt x="21025" y="16225"/>
                  </a:cubicBezTo>
                  <a:cubicBezTo>
                    <a:pt x="21177" y="16407"/>
                    <a:pt x="21329" y="16559"/>
                    <a:pt x="21511" y="16681"/>
                  </a:cubicBezTo>
                  <a:cubicBezTo>
                    <a:pt x="21663" y="16802"/>
                    <a:pt x="21846" y="16893"/>
                    <a:pt x="22058" y="16924"/>
                  </a:cubicBezTo>
                  <a:cubicBezTo>
                    <a:pt x="22119" y="16939"/>
                    <a:pt x="22187" y="16946"/>
                    <a:pt x="22260" y="16946"/>
                  </a:cubicBezTo>
                  <a:cubicBezTo>
                    <a:pt x="22332" y="16946"/>
                    <a:pt x="22408" y="16939"/>
                    <a:pt x="22484" y="16924"/>
                  </a:cubicBezTo>
                  <a:lnTo>
                    <a:pt x="22848" y="16833"/>
                  </a:lnTo>
                  <a:cubicBezTo>
                    <a:pt x="22970" y="16802"/>
                    <a:pt x="23091" y="16772"/>
                    <a:pt x="23182" y="16741"/>
                  </a:cubicBezTo>
                  <a:cubicBezTo>
                    <a:pt x="23638" y="16620"/>
                    <a:pt x="24033" y="16438"/>
                    <a:pt x="24428" y="16195"/>
                  </a:cubicBezTo>
                  <a:lnTo>
                    <a:pt x="24428" y="16195"/>
                  </a:lnTo>
                  <a:lnTo>
                    <a:pt x="24398" y="16225"/>
                  </a:lnTo>
                  <a:lnTo>
                    <a:pt x="24489" y="16164"/>
                  </a:lnTo>
                  <a:cubicBezTo>
                    <a:pt x="24702" y="16073"/>
                    <a:pt x="24884" y="15951"/>
                    <a:pt x="25097" y="15800"/>
                  </a:cubicBezTo>
                  <a:cubicBezTo>
                    <a:pt x="25279" y="15648"/>
                    <a:pt x="25431" y="15496"/>
                    <a:pt x="25583" y="15344"/>
                  </a:cubicBezTo>
                  <a:cubicBezTo>
                    <a:pt x="25644" y="15253"/>
                    <a:pt x="25704" y="15162"/>
                    <a:pt x="25765" y="15070"/>
                  </a:cubicBezTo>
                  <a:cubicBezTo>
                    <a:pt x="25856" y="14949"/>
                    <a:pt x="25917" y="14797"/>
                    <a:pt x="26008" y="14675"/>
                  </a:cubicBezTo>
                  <a:cubicBezTo>
                    <a:pt x="26099" y="14432"/>
                    <a:pt x="26190" y="14189"/>
                    <a:pt x="26221" y="13946"/>
                  </a:cubicBezTo>
                  <a:cubicBezTo>
                    <a:pt x="26282" y="13673"/>
                    <a:pt x="26312" y="13399"/>
                    <a:pt x="26312" y="13156"/>
                  </a:cubicBezTo>
                  <a:cubicBezTo>
                    <a:pt x="26312" y="12944"/>
                    <a:pt x="26282" y="12731"/>
                    <a:pt x="26251" y="12518"/>
                  </a:cubicBezTo>
                  <a:cubicBezTo>
                    <a:pt x="26190" y="12245"/>
                    <a:pt x="26130" y="12002"/>
                    <a:pt x="26038" y="11759"/>
                  </a:cubicBezTo>
                  <a:cubicBezTo>
                    <a:pt x="25947" y="11576"/>
                    <a:pt x="25856" y="11364"/>
                    <a:pt x="25765" y="11181"/>
                  </a:cubicBezTo>
                  <a:cubicBezTo>
                    <a:pt x="25583" y="10756"/>
                    <a:pt x="25340" y="10331"/>
                    <a:pt x="25157" y="9966"/>
                  </a:cubicBezTo>
                  <a:cubicBezTo>
                    <a:pt x="24884" y="9480"/>
                    <a:pt x="24610" y="8994"/>
                    <a:pt x="24367" y="8629"/>
                  </a:cubicBezTo>
                  <a:cubicBezTo>
                    <a:pt x="24124" y="8234"/>
                    <a:pt x="23881" y="7870"/>
                    <a:pt x="23577" y="7475"/>
                  </a:cubicBezTo>
                  <a:cubicBezTo>
                    <a:pt x="23274" y="7080"/>
                    <a:pt x="22970" y="6685"/>
                    <a:pt x="22696" y="6411"/>
                  </a:cubicBezTo>
                  <a:lnTo>
                    <a:pt x="22544" y="6229"/>
                  </a:lnTo>
                  <a:lnTo>
                    <a:pt x="22210" y="5834"/>
                  </a:lnTo>
                  <a:cubicBezTo>
                    <a:pt x="22058" y="5682"/>
                    <a:pt x="21906" y="5530"/>
                    <a:pt x="21755" y="5378"/>
                  </a:cubicBezTo>
                  <a:lnTo>
                    <a:pt x="21603" y="5226"/>
                  </a:lnTo>
                  <a:cubicBezTo>
                    <a:pt x="21238" y="4862"/>
                    <a:pt x="20904" y="4558"/>
                    <a:pt x="20539" y="4254"/>
                  </a:cubicBezTo>
                  <a:lnTo>
                    <a:pt x="19871" y="3707"/>
                  </a:lnTo>
                  <a:lnTo>
                    <a:pt x="19445" y="3373"/>
                  </a:lnTo>
                  <a:cubicBezTo>
                    <a:pt x="19111" y="3100"/>
                    <a:pt x="18716" y="2765"/>
                    <a:pt x="18321" y="2492"/>
                  </a:cubicBezTo>
                  <a:cubicBezTo>
                    <a:pt x="17896" y="2158"/>
                    <a:pt x="17471" y="1884"/>
                    <a:pt x="17045" y="1641"/>
                  </a:cubicBezTo>
                  <a:cubicBezTo>
                    <a:pt x="16620" y="1368"/>
                    <a:pt x="16194" y="1125"/>
                    <a:pt x="15739" y="942"/>
                  </a:cubicBezTo>
                  <a:cubicBezTo>
                    <a:pt x="15344" y="730"/>
                    <a:pt x="14918" y="578"/>
                    <a:pt x="14463" y="456"/>
                  </a:cubicBezTo>
                  <a:cubicBezTo>
                    <a:pt x="13977" y="304"/>
                    <a:pt x="13460" y="183"/>
                    <a:pt x="12944" y="122"/>
                  </a:cubicBezTo>
                  <a:cubicBezTo>
                    <a:pt x="12457" y="31"/>
                    <a:pt x="11941" y="0"/>
                    <a:pt x="11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" name="Google Shape;840;p39"/>
          <p:cNvSpPr/>
          <p:nvPr/>
        </p:nvSpPr>
        <p:spPr>
          <a:xfrm>
            <a:off x="7967500" y="-68450"/>
            <a:ext cx="1264725" cy="929600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" name="Google Shape;841;p39"/>
          <p:cNvGrpSpPr/>
          <p:nvPr/>
        </p:nvGrpSpPr>
        <p:grpSpPr>
          <a:xfrm>
            <a:off x="8664950" y="614425"/>
            <a:ext cx="252200" cy="279550"/>
            <a:chOff x="601188" y="4660625"/>
            <a:chExt cx="252200" cy="279550"/>
          </a:xfrm>
        </p:grpSpPr>
        <p:sp>
          <p:nvSpPr>
            <p:cNvPr id="842" name="Google Shape;842;p39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9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9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9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" name="Google Shape;846;p39"/>
          <p:cNvSpPr/>
          <p:nvPr/>
        </p:nvSpPr>
        <p:spPr>
          <a:xfrm rot="2513794">
            <a:off x="-147314" y="4447474"/>
            <a:ext cx="1118575" cy="312361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" name="Google Shape;847;p39"/>
          <p:cNvSpPr/>
          <p:nvPr/>
        </p:nvSpPr>
        <p:spPr>
          <a:xfrm rot="1885555">
            <a:off x="26415" y="4853380"/>
            <a:ext cx="1118566" cy="312378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" name="Google Shape;848;p39"/>
          <p:cNvSpPr txBox="1"/>
          <p:nvPr>
            <p:ph type="title"/>
          </p:nvPr>
        </p:nvSpPr>
        <p:spPr>
          <a:xfrm>
            <a:off x="774813" y="1842971"/>
            <a:ext cx="21957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49" name="Google Shape;849;p39"/>
          <p:cNvSpPr txBox="1"/>
          <p:nvPr>
            <p:ph idx="1" type="subTitle"/>
          </p:nvPr>
        </p:nvSpPr>
        <p:spPr>
          <a:xfrm>
            <a:off x="774813" y="2330496"/>
            <a:ext cx="2195700" cy="5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50" name="Google Shape;850;p39"/>
          <p:cNvSpPr txBox="1"/>
          <p:nvPr>
            <p:ph idx="2" type="title"/>
          </p:nvPr>
        </p:nvSpPr>
        <p:spPr>
          <a:xfrm>
            <a:off x="3474213" y="1842971"/>
            <a:ext cx="21957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51" name="Google Shape;851;p39"/>
          <p:cNvSpPr txBox="1"/>
          <p:nvPr>
            <p:ph idx="3" type="subTitle"/>
          </p:nvPr>
        </p:nvSpPr>
        <p:spPr>
          <a:xfrm>
            <a:off x="3474216" y="2330496"/>
            <a:ext cx="2195700" cy="5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52" name="Google Shape;852;p39"/>
          <p:cNvSpPr txBox="1"/>
          <p:nvPr>
            <p:ph idx="4" type="title"/>
          </p:nvPr>
        </p:nvSpPr>
        <p:spPr>
          <a:xfrm>
            <a:off x="774813" y="3454968"/>
            <a:ext cx="21957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53" name="Google Shape;853;p39"/>
          <p:cNvSpPr txBox="1"/>
          <p:nvPr>
            <p:ph idx="5" type="subTitle"/>
          </p:nvPr>
        </p:nvSpPr>
        <p:spPr>
          <a:xfrm>
            <a:off x="774813" y="3942493"/>
            <a:ext cx="2195700" cy="5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54" name="Google Shape;854;p39"/>
          <p:cNvSpPr txBox="1"/>
          <p:nvPr>
            <p:ph idx="6" type="title"/>
          </p:nvPr>
        </p:nvSpPr>
        <p:spPr>
          <a:xfrm>
            <a:off x="3474213" y="3454968"/>
            <a:ext cx="21957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55" name="Google Shape;855;p39"/>
          <p:cNvSpPr txBox="1"/>
          <p:nvPr>
            <p:ph idx="7" type="subTitle"/>
          </p:nvPr>
        </p:nvSpPr>
        <p:spPr>
          <a:xfrm>
            <a:off x="3474213" y="3942493"/>
            <a:ext cx="2195700" cy="5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56" name="Google Shape;856;p39"/>
          <p:cNvSpPr txBox="1"/>
          <p:nvPr>
            <p:ph idx="8" type="title"/>
          </p:nvPr>
        </p:nvSpPr>
        <p:spPr>
          <a:xfrm>
            <a:off x="6173488" y="1842971"/>
            <a:ext cx="21957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57" name="Google Shape;857;p39"/>
          <p:cNvSpPr txBox="1"/>
          <p:nvPr>
            <p:ph idx="9" type="subTitle"/>
          </p:nvPr>
        </p:nvSpPr>
        <p:spPr>
          <a:xfrm>
            <a:off x="6173489" y="2330496"/>
            <a:ext cx="2195700" cy="5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58" name="Google Shape;858;p39"/>
          <p:cNvSpPr txBox="1"/>
          <p:nvPr>
            <p:ph idx="13" type="title"/>
          </p:nvPr>
        </p:nvSpPr>
        <p:spPr>
          <a:xfrm>
            <a:off x="6173488" y="3454968"/>
            <a:ext cx="21957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59" name="Google Shape;859;p39"/>
          <p:cNvSpPr txBox="1"/>
          <p:nvPr>
            <p:ph idx="14" type="subTitle"/>
          </p:nvPr>
        </p:nvSpPr>
        <p:spPr>
          <a:xfrm>
            <a:off x="6173488" y="3942493"/>
            <a:ext cx="2195700" cy="5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60" name="Google Shape;860;p39"/>
          <p:cNvSpPr txBox="1"/>
          <p:nvPr>
            <p:ph idx="15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BLANK_1_1_1_1_1_1"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" name="Google Shape;862;p40"/>
          <p:cNvGrpSpPr/>
          <p:nvPr/>
        </p:nvGrpSpPr>
        <p:grpSpPr>
          <a:xfrm rot="-625890">
            <a:off x="342" y="-260895"/>
            <a:ext cx="1120539" cy="1136985"/>
            <a:chOff x="727288" y="3991176"/>
            <a:chExt cx="1219992" cy="1237898"/>
          </a:xfrm>
        </p:grpSpPr>
        <p:sp>
          <p:nvSpPr>
            <p:cNvPr id="863" name="Google Shape;863;p40"/>
            <p:cNvSpPr/>
            <p:nvPr/>
          </p:nvSpPr>
          <p:spPr>
            <a:xfrm>
              <a:off x="727287" y="4086500"/>
              <a:ext cx="228805" cy="1142574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0"/>
            <p:cNvSpPr/>
            <p:nvPr/>
          </p:nvSpPr>
          <p:spPr>
            <a:xfrm>
              <a:off x="1034666" y="4018585"/>
              <a:ext cx="272880" cy="1179512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0"/>
            <p:cNvSpPr/>
            <p:nvPr/>
          </p:nvSpPr>
          <p:spPr>
            <a:xfrm>
              <a:off x="1400430" y="4009056"/>
              <a:ext cx="238294" cy="1175944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0"/>
            <p:cNvSpPr/>
            <p:nvPr/>
          </p:nvSpPr>
          <p:spPr>
            <a:xfrm>
              <a:off x="1693496" y="3991176"/>
              <a:ext cx="253783" cy="1147828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" name="Google Shape;867;p40"/>
          <p:cNvSpPr/>
          <p:nvPr/>
        </p:nvSpPr>
        <p:spPr>
          <a:xfrm>
            <a:off x="1106675" y="-241825"/>
            <a:ext cx="561557" cy="594887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" name="Google Shape;868;p40"/>
          <p:cNvGrpSpPr/>
          <p:nvPr/>
        </p:nvGrpSpPr>
        <p:grpSpPr>
          <a:xfrm rot="-742780">
            <a:off x="8273253" y="4497770"/>
            <a:ext cx="1035629" cy="687651"/>
            <a:chOff x="6571588" y="4504700"/>
            <a:chExt cx="1035575" cy="687615"/>
          </a:xfrm>
        </p:grpSpPr>
        <p:sp>
          <p:nvSpPr>
            <p:cNvPr id="869" name="Google Shape;869;p40"/>
            <p:cNvSpPr/>
            <p:nvPr/>
          </p:nvSpPr>
          <p:spPr>
            <a:xfrm>
              <a:off x="6896838" y="4807241"/>
              <a:ext cx="376730" cy="382673"/>
            </a:xfrm>
            <a:custGeom>
              <a:rect b="b" l="l" r="r" t="t"/>
              <a:pathLst>
                <a:path extrusionOk="0" h="9723" w="9572">
                  <a:moveTo>
                    <a:pt x="4285" y="0"/>
                  </a:moveTo>
                  <a:cubicBezTo>
                    <a:pt x="4163" y="31"/>
                    <a:pt x="4072" y="31"/>
                    <a:pt x="3950" y="31"/>
                  </a:cubicBezTo>
                  <a:lnTo>
                    <a:pt x="3798" y="91"/>
                  </a:lnTo>
                  <a:cubicBezTo>
                    <a:pt x="3677" y="91"/>
                    <a:pt x="3586" y="122"/>
                    <a:pt x="3495" y="152"/>
                  </a:cubicBezTo>
                  <a:cubicBezTo>
                    <a:pt x="3312" y="213"/>
                    <a:pt x="3130" y="274"/>
                    <a:pt x="2948" y="365"/>
                  </a:cubicBezTo>
                  <a:cubicBezTo>
                    <a:pt x="2674" y="486"/>
                    <a:pt x="2431" y="608"/>
                    <a:pt x="2219" y="790"/>
                  </a:cubicBezTo>
                  <a:cubicBezTo>
                    <a:pt x="2036" y="942"/>
                    <a:pt x="1854" y="1125"/>
                    <a:pt x="1702" y="1337"/>
                  </a:cubicBezTo>
                  <a:cubicBezTo>
                    <a:pt x="1550" y="1519"/>
                    <a:pt x="1429" y="1763"/>
                    <a:pt x="1307" y="1975"/>
                  </a:cubicBezTo>
                  <a:cubicBezTo>
                    <a:pt x="1185" y="2279"/>
                    <a:pt x="1064" y="2613"/>
                    <a:pt x="973" y="2917"/>
                  </a:cubicBezTo>
                  <a:cubicBezTo>
                    <a:pt x="942" y="3039"/>
                    <a:pt x="912" y="3130"/>
                    <a:pt x="851" y="3221"/>
                  </a:cubicBezTo>
                  <a:cubicBezTo>
                    <a:pt x="699" y="3677"/>
                    <a:pt x="578" y="4132"/>
                    <a:pt x="426" y="4619"/>
                  </a:cubicBezTo>
                  <a:cubicBezTo>
                    <a:pt x="335" y="5013"/>
                    <a:pt x="213" y="5469"/>
                    <a:pt x="122" y="5925"/>
                  </a:cubicBezTo>
                  <a:lnTo>
                    <a:pt x="92" y="6077"/>
                  </a:lnTo>
                  <a:cubicBezTo>
                    <a:pt x="61" y="6198"/>
                    <a:pt x="31" y="6350"/>
                    <a:pt x="31" y="6472"/>
                  </a:cubicBezTo>
                  <a:cubicBezTo>
                    <a:pt x="1" y="6624"/>
                    <a:pt x="1" y="6745"/>
                    <a:pt x="1" y="6897"/>
                  </a:cubicBezTo>
                  <a:cubicBezTo>
                    <a:pt x="1" y="6988"/>
                    <a:pt x="1" y="7110"/>
                    <a:pt x="31" y="7201"/>
                  </a:cubicBezTo>
                  <a:cubicBezTo>
                    <a:pt x="61" y="7353"/>
                    <a:pt x="92" y="7505"/>
                    <a:pt x="122" y="7657"/>
                  </a:cubicBezTo>
                  <a:cubicBezTo>
                    <a:pt x="152" y="7748"/>
                    <a:pt x="183" y="7839"/>
                    <a:pt x="244" y="7930"/>
                  </a:cubicBezTo>
                  <a:lnTo>
                    <a:pt x="244" y="7961"/>
                  </a:lnTo>
                  <a:cubicBezTo>
                    <a:pt x="274" y="8082"/>
                    <a:pt x="365" y="8234"/>
                    <a:pt x="456" y="8325"/>
                  </a:cubicBezTo>
                  <a:cubicBezTo>
                    <a:pt x="547" y="8447"/>
                    <a:pt x="639" y="8568"/>
                    <a:pt x="760" y="8659"/>
                  </a:cubicBezTo>
                  <a:cubicBezTo>
                    <a:pt x="912" y="8811"/>
                    <a:pt x="1064" y="8933"/>
                    <a:pt x="1277" y="9054"/>
                  </a:cubicBezTo>
                  <a:cubicBezTo>
                    <a:pt x="1489" y="9206"/>
                    <a:pt x="1732" y="9328"/>
                    <a:pt x="1975" y="9419"/>
                  </a:cubicBezTo>
                  <a:cubicBezTo>
                    <a:pt x="2188" y="9480"/>
                    <a:pt x="2401" y="9541"/>
                    <a:pt x="2644" y="9601"/>
                  </a:cubicBezTo>
                  <a:cubicBezTo>
                    <a:pt x="2887" y="9632"/>
                    <a:pt x="3130" y="9632"/>
                    <a:pt x="3312" y="9662"/>
                  </a:cubicBezTo>
                  <a:cubicBezTo>
                    <a:pt x="3555" y="9692"/>
                    <a:pt x="3829" y="9723"/>
                    <a:pt x="4102" y="9723"/>
                  </a:cubicBezTo>
                  <a:lnTo>
                    <a:pt x="4771" y="9723"/>
                  </a:lnTo>
                  <a:cubicBezTo>
                    <a:pt x="4923" y="9723"/>
                    <a:pt x="5105" y="9692"/>
                    <a:pt x="5257" y="9692"/>
                  </a:cubicBezTo>
                  <a:cubicBezTo>
                    <a:pt x="5409" y="9662"/>
                    <a:pt x="5591" y="9632"/>
                    <a:pt x="5743" y="9601"/>
                  </a:cubicBezTo>
                  <a:lnTo>
                    <a:pt x="5895" y="9571"/>
                  </a:lnTo>
                  <a:lnTo>
                    <a:pt x="6229" y="9510"/>
                  </a:lnTo>
                  <a:lnTo>
                    <a:pt x="6563" y="9449"/>
                  </a:lnTo>
                  <a:cubicBezTo>
                    <a:pt x="6685" y="9419"/>
                    <a:pt x="6806" y="9389"/>
                    <a:pt x="6989" y="9358"/>
                  </a:cubicBezTo>
                  <a:lnTo>
                    <a:pt x="7232" y="9297"/>
                  </a:lnTo>
                  <a:lnTo>
                    <a:pt x="7292" y="9297"/>
                  </a:lnTo>
                  <a:lnTo>
                    <a:pt x="7444" y="9267"/>
                  </a:lnTo>
                  <a:cubicBezTo>
                    <a:pt x="7839" y="9176"/>
                    <a:pt x="8174" y="9024"/>
                    <a:pt x="8508" y="8811"/>
                  </a:cubicBezTo>
                  <a:cubicBezTo>
                    <a:pt x="8690" y="8690"/>
                    <a:pt x="8842" y="8508"/>
                    <a:pt x="8994" y="8325"/>
                  </a:cubicBezTo>
                  <a:cubicBezTo>
                    <a:pt x="9085" y="8173"/>
                    <a:pt x="9207" y="7991"/>
                    <a:pt x="9298" y="7809"/>
                  </a:cubicBezTo>
                  <a:cubicBezTo>
                    <a:pt x="9450" y="7626"/>
                    <a:pt x="9541" y="7383"/>
                    <a:pt x="9541" y="7140"/>
                  </a:cubicBezTo>
                  <a:cubicBezTo>
                    <a:pt x="9571" y="6958"/>
                    <a:pt x="9541" y="6806"/>
                    <a:pt x="9510" y="6654"/>
                  </a:cubicBezTo>
                  <a:lnTo>
                    <a:pt x="9510" y="6563"/>
                  </a:lnTo>
                  <a:cubicBezTo>
                    <a:pt x="9480" y="6441"/>
                    <a:pt x="9450" y="6320"/>
                    <a:pt x="9419" y="6198"/>
                  </a:cubicBezTo>
                  <a:cubicBezTo>
                    <a:pt x="9328" y="5955"/>
                    <a:pt x="9237" y="5712"/>
                    <a:pt x="9146" y="5439"/>
                  </a:cubicBezTo>
                  <a:cubicBezTo>
                    <a:pt x="9085" y="5257"/>
                    <a:pt x="8994" y="5105"/>
                    <a:pt x="8933" y="4922"/>
                  </a:cubicBezTo>
                  <a:cubicBezTo>
                    <a:pt x="8903" y="4862"/>
                    <a:pt x="8872" y="4801"/>
                    <a:pt x="8842" y="4710"/>
                  </a:cubicBezTo>
                  <a:cubicBezTo>
                    <a:pt x="8781" y="4619"/>
                    <a:pt x="8720" y="4527"/>
                    <a:pt x="8629" y="4467"/>
                  </a:cubicBezTo>
                  <a:cubicBezTo>
                    <a:pt x="8508" y="4041"/>
                    <a:pt x="8325" y="3646"/>
                    <a:pt x="8143" y="3282"/>
                  </a:cubicBezTo>
                  <a:cubicBezTo>
                    <a:pt x="8022" y="3039"/>
                    <a:pt x="7900" y="2796"/>
                    <a:pt x="7718" y="2552"/>
                  </a:cubicBezTo>
                  <a:lnTo>
                    <a:pt x="7657" y="2431"/>
                  </a:lnTo>
                  <a:cubicBezTo>
                    <a:pt x="7566" y="2279"/>
                    <a:pt x="7475" y="2097"/>
                    <a:pt x="7353" y="1945"/>
                  </a:cubicBezTo>
                  <a:cubicBezTo>
                    <a:pt x="7232" y="1793"/>
                    <a:pt x="7080" y="1611"/>
                    <a:pt x="6958" y="1459"/>
                  </a:cubicBezTo>
                  <a:lnTo>
                    <a:pt x="6928" y="1428"/>
                  </a:lnTo>
                  <a:cubicBezTo>
                    <a:pt x="6776" y="1246"/>
                    <a:pt x="6594" y="1064"/>
                    <a:pt x="6442" y="912"/>
                  </a:cubicBezTo>
                  <a:cubicBezTo>
                    <a:pt x="6229" y="730"/>
                    <a:pt x="6016" y="578"/>
                    <a:pt x="5804" y="456"/>
                  </a:cubicBezTo>
                  <a:cubicBezTo>
                    <a:pt x="5621" y="365"/>
                    <a:pt x="5439" y="274"/>
                    <a:pt x="5226" y="213"/>
                  </a:cubicBezTo>
                  <a:cubicBezTo>
                    <a:pt x="4923" y="91"/>
                    <a:pt x="4619" y="0"/>
                    <a:pt x="4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0"/>
            <p:cNvSpPr/>
            <p:nvPr/>
          </p:nvSpPr>
          <p:spPr>
            <a:xfrm>
              <a:off x="6571588" y="4504700"/>
              <a:ext cx="1035575" cy="687615"/>
            </a:xfrm>
            <a:custGeom>
              <a:rect b="b" l="l" r="r" t="t"/>
              <a:pathLst>
                <a:path extrusionOk="0" h="17471" w="26312">
                  <a:moveTo>
                    <a:pt x="11424" y="0"/>
                  </a:moveTo>
                  <a:cubicBezTo>
                    <a:pt x="10969" y="0"/>
                    <a:pt x="10483" y="31"/>
                    <a:pt x="10027" y="92"/>
                  </a:cubicBezTo>
                  <a:cubicBezTo>
                    <a:pt x="9662" y="122"/>
                    <a:pt x="9328" y="183"/>
                    <a:pt x="8994" y="274"/>
                  </a:cubicBezTo>
                  <a:cubicBezTo>
                    <a:pt x="8811" y="304"/>
                    <a:pt x="8660" y="365"/>
                    <a:pt x="8508" y="395"/>
                  </a:cubicBezTo>
                  <a:cubicBezTo>
                    <a:pt x="8113" y="517"/>
                    <a:pt x="7687" y="699"/>
                    <a:pt x="7171" y="912"/>
                  </a:cubicBezTo>
                  <a:cubicBezTo>
                    <a:pt x="6290" y="1277"/>
                    <a:pt x="5439" y="1763"/>
                    <a:pt x="4710" y="2431"/>
                  </a:cubicBezTo>
                  <a:cubicBezTo>
                    <a:pt x="4345" y="2765"/>
                    <a:pt x="3981" y="3130"/>
                    <a:pt x="3646" y="3495"/>
                  </a:cubicBezTo>
                  <a:cubicBezTo>
                    <a:pt x="3464" y="3707"/>
                    <a:pt x="3312" y="3889"/>
                    <a:pt x="3191" y="4041"/>
                  </a:cubicBezTo>
                  <a:lnTo>
                    <a:pt x="3160" y="4102"/>
                  </a:lnTo>
                  <a:cubicBezTo>
                    <a:pt x="3039" y="4254"/>
                    <a:pt x="2917" y="4406"/>
                    <a:pt x="2796" y="4588"/>
                  </a:cubicBezTo>
                  <a:cubicBezTo>
                    <a:pt x="2522" y="5044"/>
                    <a:pt x="2279" y="5500"/>
                    <a:pt x="2036" y="5956"/>
                  </a:cubicBezTo>
                  <a:cubicBezTo>
                    <a:pt x="1854" y="6350"/>
                    <a:pt x="1671" y="6776"/>
                    <a:pt x="1520" y="7201"/>
                  </a:cubicBezTo>
                  <a:cubicBezTo>
                    <a:pt x="1428" y="7444"/>
                    <a:pt x="1337" y="7687"/>
                    <a:pt x="1277" y="7961"/>
                  </a:cubicBezTo>
                  <a:lnTo>
                    <a:pt x="1277" y="7991"/>
                  </a:lnTo>
                  <a:lnTo>
                    <a:pt x="1246" y="8113"/>
                  </a:lnTo>
                  <a:cubicBezTo>
                    <a:pt x="1185" y="8265"/>
                    <a:pt x="1125" y="8477"/>
                    <a:pt x="1094" y="8660"/>
                  </a:cubicBezTo>
                  <a:cubicBezTo>
                    <a:pt x="1033" y="8903"/>
                    <a:pt x="973" y="9176"/>
                    <a:pt x="882" y="9450"/>
                  </a:cubicBezTo>
                  <a:cubicBezTo>
                    <a:pt x="851" y="9601"/>
                    <a:pt x="790" y="9814"/>
                    <a:pt x="760" y="9996"/>
                  </a:cubicBezTo>
                  <a:cubicBezTo>
                    <a:pt x="730" y="10027"/>
                    <a:pt x="699" y="10088"/>
                    <a:pt x="699" y="10148"/>
                  </a:cubicBezTo>
                  <a:cubicBezTo>
                    <a:pt x="669" y="10300"/>
                    <a:pt x="638" y="10422"/>
                    <a:pt x="608" y="10634"/>
                  </a:cubicBezTo>
                  <a:cubicBezTo>
                    <a:pt x="547" y="10847"/>
                    <a:pt x="517" y="11090"/>
                    <a:pt x="487" y="11333"/>
                  </a:cubicBezTo>
                  <a:cubicBezTo>
                    <a:pt x="456" y="11485"/>
                    <a:pt x="426" y="11637"/>
                    <a:pt x="395" y="11789"/>
                  </a:cubicBezTo>
                  <a:cubicBezTo>
                    <a:pt x="335" y="12093"/>
                    <a:pt x="304" y="12397"/>
                    <a:pt x="274" y="12670"/>
                  </a:cubicBezTo>
                  <a:cubicBezTo>
                    <a:pt x="244" y="12913"/>
                    <a:pt x="183" y="13156"/>
                    <a:pt x="152" y="13339"/>
                  </a:cubicBezTo>
                  <a:cubicBezTo>
                    <a:pt x="152" y="13521"/>
                    <a:pt x="92" y="13764"/>
                    <a:pt x="92" y="13885"/>
                  </a:cubicBezTo>
                  <a:cubicBezTo>
                    <a:pt x="92" y="14007"/>
                    <a:pt x="61" y="14128"/>
                    <a:pt x="61" y="14250"/>
                  </a:cubicBezTo>
                  <a:lnTo>
                    <a:pt x="61" y="14432"/>
                  </a:lnTo>
                  <a:lnTo>
                    <a:pt x="61" y="14523"/>
                  </a:lnTo>
                  <a:cubicBezTo>
                    <a:pt x="31" y="14706"/>
                    <a:pt x="31" y="14858"/>
                    <a:pt x="31" y="15010"/>
                  </a:cubicBezTo>
                  <a:cubicBezTo>
                    <a:pt x="0" y="15253"/>
                    <a:pt x="0" y="15526"/>
                    <a:pt x="31" y="15769"/>
                  </a:cubicBezTo>
                  <a:cubicBezTo>
                    <a:pt x="92" y="15891"/>
                    <a:pt x="122" y="16043"/>
                    <a:pt x="183" y="16164"/>
                  </a:cubicBezTo>
                  <a:cubicBezTo>
                    <a:pt x="244" y="16286"/>
                    <a:pt x="304" y="16407"/>
                    <a:pt x="365" y="16498"/>
                  </a:cubicBezTo>
                  <a:lnTo>
                    <a:pt x="395" y="16559"/>
                  </a:lnTo>
                  <a:cubicBezTo>
                    <a:pt x="426" y="16650"/>
                    <a:pt x="487" y="16741"/>
                    <a:pt x="578" y="16802"/>
                  </a:cubicBezTo>
                  <a:cubicBezTo>
                    <a:pt x="638" y="16893"/>
                    <a:pt x="699" y="16954"/>
                    <a:pt x="790" y="17045"/>
                  </a:cubicBezTo>
                  <a:cubicBezTo>
                    <a:pt x="882" y="17106"/>
                    <a:pt x="973" y="17167"/>
                    <a:pt x="1064" y="17228"/>
                  </a:cubicBezTo>
                  <a:cubicBezTo>
                    <a:pt x="1185" y="17288"/>
                    <a:pt x="1307" y="17349"/>
                    <a:pt x="1459" y="17379"/>
                  </a:cubicBezTo>
                  <a:lnTo>
                    <a:pt x="1489" y="17379"/>
                  </a:lnTo>
                  <a:cubicBezTo>
                    <a:pt x="1580" y="17410"/>
                    <a:pt x="1671" y="17410"/>
                    <a:pt x="1763" y="17440"/>
                  </a:cubicBezTo>
                  <a:cubicBezTo>
                    <a:pt x="2036" y="17471"/>
                    <a:pt x="2279" y="17471"/>
                    <a:pt x="2522" y="17471"/>
                  </a:cubicBezTo>
                  <a:cubicBezTo>
                    <a:pt x="2644" y="17440"/>
                    <a:pt x="2765" y="17440"/>
                    <a:pt x="2856" y="17410"/>
                  </a:cubicBezTo>
                  <a:lnTo>
                    <a:pt x="2948" y="17410"/>
                  </a:lnTo>
                  <a:lnTo>
                    <a:pt x="3130" y="17379"/>
                  </a:lnTo>
                  <a:cubicBezTo>
                    <a:pt x="3191" y="17349"/>
                    <a:pt x="3251" y="17349"/>
                    <a:pt x="3312" y="17319"/>
                  </a:cubicBezTo>
                  <a:cubicBezTo>
                    <a:pt x="3494" y="17258"/>
                    <a:pt x="3707" y="17197"/>
                    <a:pt x="3889" y="17106"/>
                  </a:cubicBezTo>
                  <a:lnTo>
                    <a:pt x="3920" y="17106"/>
                  </a:lnTo>
                  <a:cubicBezTo>
                    <a:pt x="4133" y="17015"/>
                    <a:pt x="4345" y="16863"/>
                    <a:pt x="4527" y="16711"/>
                  </a:cubicBezTo>
                  <a:lnTo>
                    <a:pt x="4588" y="16681"/>
                  </a:lnTo>
                  <a:cubicBezTo>
                    <a:pt x="4679" y="16589"/>
                    <a:pt x="4771" y="16529"/>
                    <a:pt x="4831" y="16407"/>
                  </a:cubicBezTo>
                  <a:cubicBezTo>
                    <a:pt x="4922" y="16316"/>
                    <a:pt x="4983" y="16195"/>
                    <a:pt x="5044" y="16073"/>
                  </a:cubicBezTo>
                  <a:cubicBezTo>
                    <a:pt x="5166" y="15830"/>
                    <a:pt x="5226" y="15587"/>
                    <a:pt x="5257" y="15313"/>
                  </a:cubicBezTo>
                  <a:lnTo>
                    <a:pt x="5257" y="15253"/>
                  </a:lnTo>
                  <a:cubicBezTo>
                    <a:pt x="5317" y="14918"/>
                    <a:pt x="5378" y="14554"/>
                    <a:pt x="5439" y="14220"/>
                  </a:cubicBezTo>
                  <a:cubicBezTo>
                    <a:pt x="5500" y="13855"/>
                    <a:pt x="5591" y="13460"/>
                    <a:pt x="5712" y="12974"/>
                  </a:cubicBezTo>
                  <a:cubicBezTo>
                    <a:pt x="5773" y="12761"/>
                    <a:pt x="5804" y="12579"/>
                    <a:pt x="5864" y="12366"/>
                  </a:cubicBezTo>
                  <a:cubicBezTo>
                    <a:pt x="5895" y="12154"/>
                    <a:pt x="5925" y="11941"/>
                    <a:pt x="5986" y="11728"/>
                  </a:cubicBezTo>
                  <a:cubicBezTo>
                    <a:pt x="6138" y="11273"/>
                    <a:pt x="6290" y="10817"/>
                    <a:pt x="6442" y="10391"/>
                  </a:cubicBezTo>
                  <a:cubicBezTo>
                    <a:pt x="6472" y="10300"/>
                    <a:pt x="6502" y="10270"/>
                    <a:pt x="6533" y="10118"/>
                  </a:cubicBezTo>
                  <a:cubicBezTo>
                    <a:pt x="6594" y="9966"/>
                    <a:pt x="6654" y="9814"/>
                    <a:pt x="6715" y="9662"/>
                  </a:cubicBezTo>
                  <a:cubicBezTo>
                    <a:pt x="6806" y="9450"/>
                    <a:pt x="6897" y="9237"/>
                    <a:pt x="7019" y="9055"/>
                  </a:cubicBezTo>
                  <a:cubicBezTo>
                    <a:pt x="7171" y="8812"/>
                    <a:pt x="7353" y="8568"/>
                    <a:pt x="7505" y="8356"/>
                  </a:cubicBezTo>
                  <a:cubicBezTo>
                    <a:pt x="7657" y="8113"/>
                    <a:pt x="7839" y="7900"/>
                    <a:pt x="8052" y="7718"/>
                  </a:cubicBezTo>
                  <a:cubicBezTo>
                    <a:pt x="8477" y="7323"/>
                    <a:pt x="8933" y="6989"/>
                    <a:pt x="9449" y="6715"/>
                  </a:cubicBezTo>
                  <a:cubicBezTo>
                    <a:pt x="9723" y="6533"/>
                    <a:pt x="9966" y="6411"/>
                    <a:pt x="10239" y="6290"/>
                  </a:cubicBezTo>
                  <a:cubicBezTo>
                    <a:pt x="10513" y="6168"/>
                    <a:pt x="10786" y="6077"/>
                    <a:pt x="11090" y="6016"/>
                  </a:cubicBezTo>
                  <a:cubicBezTo>
                    <a:pt x="11394" y="5956"/>
                    <a:pt x="11698" y="5956"/>
                    <a:pt x="12002" y="5956"/>
                  </a:cubicBezTo>
                  <a:cubicBezTo>
                    <a:pt x="12488" y="5986"/>
                    <a:pt x="12944" y="6077"/>
                    <a:pt x="13399" y="6199"/>
                  </a:cubicBezTo>
                  <a:cubicBezTo>
                    <a:pt x="13673" y="6290"/>
                    <a:pt x="13916" y="6381"/>
                    <a:pt x="14159" y="6502"/>
                  </a:cubicBezTo>
                  <a:cubicBezTo>
                    <a:pt x="14432" y="6624"/>
                    <a:pt x="14675" y="6745"/>
                    <a:pt x="14918" y="6897"/>
                  </a:cubicBezTo>
                  <a:lnTo>
                    <a:pt x="15161" y="7049"/>
                  </a:lnTo>
                  <a:cubicBezTo>
                    <a:pt x="15313" y="7140"/>
                    <a:pt x="15465" y="7232"/>
                    <a:pt x="15617" y="7323"/>
                  </a:cubicBezTo>
                  <a:cubicBezTo>
                    <a:pt x="15799" y="7444"/>
                    <a:pt x="15982" y="7566"/>
                    <a:pt x="16164" y="7687"/>
                  </a:cubicBezTo>
                  <a:cubicBezTo>
                    <a:pt x="16346" y="7839"/>
                    <a:pt x="16498" y="7961"/>
                    <a:pt x="16650" y="8143"/>
                  </a:cubicBezTo>
                  <a:cubicBezTo>
                    <a:pt x="16863" y="8356"/>
                    <a:pt x="17076" y="8599"/>
                    <a:pt x="17288" y="8812"/>
                  </a:cubicBezTo>
                  <a:lnTo>
                    <a:pt x="17349" y="8903"/>
                  </a:lnTo>
                  <a:cubicBezTo>
                    <a:pt x="17622" y="9206"/>
                    <a:pt x="17866" y="9510"/>
                    <a:pt x="18109" y="9784"/>
                  </a:cubicBezTo>
                  <a:cubicBezTo>
                    <a:pt x="18321" y="10057"/>
                    <a:pt x="18564" y="10422"/>
                    <a:pt x="18777" y="10726"/>
                  </a:cubicBezTo>
                  <a:cubicBezTo>
                    <a:pt x="19020" y="11060"/>
                    <a:pt x="19202" y="11303"/>
                    <a:pt x="19324" y="11607"/>
                  </a:cubicBezTo>
                  <a:cubicBezTo>
                    <a:pt x="19476" y="11880"/>
                    <a:pt x="19597" y="12184"/>
                    <a:pt x="19719" y="12397"/>
                  </a:cubicBezTo>
                  <a:lnTo>
                    <a:pt x="19749" y="12488"/>
                  </a:lnTo>
                  <a:cubicBezTo>
                    <a:pt x="19871" y="12731"/>
                    <a:pt x="19992" y="13004"/>
                    <a:pt x="20114" y="13278"/>
                  </a:cubicBezTo>
                  <a:cubicBezTo>
                    <a:pt x="20144" y="13369"/>
                    <a:pt x="20175" y="13430"/>
                    <a:pt x="20205" y="13521"/>
                  </a:cubicBezTo>
                  <a:cubicBezTo>
                    <a:pt x="20144" y="13612"/>
                    <a:pt x="20144" y="13734"/>
                    <a:pt x="20144" y="13855"/>
                  </a:cubicBezTo>
                  <a:cubicBezTo>
                    <a:pt x="20175" y="13916"/>
                    <a:pt x="20175" y="13977"/>
                    <a:pt x="20175" y="14007"/>
                  </a:cubicBezTo>
                  <a:lnTo>
                    <a:pt x="20266" y="14280"/>
                  </a:lnTo>
                  <a:cubicBezTo>
                    <a:pt x="20266" y="14372"/>
                    <a:pt x="20296" y="14432"/>
                    <a:pt x="20296" y="14523"/>
                  </a:cubicBezTo>
                  <a:cubicBezTo>
                    <a:pt x="20387" y="15131"/>
                    <a:pt x="20661" y="15708"/>
                    <a:pt x="21025" y="16225"/>
                  </a:cubicBezTo>
                  <a:cubicBezTo>
                    <a:pt x="21177" y="16407"/>
                    <a:pt x="21329" y="16559"/>
                    <a:pt x="21511" y="16681"/>
                  </a:cubicBezTo>
                  <a:cubicBezTo>
                    <a:pt x="21663" y="16802"/>
                    <a:pt x="21846" y="16893"/>
                    <a:pt x="22058" y="16924"/>
                  </a:cubicBezTo>
                  <a:cubicBezTo>
                    <a:pt x="22119" y="16939"/>
                    <a:pt x="22187" y="16946"/>
                    <a:pt x="22260" y="16946"/>
                  </a:cubicBezTo>
                  <a:cubicBezTo>
                    <a:pt x="22332" y="16946"/>
                    <a:pt x="22408" y="16939"/>
                    <a:pt x="22484" y="16924"/>
                  </a:cubicBezTo>
                  <a:lnTo>
                    <a:pt x="22848" y="16833"/>
                  </a:lnTo>
                  <a:cubicBezTo>
                    <a:pt x="22970" y="16802"/>
                    <a:pt x="23091" y="16772"/>
                    <a:pt x="23182" y="16741"/>
                  </a:cubicBezTo>
                  <a:cubicBezTo>
                    <a:pt x="23638" y="16620"/>
                    <a:pt x="24033" y="16438"/>
                    <a:pt x="24428" y="16195"/>
                  </a:cubicBezTo>
                  <a:lnTo>
                    <a:pt x="24428" y="16195"/>
                  </a:lnTo>
                  <a:lnTo>
                    <a:pt x="24398" y="16225"/>
                  </a:lnTo>
                  <a:lnTo>
                    <a:pt x="24489" y="16164"/>
                  </a:lnTo>
                  <a:cubicBezTo>
                    <a:pt x="24702" y="16073"/>
                    <a:pt x="24884" y="15951"/>
                    <a:pt x="25097" y="15800"/>
                  </a:cubicBezTo>
                  <a:cubicBezTo>
                    <a:pt x="25279" y="15648"/>
                    <a:pt x="25431" y="15496"/>
                    <a:pt x="25583" y="15344"/>
                  </a:cubicBezTo>
                  <a:cubicBezTo>
                    <a:pt x="25644" y="15253"/>
                    <a:pt x="25704" y="15162"/>
                    <a:pt x="25765" y="15070"/>
                  </a:cubicBezTo>
                  <a:cubicBezTo>
                    <a:pt x="25856" y="14949"/>
                    <a:pt x="25917" y="14797"/>
                    <a:pt x="26008" y="14675"/>
                  </a:cubicBezTo>
                  <a:cubicBezTo>
                    <a:pt x="26099" y="14432"/>
                    <a:pt x="26190" y="14189"/>
                    <a:pt x="26221" y="13946"/>
                  </a:cubicBezTo>
                  <a:cubicBezTo>
                    <a:pt x="26282" y="13673"/>
                    <a:pt x="26312" y="13399"/>
                    <a:pt x="26312" y="13156"/>
                  </a:cubicBezTo>
                  <a:cubicBezTo>
                    <a:pt x="26312" y="12944"/>
                    <a:pt x="26282" y="12731"/>
                    <a:pt x="26251" y="12518"/>
                  </a:cubicBezTo>
                  <a:cubicBezTo>
                    <a:pt x="26190" y="12245"/>
                    <a:pt x="26130" y="12002"/>
                    <a:pt x="26038" y="11759"/>
                  </a:cubicBezTo>
                  <a:cubicBezTo>
                    <a:pt x="25947" y="11576"/>
                    <a:pt x="25856" y="11364"/>
                    <a:pt x="25765" y="11181"/>
                  </a:cubicBezTo>
                  <a:cubicBezTo>
                    <a:pt x="25583" y="10756"/>
                    <a:pt x="25340" y="10331"/>
                    <a:pt x="25157" y="9966"/>
                  </a:cubicBezTo>
                  <a:cubicBezTo>
                    <a:pt x="24884" y="9480"/>
                    <a:pt x="24610" y="8994"/>
                    <a:pt x="24367" y="8629"/>
                  </a:cubicBezTo>
                  <a:cubicBezTo>
                    <a:pt x="24124" y="8234"/>
                    <a:pt x="23881" y="7870"/>
                    <a:pt x="23577" y="7475"/>
                  </a:cubicBezTo>
                  <a:cubicBezTo>
                    <a:pt x="23274" y="7080"/>
                    <a:pt x="22970" y="6685"/>
                    <a:pt x="22696" y="6411"/>
                  </a:cubicBezTo>
                  <a:lnTo>
                    <a:pt x="22544" y="6229"/>
                  </a:lnTo>
                  <a:lnTo>
                    <a:pt x="22210" y="5834"/>
                  </a:lnTo>
                  <a:cubicBezTo>
                    <a:pt x="22058" y="5682"/>
                    <a:pt x="21906" y="5530"/>
                    <a:pt x="21755" y="5378"/>
                  </a:cubicBezTo>
                  <a:lnTo>
                    <a:pt x="21603" y="5226"/>
                  </a:lnTo>
                  <a:cubicBezTo>
                    <a:pt x="21238" y="4862"/>
                    <a:pt x="20904" y="4558"/>
                    <a:pt x="20539" y="4254"/>
                  </a:cubicBezTo>
                  <a:lnTo>
                    <a:pt x="19871" y="3707"/>
                  </a:lnTo>
                  <a:lnTo>
                    <a:pt x="19445" y="3373"/>
                  </a:lnTo>
                  <a:cubicBezTo>
                    <a:pt x="19111" y="3100"/>
                    <a:pt x="18716" y="2765"/>
                    <a:pt x="18321" y="2492"/>
                  </a:cubicBezTo>
                  <a:cubicBezTo>
                    <a:pt x="17896" y="2158"/>
                    <a:pt x="17471" y="1884"/>
                    <a:pt x="17045" y="1641"/>
                  </a:cubicBezTo>
                  <a:cubicBezTo>
                    <a:pt x="16620" y="1368"/>
                    <a:pt x="16194" y="1125"/>
                    <a:pt x="15739" y="942"/>
                  </a:cubicBezTo>
                  <a:cubicBezTo>
                    <a:pt x="15344" y="730"/>
                    <a:pt x="14918" y="578"/>
                    <a:pt x="14463" y="456"/>
                  </a:cubicBezTo>
                  <a:cubicBezTo>
                    <a:pt x="13977" y="304"/>
                    <a:pt x="13460" y="183"/>
                    <a:pt x="12944" y="122"/>
                  </a:cubicBezTo>
                  <a:cubicBezTo>
                    <a:pt x="12457" y="31"/>
                    <a:pt x="11941" y="0"/>
                    <a:pt x="11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" name="Google Shape;871;p40"/>
          <p:cNvSpPr/>
          <p:nvPr/>
        </p:nvSpPr>
        <p:spPr>
          <a:xfrm>
            <a:off x="7967500" y="-68450"/>
            <a:ext cx="1264725" cy="929600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" name="Google Shape;872;p40"/>
          <p:cNvGrpSpPr/>
          <p:nvPr/>
        </p:nvGrpSpPr>
        <p:grpSpPr>
          <a:xfrm>
            <a:off x="8664950" y="614425"/>
            <a:ext cx="252200" cy="279550"/>
            <a:chOff x="601188" y="4660625"/>
            <a:chExt cx="252200" cy="279550"/>
          </a:xfrm>
        </p:grpSpPr>
        <p:sp>
          <p:nvSpPr>
            <p:cNvPr id="873" name="Google Shape;873;p40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0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0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0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" name="Google Shape;877;p40"/>
          <p:cNvSpPr/>
          <p:nvPr/>
        </p:nvSpPr>
        <p:spPr>
          <a:xfrm rot="2513794">
            <a:off x="-147314" y="4447474"/>
            <a:ext cx="1118575" cy="312361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40"/>
          <p:cNvSpPr/>
          <p:nvPr/>
        </p:nvSpPr>
        <p:spPr>
          <a:xfrm rot="1885555">
            <a:off x="26415" y="4853380"/>
            <a:ext cx="1118566" cy="312378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40"/>
          <p:cNvSpPr txBox="1"/>
          <p:nvPr>
            <p:ph type="title"/>
          </p:nvPr>
        </p:nvSpPr>
        <p:spPr>
          <a:xfrm>
            <a:off x="2210729" y="1113503"/>
            <a:ext cx="2195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80" name="Google Shape;880;p40"/>
          <p:cNvSpPr txBox="1"/>
          <p:nvPr>
            <p:ph idx="1" type="subTitle"/>
          </p:nvPr>
        </p:nvSpPr>
        <p:spPr>
          <a:xfrm>
            <a:off x="2210729" y="1479203"/>
            <a:ext cx="2195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81" name="Google Shape;881;p40"/>
          <p:cNvSpPr txBox="1"/>
          <p:nvPr>
            <p:ph idx="2" type="title"/>
          </p:nvPr>
        </p:nvSpPr>
        <p:spPr>
          <a:xfrm>
            <a:off x="5590090" y="1113503"/>
            <a:ext cx="2195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82" name="Google Shape;882;p40"/>
          <p:cNvSpPr txBox="1"/>
          <p:nvPr>
            <p:ph idx="3" type="subTitle"/>
          </p:nvPr>
        </p:nvSpPr>
        <p:spPr>
          <a:xfrm>
            <a:off x="5590156" y="1479203"/>
            <a:ext cx="2195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83" name="Google Shape;883;p40"/>
          <p:cNvSpPr txBox="1"/>
          <p:nvPr>
            <p:ph idx="4" type="title"/>
          </p:nvPr>
        </p:nvSpPr>
        <p:spPr>
          <a:xfrm>
            <a:off x="2210729" y="2300768"/>
            <a:ext cx="2195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84" name="Google Shape;884;p40"/>
          <p:cNvSpPr txBox="1"/>
          <p:nvPr>
            <p:ph idx="5" type="subTitle"/>
          </p:nvPr>
        </p:nvSpPr>
        <p:spPr>
          <a:xfrm>
            <a:off x="2210729" y="2666465"/>
            <a:ext cx="2195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85" name="Google Shape;885;p40"/>
          <p:cNvSpPr txBox="1"/>
          <p:nvPr>
            <p:ph idx="6" type="title"/>
          </p:nvPr>
        </p:nvSpPr>
        <p:spPr>
          <a:xfrm>
            <a:off x="5590165" y="2300766"/>
            <a:ext cx="2195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86" name="Google Shape;886;p40"/>
          <p:cNvSpPr txBox="1"/>
          <p:nvPr>
            <p:ph idx="7" type="subTitle"/>
          </p:nvPr>
        </p:nvSpPr>
        <p:spPr>
          <a:xfrm>
            <a:off x="5590102" y="2666465"/>
            <a:ext cx="2195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87" name="Google Shape;887;p40"/>
          <p:cNvSpPr txBox="1"/>
          <p:nvPr>
            <p:ph idx="8" type="title"/>
          </p:nvPr>
        </p:nvSpPr>
        <p:spPr>
          <a:xfrm>
            <a:off x="2210729" y="3488032"/>
            <a:ext cx="2195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88" name="Google Shape;888;p40"/>
          <p:cNvSpPr txBox="1"/>
          <p:nvPr>
            <p:ph idx="9" type="subTitle"/>
          </p:nvPr>
        </p:nvSpPr>
        <p:spPr>
          <a:xfrm>
            <a:off x="2210729" y="3853732"/>
            <a:ext cx="2195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89" name="Google Shape;889;p40"/>
          <p:cNvSpPr txBox="1"/>
          <p:nvPr>
            <p:ph idx="13" type="title"/>
          </p:nvPr>
        </p:nvSpPr>
        <p:spPr>
          <a:xfrm>
            <a:off x="5590078" y="3488029"/>
            <a:ext cx="21957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90" name="Google Shape;890;p40"/>
          <p:cNvSpPr txBox="1"/>
          <p:nvPr>
            <p:ph idx="14" type="subTitle"/>
          </p:nvPr>
        </p:nvSpPr>
        <p:spPr>
          <a:xfrm>
            <a:off x="5590015" y="3853729"/>
            <a:ext cx="2195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91" name="Google Shape;891;p40"/>
          <p:cNvSpPr txBox="1"/>
          <p:nvPr>
            <p:ph idx="15"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">
    <p:spTree>
      <p:nvGrpSpPr>
        <p:cNvPr id="892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41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894" name="Google Shape;894;p41"/>
          <p:cNvSpPr/>
          <p:nvPr/>
        </p:nvSpPr>
        <p:spPr>
          <a:xfrm flipH="1">
            <a:off x="-258994" y="50213"/>
            <a:ext cx="1678828" cy="97927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" name="Google Shape;895;p41"/>
          <p:cNvGrpSpPr/>
          <p:nvPr/>
        </p:nvGrpSpPr>
        <p:grpSpPr>
          <a:xfrm>
            <a:off x="98450" y="537972"/>
            <a:ext cx="572406" cy="682360"/>
            <a:chOff x="98450" y="537972"/>
            <a:chExt cx="572406" cy="682360"/>
          </a:xfrm>
        </p:grpSpPr>
        <p:sp>
          <p:nvSpPr>
            <p:cNvPr id="896" name="Google Shape;896;p41"/>
            <p:cNvSpPr/>
            <p:nvPr/>
          </p:nvSpPr>
          <p:spPr>
            <a:xfrm>
              <a:off x="244625" y="102932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1"/>
            <p:cNvSpPr/>
            <p:nvPr/>
          </p:nvSpPr>
          <p:spPr>
            <a:xfrm>
              <a:off x="421702" y="91787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1"/>
            <p:cNvSpPr/>
            <p:nvPr/>
          </p:nvSpPr>
          <p:spPr>
            <a:xfrm>
              <a:off x="277560" y="72226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1"/>
            <p:cNvSpPr/>
            <p:nvPr/>
          </p:nvSpPr>
          <p:spPr>
            <a:xfrm>
              <a:off x="98450" y="83964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1"/>
            <p:cNvSpPr/>
            <p:nvPr/>
          </p:nvSpPr>
          <p:spPr>
            <a:xfrm>
              <a:off x="504040" y="53797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" name="Google Shape;901;p41"/>
          <p:cNvSpPr/>
          <p:nvPr/>
        </p:nvSpPr>
        <p:spPr>
          <a:xfrm flipH="1" rot="10149192">
            <a:off x="8131019" y="-109399"/>
            <a:ext cx="1141101" cy="1052010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41"/>
          <p:cNvSpPr/>
          <p:nvPr/>
        </p:nvSpPr>
        <p:spPr>
          <a:xfrm>
            <a:off x="8688313" y="829868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41"/>
          <p:cNvSpPr/>
          <p:nvPr/>
        </p:nvSpPr>
        <p:spPr>
          <a:xfrm>
            <a:off x="2164375" y="154351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41"/>
          <p:cNvSpPr/>
          <p:nvPr/>
        </p:nvSpPr>
        <p:spPr>
          <a:xfrm rot="410715">
            <a:off x="8636638" y="4125607"/>
            <a:ext cx="219842" cy="393425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41"/>
          <p:cNvSpPr/>
          <p:nvPr/>
        </p:nvSpPr>
        <p:spPr>
          <a:xfrm rot="-849671">
            <a:off x="7478316" y="141937"/>
            <a:ext cx="315649" cy="341642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41"/>
          <p:cNvSpPr/>
          <p:nvPr/>
        </p:nvSpPr>
        <p:spPr>
          <a:xfrm flipH="1" rot="-6330502">
            <a:off x="-561387" y="4359874"/>
            <a:ext cx="1118597" cy="312362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41"/>
          <p:cNvSpPr/>
          <p:nvPr/>
        </p:nvSpPr>
        <p:spPr>
          <a:xfrm flipH="1" rot="-5702344">
            <a:off x="-237920" y="4697201"/>
            <a:ext cx="1118615" cy="312366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41"/>
          <p:cNvSpPr/>
          <p:nvPr/>
        </p:nvSpPr>
        <p:spPr>
          <a:xfrm>
            <a:off x="3886763" y="4739543"/>
            <a:ext cx="550047" cy="582694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41"/>
          <p:cNvSpPr/>
          <p:nvPr/>
        </p:nvSpPr>
        <p:spPr>
          <a:xfrm>
            <a:off x="4383638" y="4694988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"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p42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912" name="Google Shape;912;p42"/>
          <p:cNvSpPr/>
          <p:nvPr/>
        </p:nvSpPr>
        <p:spPr>
          <a:xfrm rot="-5095815">
            <a:off x="-119530" y="4151239"/>
            <a:ext cx="1216491" cy="1121461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42"/>
          <p:cNvSpPr/>
          <p:nvPr/>
        </p:nvSpPr>
        <p:spPr>
          <a:xfrm>
            <a:off x="8088650" y="4447413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42"/>
          <p:cNvSpPr/>
          <p:nvPr/>
        </p:nvSpPr>
        <p:spPr>
          <a:xfrm flipH="1" rot="-5714785">
            <a:off x="8152725" y="-135450"/>
            <a:ext cx="373585" cy="128558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42"/>
          <p:cNvSpPr/>
          <p:nvPr/>
        </p:nvSpPr>
        <p:spPr>
          <a:xfrm flipH="1" rot="-4745172">
            <a:off x="8366558" y="-273499"/>
            <a:ext cx="310725" cy="1051088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" name="Google Shape;916;p42"/>
          <p:cNvGrpSpPr/>
          <p:nvPr/>
        </p:nvGrpSpPr>
        <p:grpSpPr>
          <a:xfrm>
            <a:off x="268938" y="69772"/>
            <a:ext cx="572406" cy="682360"/>
            <a:chOff x="8446375" y="3346247"/>
            <a:chExt cx="572406" cy="682360"/>
          </a:xfrm>
        </p:grpSpPr>
        <p:sp>
          <p:nvSpPr>
            <p:cNvPr id="917" name="Google Shape;917;p42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2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2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2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2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" name="Google Shape;922;p42"/>
          <p:cNvGrpSpPr/>
          <p:nvPr/>
        </p:nvGrpSpPr>
        <p:grpSpPr>
          <a:xfrm>
            <a:off x="80889" y="3742171"/>
            <a:ext cx="595931" cy="530198"/>
            <a:chOff x="7915789" y="108771"/>
            <a:chExt cx="595931" cy="530198"/>
          </a:xfrm>
        </p:grpSpPr>
        <p:sp>
          <p:nvSpPr>
            <p:cNvPr id="923" name="Google Shape;923;p42"/>
            <p:cNvSpPr/>
            <p:nvPr/>
          </p:nvSpPr>
          <p:spPr>
            <a:xfrm rot="1520042">
              <a:off x="8076449" y="166765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2"/>
            <p:cNvSpPr/>
            <p:nvPr/>
          </p:nvSpPr>
          <p:spPr>
            <a:xfrm rot="1520042">
              <a:off x="7998035" y="142242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" name="Google Shape;925;p42"/>
          <p:cNvSpPr/>
          <p:nvPr/>
        </p:nvSpPr>
        <p:spPr>
          <a:xfrm rot="-470258">
            <a:off x="8533600" y="4575658"/>
            <a:ext cx="426238" cy="349877"/>
          </a:xfrm>
          <a:custGeom>
            <a:rect b="b" l="l" r="r" t="t"/>
            <a:pathLst>
              <a:path extrusionOk="0" h="10103" w="12308">
                <a:moveTo>
                  <a:pt x="7918" y="1"/>
                </a:moveTo>
                <a:cubicBezTo>
                  <a:pt x="7684" y="1"/>
                  <a:pt x="7474" y="211"/>
                  <a:pt x="7474" y="445"/>
                </a:cubicBezTo>
                <a:lnTo>
                  <a:pt x="7474" y="468"/>
                </a:lnTo>
                <a:lnTo>
                  <a:pt x="7474" y="491"/>
                </a:lnTo>
                <a:cubicBezTo>
                  <a:pt x="7310" y="912"/>
                  <a:pt x="6797" y="1425"/>
                  <a:pt x="6563" y="1776"/>
                </a:cubicBezTo>
                <a:cubicBezTo>
                  <a:pt x="6236" y="2243"/>
                  <a:pt x="5886" y="2733"/>
                  <a:pt x="5559" y="3200"/>
                </a:cubicBezTo>
                <a:cubicBezTo>
                  <a:pt x="4998" y="3994"/>
                  <a:pt x="4438" y="4788"/>
                  <a:pt x="3854" y="5536"/>
                </a:cubicBezTo>
                <a:cubicBezTo>
                  <a:pt x="3714" y="5395"/>
                  <a:pt x="3574" y="5279"/>
                  <a:pt x="3410" y="5185"/>
                </a:cubicBezTo>
                <a:cubicBezTo>
                  <a:pt x="2992" y="4912"/>
                  <a:pt x="2508" y="4771"/>
                  <a:pt x="2010" y="4771"/>
                </a:cubicBezTo>
                <a:cubicBezTo>
                  <a:pt x="1785" y="4771"/>
                  <a:pt x="1557" y="4800"/>
                  <a:pt x="1332" y="4858"/>
                </a:cubicBezTo>
                <a:cubicBezTo>
                  <a:pt x="725" y="4998"/>
                  <a:pt x="1" y="5676"/>
                  <a:pt x="678" y="6213"/>
                </a:cubicBezTo>
                <a:cubicBezTo>
                  <a:pt x="1192" y="6610"/>
                  <a:pt x="1776" y="6843"/>
                  <a:pt x="2406" y="6937"/>
                </a:cubicBezTo>
                <a:cubicBezTo>
                  <a:pt x="2633" y="6978"/>
                  <a:pt x="2924" y="7024"/>
                  <a:pt x="3206" y="7024"/>
                </a:cubicBezTo>
                <a:cubicBezTo>
                  <a:pt x="3563" y="7024"/>
                  <a:pt x="3905" y="6951"/>
                  <a:pt x="4088" y="6703"/>
                </a:cubicBezTo>
                <a:cubicBezTo>
                  <a:pt x="4111" y="6657"/>
                  <a:pt x="4134" y="6610"/>
                  <a:pt x="4134" y="6563"/>
                </a:cubicBezTo>
                <a:cubicBezTo>
                  <a:pt x="4928" y="5629"/>
                  <a:pt x="5629" y="4625"/>
                  <a:pt x="6306" y="3644"/>
                </a:cubicBezTo>
                <a:cubicBezTo>
                  <a:pt x="6703" y="3107"/>
                  <a:pt x="7077" y="2546"/>
                  <a:pt x="7450" y="2009"/>
                </a:cubicBezTo>
                <a:cubicBezTo>
                  <a:pt x="7637" y="1729"/>
                  <a:pt x="7988" y="1355"/>
                  <a:pt x="8221" y="958"/>
                </a:cubicBezTo>
                <a:cubicBezTo>
                  <a:pt x="8712" y="1262"/>
                  <a:pt x="9202" y="1542"/>
                  <a:pt x="9739" y="1799"/>
                </a:cubicBezTo>
                <a:cubicBezTo>
                  <a:pt x="10229" y="2079"/>
                  <a:pt x="10767" y="2313"/>
                  <a:pt x="11304" y="2500"/>
                </a:cubicBezTo>
                <a:cubicBezTo>
                  <a:pt x="11047" y="3527"/>
                  <a:pt x="10767" y="4555"/>
                  <a:pt x="10463" y="5582"/>
                </a:cubicBezTo>
                <a:cubicBezTo>
                  <a:pt x="10159" y="6540"/>
                  <a:pt x="9739" y="7521"/>
                  <a:pt x="9529" y="8501"/>
                </a:cubicBezTo>
                <a:cubicBezTo>
                  <a:pt x="9280" y="8439"/>
                  <a:pt x="9020" y="8418"/>
                  <a:pt x="8764" y="8418"/>
                </a:cubicBezTo>
                <a:cubicBezTo>
                  <a:pt x="8636" y="8418"/>
                  <a:pt x="8509" y="8424"/>
                  <a:pt x="8385" y="8431"/>
                </a:cubicBezTo>
                <a:cubicBezTo>
                  <a:pt x="7871" y="8478"/>
                  <a:pt x="7217" y="8665"/>
                  <a:pt x="7170" y="9295"/>
                </a:cubicBezTo>
                <a:cubicBezTo>
                  <a:pt x="7114" y="9900"/>
                  <a:pt x="7676" y="10102"/>
                  <a:pt x="8338" y="10102"/>
                </a:cubicBezTo>
                <a:cubicBezTo>
                  <a:pt x="9056" y="10102"/>
                  <a:pt x="9891" y="9865"/>
                  <a:pt x="10183" y="9646"/>
                </a:cubicBezTo>
                <a:cubicBezTo>
                  <a:pt x="10370" y="9506"/>
                  <a:pt x="10440" y="9225"/>
                  <a:pt x="10346" y="8992"/>
                </a:cubicBezTo>
                <a:cubicBezTo>
                  <a:pt x="11374" y="7100"/>
                  <a:pt x="11747" y="4672"/>
                  <a:pt x="12191" y="2570"/>
                </a:cubicBezTo>
                <a:cubicBezTo>
                  <a:pt x="12191" y="2500"/>
                  <a:pt x="12191" y="2430"/>
                  <a:pt x="12168" y="2336"/>
                </a:cubicBezTo>
                <a:cubicBezTo>
                  <a:pt x="12308" y="2173"/>
                  <a:pt x="12261" y="1939"/>
                  <a:pt x="12098" y="1822"/>
                </a:cubicBezTo>
                <a:cubicBezTo>
                  <a:pt x="11514" y="1449"/>
                  <a:pt x="10907" y="1145"/>
                  <a:pt x="10253" y="912"/>
                </a:cubicBezTo>
                <a:lnTo>
                  <a:pt x="8244" y="48"/>
                </a:lnTo>
                <a:cubicBezTo>
                  <a:pt x="8151" y="1"/>
                  <a:pt x="8058" y="1"/>
                  <a:pt x="79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3"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43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928" name="Google Shape;928;p43"/>
          <p:cNvSpPr/>
          <p:nvPr/>
        </p:nvSpPr>
        <p:spPr>
          <a:xfrm rot="889759">
            <a:off x="7648293" y="-795808"/>
            <a:ext cx="1866274" cy="1551373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" name="Google Shape;929;p43"/>
          <p:cNvSpPr/>
          <p:nvPr/>
        </p:nvSpPr>
        <p:spPr>
          <a:xfrm>
            <a:off x="8139895" y="4192640"/>
            <a:ext cx="1157142" cy="1066702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" name="Google Shape;930;p43"/>
          <p:cNvSpPr/>
          <p:nvPr/>
        </p:nvSpPr>
        <p:spPr>
          <a:xfrm rot="1579595">
            <a:off x="216948" y="14355"/>
            <a:ext cx="310695" cy="1050987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" name="Google Shape;931;p43"/>
          <p:cNvGrpSpPr/>
          <p:nvPr/>
        </p:nvGrpSpPr>
        <p:grpSpPr>
          <a:xfrm>
            <a:off x="8178450" y="89522"/>
            <a:ext cx="572406" cy="682360"/>
            <a:chOff x="8178450" y="89522"/>
            <a:chExt cx="572406" cy="682360"/>
          </a:xfrm>
        </p:grpSpPr>
        <p:sp>
          <p:nvSpPr>
            <p:cNvPr id="932" name="Google Shape;932;p43"/>
            <p:cNvSpPr/>
            <p:nvPr/>
          </p:nvSpPr>
          <p:spPr>
            <a:xfrm>
              <a:off x="8324625" y="580872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3"/>
            <p:cNvSpPr/>
            <p:nvPr/>
          </p:nvSpPr>
          <p:spPr>
            <a:xfrm>
              <a:off x="8501702" y="469428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3"/>
            <p:cNvSpPr/>
            <p:nvPr/>
          </p:nvSpPr>
          <p:spPr>
            <a:xfrm>
              <a:off x="8357560" y="273816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3"/>
            <p:cNvSpPr/>
            <p:nvPr/>
          </p:nvSpPr>
          <p:spPr>
            <a:xfrm>
              <a:off x="8178450" y="391190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3"/>
            <p:cNvSpPr/>
            <p:nvPr/>
          </p:nvSpPr>
          <p:spPr>
            <a:xfrm>
              <a:off x="8584040" y="89522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" name="Google Shape;937;p43"/>
          <p:cNvSpPr/>
          <p:nvPr/>
        </p:nvSpPr>
        <p:spPr>
          <a:xfrm rot="535568">
            <a:off x="8389291" y="4100132"/>
            <a:ext cx="251651" cy="428694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43"/>
          <p:cNvSpPr/>
          <p:nvPr/>
        </p:nvSpPr>
        <p:spPr>
          <a:xfrm rot="1204829">
            <a:off x="-52255" y="-473928"/>
            <a:ext cx="417921" cy="1413700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43"/>
          <p:cNvSpPr/>
          <p:nvPr/>
        </p:nvSpPr>
        <p:spPr>
          <a:xfrm>
            <a:off x="1061450" y="4532265"/>
            <a:ext cx="460758" cy="387467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" name="Google Shape;940;p43"/>
          <p:cNvGrpSpPr/>
          <p:nvPr/>
        </p:nvGrpSpPr>
        <p:grpSpPr>
          <a:xfrm>
            <a:off x="1985746" y="46069"/>
            <a:ext cx="420044" cy="373713"/>
            <a:chOff x="295547" y="4265442"/>
            <a:chExt cx="483086" cy="429802"/>
          </a:xfrm>
        </p:grpSpPr>
        <p:sp>
          <p:nvSpPr>
            <p:cNvPr id="941" name="Google Shape;941;p43"/>
            <p:cNvSpPr/>
            <p:nvPr/>
          </p:nvSpPr>
          <p:spPr>
            <a:xfrm rot="1519952">
              <a:off x="425784" y="431245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3"/>
            <p:cNvSpPr/>
            <p:nvPr/>
          </p:nvSpPr>
          <p:spPr>
            <a:xfrm rot="1519952">
              <a:off x="362217" y="429257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" name="Google Shape;943;p43"/>
          <p:cNvSpPr/>
          <p:nvPr/>
        </p:nvSpPr>
        <p:spPr>
          <a:xfrm flipH="1" rot="-31007">
            <a:off x="250301" y="4816747"/>
            <a:ext cx="376745" cy="382689"/>
          </a:xfrm>
          <a:custGeom>
            <a:rect b="b" l="l" r="r" t="t"/>
            <a:pathLst>
              <a:path extrusionOk="0" h="9723" w="9572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" name="Google Shape;944;p43"/>
          <p:cNvSpPr/>
          <p:nvPr/>
        </p:nvSpPr>
        <p:spPr>
          <a:xfrm flipH="1" rot="-31007">
            <a:off x="-84679" y="4514243"/>
            <a:ext cx="1035617" cy="687643"/>
          </a:xfrm>
          <a:custGeom>
            <a:rect b="b" l="l" r="r" t="t"/>
            <a:pathLst>
              <a:path extrusionOk="0" h="17471" w="26312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5"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" name="Google Shape;946;p44"/>
          <p:cNvGrpSpPr/>
          <p:nvPr/>
        </p:nvGrpSpPr>
        <p:grpSpPr>
          <a:xfrm>
            <a:off x="993538" y="60549"/>
            <a:ext cx="538722" cy="479299"/>
            <a:chOff x="5927389" y="663096"/>
            <a:chExt cx="595931" cy="530198"/>
          </a:xfrm>
        </p:grpSpPr>
        <p:sp>
          <p:nvSpPr>
            <p:cNvPr id="947" name="Google Shape;947;p44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4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" name="Google Shape;949;p44"/>
          <p:cNvSpPr/>
          <p:nvPr/>
        </p:nvSpPr>
        <p:spPr>
          <a:xfrm rot="8586889">
            <a:off x="33663" y="10220"/>
            <a:ext cx="608757" cy="923173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44"/>
          <p:cNvSpPr/>
          <p:nvPr/>
        </p:nvSpPr>
        <p:spPr>
          <a:xfrm flipH="1" rot="-4784350">
            <a:off x="8275484" y="-199297"/>
            <a:ext cx="393115" cy="13527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44"/>
          <p:cNvSpPr/>
          <p:nvPr/>
        </p:nvSpPr>
        <p:spPr>
          <a:xfrm flipH="1" rot="-3814725">
            <a:off x="8565319" y="-283460"/>
            <a:ext cx="326969" cy="1106037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" name="Google Shape;952;p44"/>
          <p:cNvGrpSpPr/>
          <p:nvPr/>
        </p:nvGrpSpPr>
        <p:grpSpPr>
          <a:xfrm>
            <a:off x="8037812" y="4298785"/>
            <a:ext cx="1258993" cy="1313658"/>
            <a:chOff x="8085825" y="1477998"/>
            <a:chExt cx="1383661" cy="1443739"/>
          </a:xfrm>
        </p:grpSpPr>
        <p:sp>
          <p:nvSpPr>
            <p:cNvPr id="953" name="Google Shape;953;p44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4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4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4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" name="Google Shape;957;p44"/>
          <p:cNvSpPr/>
          <p:nvPr/>
        </p:nvSpPr>
        <p:spPr>
          <a:xfrm>
            <a:off x="1507725" y="4881250"/>
            <a:ext cx="370700" cy="391200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44"/>
          <p:cNvSpPr/>
          <p:nvPr/>
        </p:nvSpPr>
        <p:spPr>
          <a:xfrm rot="728967">
            <a:off x="8690892" y="3783596"/>
            <a:ext cx="273784" cy="466428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" name="Google Shape;959;p44"/>
          <p:cNvGrpSpPr/>
          <p:nvPr/>
        </p:nvGrpSpPr>
        <p:grpSpPr>
          <a:xfrm>
            <a:off x="85962" y="661922"/>
            <a:ext cx="334518" cy="370795"/>
            <a:chOff x="601188" y="4660625"/>
            <a:chExt cx="252200" cy="279550"/>
          </a:xfrm>
        </p:grpSpPr>
        <p:sp>
          <p:nvSpPr>
            <p:cNvPr id="960" name="Google Shape;960;p44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4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4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4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" name="Google Shape;964;p44"/>
          <p:cNvSpPr/>
          <p:nvPr/>
        </p:nvSpPr>
        <p:spPr>
          <a:xfrm rot="9150926">
            <a:off x="-172562" y="4378800"/>
            <a:ext cx="1395690" cy="1025862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" name="Google Shape;965;p44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5_1">
    <p:spTree>
      <p:nvGrpSpPr>
        <p:cNvPr id="966" name="Shape 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7" name="Google Shape;967;p45"/>
          <p:cNvGrpSpPr/>
          <p:nvPr/>
        </p:nvGrpSpPr>
        <p:grpSpPr>
          <a:xfrm>
            <a:off x="993538" y="60549"/>
            <a:ext cx="538722" cy="479299"/>
            <a:chOff x="5927389" y="663096"/>
            <a:chExt cx="595931" cy="530198"/>
          </a:xfrm>
        </p:grpSpPr>
        <p:sp>
          <p:nvSpPr>
            <p:cNvPr id="968" name="Google Shape;968;p45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5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" name="Google Shape;970;p45"/>
          <p:cNvSpPr/>
          <p:nvPr/>
        </p:nvSpPr>
        <p:spPr>
          <a:xfrm rot="8586889">
            <a:off x="33663" y="10220"/>
            <a:ext cx="608757" cy="923173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" name="Google Shape;971;p45"/>
          <p:cNvSpPr/>
          <p:nvPr/>
        </p:nvSpPr>
        <p:spPr>
          <a:xfrm flipH="1" rot="-4784350">
            <a:off x="8275484" y="-199297"/>
            <a:ext cx="393115" cy="13527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45"/>
          <p:cNvSpPr/>
          <p:nvPr/>
        </p:nvSpPr>
        <p:spPr>
          <a:xfrm flipH="1" rot="-3814725">
            <a:off x="8565319" y="-283460"/>
            <a:ext cx="326969" cy="1106037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" name="Google Shape;973;p45"/>
          <p:cNvGrpSpPr/>
          <p:nvPr/>
        </p:nvGrpSpPr>
        <p:grpSpPr>
          <a:xfrm>
            <a:off x="8037812" y="4298785"/>
            <a:ext cx="1258993" cy="1313658"/>
            <a:chOff x="8085825" y="1477998"/>
            <a:chExt cx="1383661" cy="1443739"/>
          </a:xfrm>
        </p:grpSpPr>
        <p:sp>
          <p:nvSpPr>
            <p:cNvPr id="974" name="Google Shape;974;p45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5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5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5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" name="Google Shape;978;p45"/>
          <p:cNvSpPr/>
          <p:nvPr/>
        </p:nvSpPr>
        <p:spPr>
          <a:xfrm>
            <a:off x="1507725" y="4881250"/>
            <a:ext cx="370700" cy="391200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" name="Google Shape;979;p45"/>
          <p:cNvSpPr/>
          <p:nvPr/>
        </p:nvSpPr>
        <p:spPr>
          <a:xfrm rot="728967">
            <a:off x="8690892" y="3783596"/>
            <a:ext cx="273784" cy="466428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" name="Google Shape;980;p45"/>
          <p:cNvGrpSpPr/>
          <p:nvPr/>
        </p:nvGrpSpPr>
        <p:grpSpPr>
          <a:xfrm>
            <a:off x="85962" y="661922"/>
            <a:ext cx="334518" cy="370795"/>
            <a:chOff x="601188" y="4660625"/>
            <a:chExt cx="252200" cy="279550"/>
          </a:xfrm>
        </p:grpSpPr>
        <p:sp>
          <p:nvSpPr>
            <p:cNvPr id="981" name="Google Shape;981;p45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5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5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5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" name="Google Shape;985;p45"/>
          <p:cNvSpPr/>
          <p:nvPr/>
        </p:nvSpPr>
        <p:spPr>
          <a:xfrm rot="9150926">
            <a:off x="-172562" y="4378800"/>
            <a:ext cx="1395690" cy="1025862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" name="Google Shape;986;p45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5_1_1">
    <p:spTree>
      <p:nvGrpSpPr>
        <p:cNvPr id="987" name="Shape 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8" name="Google Shape;988;p46"/>
          <p:cNvGrpSpPr/>
          <p:nvPr/>
        </p:nvGrpSpPr>
        <p:grpSpPr>
          <a:xfrm>
            <a:off x="8459438" y="3765774"/>
            <a:ext cx="538722" cy="479299"/>
            <a:chOff x="5927389" y="663096"/>
            <a:chExt cx="595931" cy="530198"/>
          </a:xfrm>
        </p:grpSpPr>
        <p:sp>
          <p:nvSpPr>
            <p:cNvPr id="989" name="Google Shape;989;p46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" name="Google Shape;991;p46"/>
          <p:cNvSpPr/>
          <p:nvPr/>
        </p:nvSpPr>
        <p:spPr>
          <a:xfrm rot="8586889">
            <a:off x="8646913" y="4561970"/>
            <a:ext cx="608757" cy="923173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" name="Google Shape;992;p46"/>
          <p:cNvSpPr/>
          <p:nvPr/>
        </p:nvSpPr>
        <p:spPr>
          <a:xfrm flipH="1" rot="-4784350">
            <a:off x="-97066" y="4109178"/>
            <a:ext cx="393115" cy="1352791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46"/>
          <p:cNvSpPr/>
          <p:nvPr/>
        </p:nvSpPr>
        <p:spPr>
          <a:xfrm flipH="1" rot="-3814725">
            <a:off x="-219219" y="3653915"/>
            <a:ext cx="326969" cy="1106037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" name="Google Shape;994;p46"/>
          <p:cNvGrpSpPr/>
          <p:nvPr/>
        </p:nvGrpSpPr>
        <p:grpSpPr>
          <a:xfrm>
            <a:off x="7927062" y="105210"/>
            <a:ext cx="1258993" cy="1313658"/>
            <a:chOff x="8085825" y="1477998"/>
            <a:chExt cx="1383661" cy="1443739"/>
          </a:xfrm>
        </p:grpSpPr>
        <p:sp>
          <p:nvSpPr>
            <p:cNvPr id="995" name="Google Shape;995;p46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6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" name="Google Shape;999;p46"/>
          <p:cNvSpPr/>
          <p:nvPr/>
        </p:nvSpPr>
        <p:spPr>
          <a:xfrm>
            <a:off x="138050" y="3462025"/>
            <a:ext cx="370700" cy="391200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46"/>
          <p:cNvSpPr/>
          <p:nvPr/>
        </p:nvSpPr>
        <p:spPr>
          <a:xfrm rot="728967">
            <a:off x="186504" y="764171"/>
            <a:ext cx="273784" cy="466428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" name="Google Shape;1001;p46"/>
          <p:cNvGrpSpPr/>
          <p:nvPr/>
        </p:nvGrpSpPr>
        <p:grpSpPr>
          <a:xfrm>
            <a:off x="8096262" y="4719572"/>
            <a:ext cx="334518" cy="370795"/>
            <a:chOff x="601188" y="4660625"/>
            <a:chExt cx="252200" cy="279550"/>
          </a:xfrm>
        </p:grpSpPr>
        <p:sp>
          <p:nvSpPr>
            <p:cNvPr id="1002" name="Google Shape;1002;p46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" name="Google Shape;1006;p46"/>
          <p:cNvSpPr/>
          <p:nvPr/>
        </p:nvSpPr>
        <p:spPr>
          <a:xfrm rot="9150926">
            <a:off x="-753587" y="-321475"/>
            <a:ext cx="1395690" cy="1025862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46"/>
          <p:cNvSpPr/>
          <p:nvPr/>
        </p:nvSpPr>
        <p:spPr>
          <a:xfrm>
            <a:off x="186513" y="1530233"/>
            <a:ext cx="273783" cy="316215"/>
          </a:xfrm>
          <a:custGeom>
            <a:rect b="b" l="l" r="r" t="t"/>
            <a:pathLst>
              <a:path extrusionOk="0" h="9765" w="8454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46"/>
          <p:cNvSpPr/>
          <p:nvPr/>
        </p:nvSpPr>
        <p:spPr>
          <a:xfrm>
            <a:off x="8690450" y="1638750"/>
            <a:ext cx="307701" cy="803603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46"/>
          <p:cNvSpPr txBox="1"/>
          <p:nvPr>
            <p:ph type="title"/>
          </p:nvPr>
        </p:nvSpPr>
        <p:spPr>
          <a:xfrm>
            <a:off x="727300" y="539850"/>
            <a:ext cx="7689300" cy="42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4">
    <p:spTree>
      <p:nvGrpSpPr>
        <p:cNvPr id="1010" name="Shape 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" name="Google Shape;1011;p47"/>
          <p:cNvSpPr txBox="1"/>
          <p:nvPr>
            <p:ph type="title"/>
          </p:nvPr>
        </p:nvSpPr>
        <p:spPr>
          <a:xfrm>
            <a:off x="1177525" y="2254475"/>
            <a:ext cx="30384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12" name="Google Shape;1012;p47"/>
          <p:cNvSpPr txBox="1"/>
          <p:nvPr>
            <p:ph hasCustomPrompt="1" idx="2" type="title"/>
          </p:nvPr>
        </p:nvSpPr>
        <p:spPr>
          <a:xfrm>
            <a:off x="2933800" y="1441588"/>
            <a:ext cx="12822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5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13" name="Google Shape;1013;p47"/>
          <p:cNvSpPr txBox="1"/>
          <p:nvPr>
            <p:ph idx="1" type="subTitle"/>
          </p:nvPr>
        </p:nvSpPr>
        <p:spPr>
          <a:xfrm>
            <a:off x="1310875" y="2977800"/>
            <a:ext cx="2905200" cy="79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14" name="Google Shape;1014;p47"/>
          <p:cNvSpPr/>
          <p:nvPr/>
        </p:nvSpPr>
        <p:spPr>
          <a:xfrm rot="1387360">
            <a:off x="394822" y="-166864"/>
            <a:ext cx="1367918" cy="1261004"/>
          </a:xfrm>
          <a:custGeom>
            <a:rect b="b" l="l" r="r" t="t"/>
            <a:pathLst>
              <a:path extrusionOk="0" h="19355" w="20996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5" name="Google Shape;1015;p47"/>
          <p:cNvGrpSpPr/>
          <p:nvPr/>
        </p:nvGrpSpPr>
        <p:grpSpPr>
          <a:xfrm>
            <a:off x="5962643" y="166090"/>
            <a:ext cx="538883" cy="479444"/>
            <a:chOff x="295547" y="4265442"/>
            <a:chExt cx="483086" cy="429802"/>
          </a:xfrm>
        </p:grpSpPr>
        <p:sp>
          <p:nvSpPr>
            <p:cNvPr id="1016" name="Google Shape;1016;p47"/>
            <p:cNvSpPr/>
            <p:nvPr/>
          </p:nvSpPr>
          <p:spPr>
            <a:xfrm rot="1519952">
              <a:off x="425784" y="431245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7"/>
            <p:cNvSpPr/>
            <p:nvPr/>
          </p:nvSpPr>
          <p:spPr>
            <a:xfrm rot="1519952">
              <a:off x="362217" y="429257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" name="Google Shape;1018;p47"/>
          <p:cNvSpPr/>
          <p:nvPr/>
        </p:nvSpPr>
        <p:spPr>
          <a:xfrm rot="-8138675">
            <a:off x="-116380" y="3953042"/>
            <a:ext cx="1690664" cy="1405394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" name="Google Shape;1019;p47"/>
          <p:cNvGrpSpPr/>
          <p:nvPr/>
        </p:nvGrpSpPr>
        <p:grpSpPr>
          <a:xfrm rot="3550193">
            <a:off x="1338367" y="4262180"/>
            <a:ext cx="572412" cy="682367"/>
            <a:chOff x="8446375" y="3346247"/>
            <a:chExt cx="572406" cy="682360"/>
          </a:xfrm>
        </p:grpSpPr>
        <p:sp>
          <p:nvSpPr>
            <p:cNvPr id="1020" name="Google Shape;1020;p47"/>
            <p:cNvSpPr/>
            <p:nvPr/>
          </p:nvSpPr>
          <p:spPr>
            <a:xfrm>
              <a:off x="8592550" y="3837597"/>
              <a:ext cx="104027" cy="191010"/>
            </a:xfrm>
            <a:custGeom>
              <a:rect b="b" l="l" r="r" t="t"/>
              <a:pathLst>
                <a:path extrusionOk="0" h="5637" w="307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7"/>
            <p:cNvSpPr/>
            <p:nvPr/>
          </p:nvSpPr>
          <p:spPr>
            <a:xfrm>
              <a:off x="8769627" y="3726153"/>
              <a:ext cx="107110" cy="176066"/>
            </a:xfrm>
            <a:custGeom>
              <a:rect b="b" l="l" r="r" t="t"/>
              <a:pathLst>
                <a:path extrusionOk="0" h="5196" w="3161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7"/>
            <p:cNvSpPr/>
            <p:nvPr/>
          </p:nvSpPr>
          <p:spPr>
            <a:xfrm>
              <a:off x="8625485" y="3530541"/>
              <a:ext cx="136963" cy="218287"/>
            </a:xfrm>
            <a:custGeom>
              <a:rect b="b" l="l" r="r" t="t"/>
              <a:pathLst>
                <a:path extrusionOk="0" h="6442" w="4042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7"/>
            <p:cNvSpPr/>
            <p:nvPr/>
          </p:nvSpPr>
          <p:spPr>
            <a:xfrm>
              <a:off x="8446375" y="3647915"/>
              <a:ext cx="115311" cy="217237"/>
            </a:xfrm>
            <a:custGeom>
              <a:rect b="b" l="l" r="r" t="t"/>
              <a:pathLst>
                <a:path extrusionOk="0" h="6411" w="3403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7"/>
            <p:cNvSpPr/>
            <p:nvPr/>
          </p:nvSpPr>
          <p:spPr>
            <a:xfrm>
              <a:off x="8851965" y="3346247"/>
              <a:ext cx="166816" cy="288327"/>
            </a:xfrm>
            <a:custGeom>
              <a:rect b="b" l="l" r="r" t="t"/>
              <a:pathLst>
                <a:path extrusionOk="0" h="8509" w="4923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" name="Google Shape;1025;p47"/>
          <p:cNvSpPr/>
          <p:nvPr/>
        </p:nvSpPr>
        <p:spPr>
          <a:xfrm>
            <a:off x="8247375" y="4434750"/>
            <a:ext cx="1004175" cy="1024675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47"/>
          <p:cNvSpPr/>
          <p:nvPr/>
        </p:nvSpPr>
        <p:spPr>
          <a:xfrm>
            <a:off x="8536500" y="3997288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47"/>
          <p:cNvSpPr/>
          <p:nvPr/>
        </p:nvSpPr>
        <p:spPr>
          <a:xfrm>
            <a:off x="445225" y="1749365"/>
            <a:ext cx="460758" cy="387467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4_1">
    <p:spTree>
      <p:nvGrpSpPr>
        <p:cNvPr id="1028" name="Shape 1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" name="Google Shape;1029;p48"/>
          <p:cNvSpPr txBox="1"/>
          <p:nvPr>
            <p:ph type="title"/>
          </p:nvPr>
        </p:nvSpPr>
        <p:spPr>
          <a:xfrm>
            <a:off x="1956600" y="1247934"/>
            <a:ext cx="52308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30" name="Google Shape;1030;p48"/>
          <p:cNvSpPr txBox="1"/>
          <p:nvPr>
            <p:ph hasCustomPrompt="1" idx="2" type="title"/>
          </p:nvPr>
        </p:nvSpPr>
        <p:spPr>
          <a:xfrm>
            <a:off x="3930900" y="539850"/>
            <a:ext cx="1282200" cy="66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31" name="Google Shape;1031;p48"/>
          <p:cNvSpPr txBox="1"/>
          <p:nvPr>
            <p:ph idx="1" type="subTitle"/>
          </p:nvPr>
        </p:nvSpPr>
        <p:spPr>
          <a:xfrm>
            <a:off x="2441700" y="2008420"/>
            <a:ext cx="4260600" cy="40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32" name="Google Shape;1032;p48"/>
          <p:cNvSpPr/>
          <p:nvPr/>
        </p:nvSpPr>
        <p:spPr>
          <a:xfrm rot="-1281874">
            <a:off x="7922161" y="158312"/>
            <a:ext cx="1118600" cy="312363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48"/>
          <p:cNvSpPr/>
          <p:nvPr/>
        </p:nvSpPr>
        <p:spPr>
          <a:xfrm rot="-1910206">
            <a:off x="8386109" y="214592"/>
            <a:ext cx="1118643" cy="312378"/>
          </a:xfrm>
          <a:custGeom>
            <a:rect b="b" l="l" r="r" t="t"/>
            <a:pathLst>
              <a:path extrusionOk="0" h="10513" w="37645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48"/>
          <p:cNvSpPr/>
          <p:nvPr/>
        </p:nvSpPr>
        <p:spPr>
          <a:xfrm rot="6701473">
            <a:off x="-622398" y="1423041"/>
            <a:ext cx="1560601" cy="1297277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5" name="Google Shape;1035;p48"/>
          <p:cNvGrpSpPr/>
          <p:nvPr/>
        </p:nvGrpSpPr>
        <p:grpSpPr>
          <a:xfrm>
            <a:off x="448352" y="2060238"/>
            <a:ext cx="315649" cy="349878"/>
            <a:chOff x="4846427" y="-66500"/>
            <a:chExt cx="315649" cy="349878"/>
          </a:xfrm>
        </p:grpSpPr>
        <p:sp>
          <p:nvSpPr>
            <p:cNvPr id="1036" name="Google Shape;1036;p48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8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8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8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" name="Google Shape;1040;p48"/>
          <p:cNvSpPr/>
          <p:nvPr/>
        </p:nvSpPr>
        <p:spPr>
          <a:xfrm>
            <a:off x="496925" y="411040"/>
            <a:ext cx="460758" cy="387467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48"/>
          <p:cNvSpPr/>
          <p:nvPr/>
        </p:nvSpPr>
        <p:spPr>
          <a:xfrm rot="210338">
            <a:off x="8812687" y="2371970"/>
            <a:ext cx="234548" cy="399559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48"/>
          <p:cNvSpPr/>
          <p:nvPr/>
        </p:nvSpPr>
        <p:spPr>
          <a:xfrm rot="-10198699">
            <a:off x="1610366" y="-332559"/>
            <a:ext cx="1894964" cy="1037618"/>
          </a:xfrm>
          <a:custGeom>
            <a:rect b="b" l="l" r="r" t="t"/>
            <a:pathLst>
              <a:path extrusionOk="0" h="24140" w="44086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48"/>
          <p:cNvSpPr/>
          <p:nvPr/>
        </p:nvSpPr>
        <p:spPr>
          <a:xfrm>
            <a:off x="8846525" y="2890501"/>
            <a:ext cx="517830" cy="548565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CUSTOM_4_1_1">
    <p:spTree>
      <p:nvGrpSpPr>
        <p:cNvPr id="1044" name="Shape 1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Google Shape;1045;p49"/>
          <p:cNvSpPr/>
          <p:nvPr/>
        </p:nvSpPr>
        <p:spPr>
          <a:xfrm flipH="1" rot="-5641596">
            <a:off x="425340" y="4118328"/>
            <a:ext cx="339869" cy="116956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49"/>
          <p:cNvSpPr/>
          <p:nvPr/>
        </p:nvSpPr>
        <p:spPr>
          <a:xfrm flipH="1" rot="-4974102">
            <a:off x="479070" y="4271055"/>
            <a:ext cx="373546" cy="1285452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49"/>
          <p:cNvSpPr/>
          <p:nvPr/>
        </p:nvSpPr>
        <p:spPr>
          <a:xfrm>
            <a:off x="8698200" y="4239901"/>
            <a:ext cx="517830" cy="548565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49"/>
          <p:cNvSpPr/>
          <p:nvPr/>
        </p:nvSpPr>
        <p:spPr>
          <a:xfrm rot="210338">
            <a:off x="478000" y="3038245"/>
            <a:ext cx="234548" cy="399559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49"/>
          <p:cNvSpPr/>
          <p:nvPr/>
        </p:nvSpPr>
        <p:spPr>
          <a:xfrm rot="8586811">
            <a:off x="8201025" y="4449835"/>
            <a:ext cx="480614" cy="728845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49"/>
          <p:cNvSpPr txBox="1"/>
          <p:nvPr>
            <p:ph type="title"/>
          </p:nvPr>
        </p:nvSpPr>
        <p:spPr>
          <a:xfrm>
            <a:off x="3042450" y="3538775"/>
            <a:ext cx="30591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51" name="Google Shape;1051;p49"/>
          <p:cNvSpPr txBox="1"/>
          <p:nvPr>
            <p:ph hasCustomPrompt="1" idx="2" type="title"/>
          </p:nvPr>
        </p:nvSpPr>
        <p:spPr>
          <a:xfrm>
            <a:off x="3930900" y="2708404"/>
            <a:ext cx="12822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52" name="Google Shape;1052;p49"/>
          <p:cNvSpPr txBox="1"/>
          <p:nvPr>
            <p:ph idx="1" type="subTitle"/>
          </p:nvPr>
        </p:nvSpPr>
        <p:spPr>
          <a:xfrm>
            <a:off x="2441700" y="4128642"/>
            <a:ext cx="4260600" cy="47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53" name="Google Shape;1053;p49"/>
          <p:cNvSpPr/>
          <p:nvPr/>
        </p:nvSpPr>
        <p:spPr>
          <a:xfrm rot="8749359">
            <a:off x="8311248" y="278408"/>
            <a:ext cx="1444172" cy="1473739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" name="Google Shape;1054;p49"/>
          <p:cNvGrpSpPr/>
          <p:nvPr/>
        </p:nvGrpSpPr>
        <p:grpSpPr>
          <a:xfrm>
            <a:off x="8597352" y="1552012"/>
            <a:ext cx="315649" cy="349878"/>
            <a:chOff x="4846427" y="-66500"/>
            <a:chExt cx="315649" cy="349878"/>
          </a:xfrm>
        </p:grpSpPr>
        <p:sp>
          <p:nvSpPr>
            <p:cNvPr id="1055" name="Google Shape;1055;p49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9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9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9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" name="Google Shape;1059;p49"/>
          <p:cNvSpPr/>
          <p:nvPr/>
        </p:nvSpPr>
        <p:spPr>
          <a:xfrm rot="-1842127">
            <a:off x="-617496" y="-910357"/>
            <a:ext cx="1866325" cy="1551415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CUSTOM_4_1_1_1">
    <p:bg>
      <p:bgPr>
        <a:solidFill>
          <a:schemeClr val="accent4"/>
        </a:solidFill>
      </p:bgPr>
    </p:bg>
    <p:spTree>
      <p:nvGrpSpPr>
        <p:cNvPr id="1060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1" name="Google Shape;1061;p50"/>
          <p:cNvPicPr preferRelativeResize="0"/>
          <p:nvPr/>
        </p:nvPicPr>
        <p:blipFill rotWithShape="1">
          <a:blip r:embed="rId2">
            <a:alphaModFix amt="17000"/>
          </a:blip>
          <a:srcRect b="0" l="0" r="0" t="0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062" name="Google Shape;1062;p50"/>
          <p:cNvSpPr/>
          <p:nvPr/>
        </p:nvSpPr>
        <p:spPr>
          <a:xfrm flipH="1" rot="-5641596">
            <a:off x="8852427" y="3927828"/>
            <a:ext cx="339869" cy="116956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50"/>
          <p:cNvSpPr/>
          <p:nvPr/>
        </p:nvSpPr>
        <p:spPr>
          <a:xfrm flipH="1" rot="-4974102">
            <a:off x="8718195" y="4385355"/>
            <a:ext cx="373546" cy="1285452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50"/>
          <p:cNvSpPr/>
          <p:nvPr/>
        </p:nvSpPr>
        <p:spPr>
          <a:xfrm>
            <a:off x="8852275" y="1430476"/>
            <a:ext cx="517830" cy="548565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50"/>
          <p:cNvSpPr/>
          <p:nvPr/>
        </p:nvSpPr>
        <p:spPr>
          <a:xfrm rot="210338">
            <a:off x="478000" y="3038245"/>
            <a:ext cx="234548" cy="399559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50"/>
          <p:cNvSpPr/>
          <p:nvPr/>
        </p:nvSpPr>
        <p:spPr>
          <a:xfrm rot="8586811">
            <a:off x="8782050" y="2050335"/>
            <a:ext cx="480614" cy="728845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50"/>
          <p:cNvSpPr txBox="1"/>
          <p:nvPr>
            <p:ph type="title"/>
          </p:nvPr>
        </p:nvSpPr>
        <p:spPr>
          <a:xfrm>
            <a:off x="2373750" y="2661833"/>
            <a:ext cx="43965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68" name="Google Shape;1068;p50"/>
          <p:cNvSpPr txBox="1"/>
          <p:nvPr>
            <p:ph hasCustomPrompt="1" idx="2" type="title"/>
          </p:nvPr>
        </p:nvSpPr>
        <p:spPr>
          <a:xfrm>
            <a:off x="3930900" y="1679062"/>
            <a:ext cx="1282200" cy="73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69" name="Google Shape;1069;p50"/>
          <p:cNvSpPr txBox="1"/>
          <p:nvPr>
            <p:ph idx="1" type="subTitle"/>
          </p:nvPr>
        </p:nvSpPr>
        <p:spPr>
          <a:xfrm>
            <a:off x="2372850" y="3251700"/>
            <a:ext cx="4398300" cy="47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70" name="Google Shape;1070;p50"/>
          <p:cNvSpPr/>
          <p:nvPr/>
        </p:nvSpPr>
        <p:spPr>
          <a:xfrm rot="8749359">
            <a:off x="-406652" y="-321667"/>
            <a:ext cx="1444172" cy="1473739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" name="Google Shape;1071;p50"/>
          <p:cNvGrpSpPr/>
          <p:nvPr/>
        </p:nvGrpSpPr>
        <p:grpSpPr>
          <a:xfrm>
            <a:off x="-146598" y="1430463"/>
            <a:ext cx="315649" cy="349878"/>
            <a:chOff x="4846427" y="-66500"/>
            <a:chExt cx="315649" cy="349878"/>
          </a:xfrm>
        </p:grpSpPr>
        <p:sp>
          <p:nvSpPr>
            <p:cNvPr id="1072" name="Google Shape;1072;p50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0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0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0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6" name="Google Shape;1076;p50"/>
          <p:cNvSpPr/>
          <p:nvPr/>
        </p:nvSpPr>
        <p:spPr>
          <a:xfrm rot="-1842127">
            <a:off x="8187654" y="-548407"/>
            <a:ext cx="1866325" cy="1551415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50"/>
          <p:cNvSpPr/>
          <p:nvPr/>
        </p:nvSpPr>
        <p:spPr>
          <a:xfrm rot="-1842127">
            <a:off x="-817521" y="4165943"/>
            <a:ext cx="1866325" cy="1551415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bg>
      <p:bgPr>
        <a:solidFill>
          <a:schemeClr val="accent2"/>
        </a:solidFill>
      </p:bgPr>
    </p:bg>
    <p:spTree>
      <p:nvGrpSpPr>
        <p:cNvPr id="1078" name="Shape 1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" name="Google Shape;1079;p51"/>
          <p:cNvSpPr txBox="1"/>
          <p:nvPr>
            <p:ph type="ctrTitle"/>
          </p:nvPr>
        </p:nvSpPr>
        <p:spPr>
          <a:xfrm>
            <a:off x="4661600" y="627175"/>
            <a:ext cx="3755100" cy="104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6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80" name="Google Shape;1080;p51"/>
          <p:cNvSpPr txBox="1"/>
          <p:nvPr>
            <p:ph idx="1" type="subTitle"/>
          </p:nvPr>
        </p:nvSpPr>
        <p:spPr>
          <a:xfrm>
            <a:off x="4661600" y="1731250"/>
            <a:ext cx="3755100" cy="92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81" name="Google Shape;1081;p51"/>
          <p:cNvSpPr txBox="1"/>
          <p:nvPr/>
        </p:nvSpPr>
        <p:spPr>
          <a:xfrm>
            <a:off x="4731275" y="3297050"/>
            <a:ext cx="3674400" cy="83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Slidesgo, and includes icons by Flaticon, and infographics &amp; images by Freepik</a:t>
            </a:r>
            <a:endParaRPr sz="12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082" name="Google Shape;1082;p51"/>
          <p:cNvSpPr/>
          <p:nvPr/>
        </p:nvSpPr>
        <p:spPr>
          <a:xfrm flipH="1" rot="9434923">
            <a:off x="-124062" y="-69001"/>
            <a:ext cx="1420942" cy="1044423"/>
          </a:xfrm>
          <a:custGeom>
            <a:rect b="b" l="l" r="r" t="t"/>
            <a:pathLst>
              <a:path extrusionOk="0" h="37184" w="50589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51"/>
          <p:cNvSpPr/>
          <p:nvPr/>
        </p:nvSpPr>
        <p:spPr>
          <a:xfrm rot="5211650">
            <a:off x="8385027" y="4217534"/>
            <a:ext cx="373550" cy="1285465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51"/>
          <p:cNvSpPr/>
          <p:nvPr/>
        </p:nvSpPr>
        <p:spPr>
          <a:xfrm>
            <a:off x="-74150" y="769356"/>
            <a:ext cx="415535" cy="440198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51"/>
          <p:cNvSpPr/>
          <p:nvPr/>
        </p:nvSpPr>
        <p:spPr>
          <a:xfrm rot="-466267">
            <a:off x="7124893" y="-285466"/>
            <a:ext cx="1951125" cy="1138104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" name="Google Shape;1086;p51"/>
          <p:cNvGrpSpPr/>
          <p:nvPr/>
        </p:nvGrpSpPr>
        <p:grpSpPr>
          <a:xfrm rot="-9849415">
            <a:off x="8485764" y="-73594"/>
            <a:ext cx="1270582" cy="1053607"/>
            <a:chOff x="-142022" y="90588"/>
            <a:chExt cx="1270599" cy="1053621"/>
          </a:xfrm>
        </p:grpSpPr>
        <p:sp>
          <p:nvSpPr>
            <p:cNvPr id="1087" name="Google Shape;1087;p51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1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1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1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1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1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1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1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1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1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1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1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1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1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" name="Google Shape;1101;p51"/>
          <p:cNvSpPr/>
          <p:nvPr/>
        </p:nvSpPr>
        <p:spPr>
          <a:xfrm rot="4290012">
            <a:off x="8385032" y="4477303"/>
            <a:ext cx="373541" cy="1285434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2" name="Google Shape;1102;p51"/>
          <p:cNvGrpSpPr/>
          <p:nvPr/>
        </p:nvGrpSpPr>
        <p:grpSpPr>
          <a:xfrm>
            <a:off x="69402" y="4738963"/>
            <a:ext cx="315649" cy="349878"/>
            <a:chOff x="4846427" y="-66500"/>
            <a:chExt cx="315649" cy="349878"/>
          </a:xfrm>
        </p:grpSpPr>
        <p:sp>
          <p:nvSpPr>
            <p:cNvPr id="1103" name="Google Shape;1103;p51"/>
            <p:cNvSpPr/>
            <p:nvPr/>
          </p:nvSpPr>
          <p:spPr>
            <a:xfrm>
              <a:off x="4990920" y="103650"/>
              <a:ext cx="155011" cy="144529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1"/>
            <p:cNvSpPr/>
            <p:nvPr/>
          </p:nvSpPr>
          <p:spPr>
            <a:xfrm>
              <a:off x="4996646" y="-66500"/>
              <a:ext cx="165430" cy="150223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1"/>
            <p:cNvSpPr/>
            <p:nvPr/>
          </p:nvSpPr>
          <p:spPr>
            <a:xfrm>
              <a:off x="4884475" y="175647"/>
              <a:ext cx="94120" cy="107731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1"/>
            <p:cNvSpPr/>
            <p:nvPr/>
          </p:nvSpPr>
          <p:spPr>
            <a:xfrm>
              <a:off x="4846427" y="1929"/>
              <a:ext cx="100816" cy="95122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1107" name="Shape 110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3"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p53"/>
          <p:cNvSpPr/>
          <p:nvPr/>
        </p:nvSpPr>
        <p:spPr>
          <a:xfrm>
            <a:off x="247700" y="3665213"/>
            <a:ext cx="572399" cy="606373"/>
          </a:xfrm>
          <a:custGeom>
            <a:rect b="b" l="l" r="r" t="t"/>
            <a:pathLst>
              <a:path extrusionOk="0" h="18830" w="17775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53"/>
          <p:cNvSpPr/>
          <p:nvPr/>
        </p:nvSpPr>
        <p:spPr>
          <a:xfrm>
            <a:off x="7735606" y="-75350"/>
            <a:ext cx="1678828" cy="979272"/>
          </a:xfrm>
          <a:custGeom>
            <a:rect b="b" l="l" r="r" t="t"/>
            <a:pathLst>
              <a:path extrusionOk="0" h="25627" w="43934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1" name="Google Shape;1111;p53"/>
          <p:cNvGrpSpPr/>
          <p:nvPr/>
        </p:nvGrpSpPr>
        <p:grpSpPr>
          <a:xfrm>
            <a:off x="8166051" y="-75350"/>
            <a:ext cx="817916" cy="860208"/>
            <a:chOff x="8166051" y="-75350"/>
            <a:chExt cx="817916" cy="860208"/>
          </a:xfrm>
        </p:grpSpPr>
        <p:sp>
          <p:nvSpPr>
            <p:cNvPr id="1112" name="Google Shape;1112;p53"/>
            <p:cNvSpPr/>
            <p:nvPr/>
          </p:nvSpPr>
          <p:spPr>
            <a:xfrm rot="1238432">
              <a:off x="8289700" y="-72880"/>
              <a:ext cx="146623" cy="728242"/>
            </a:xfrm>
            <a:custGeom>
              <a:rect b="b" l="l" r="r" t="t"/>
              <a:pathLst>
                <a:path extrusionOk="0" h="29130" w="5865">
                  <a:moveTo>
                    <a:pt x="3708" y="0"/>
                  </a:moveTo>
                  <a:cubicBezTo>
                    <a:pt x="3495" y="0"/>
                    <a:pt x="3252" y="31"/>
                    <a:pt x="3039" y="31"/>
                  </a:cubicBezTo>
                  <a:cubicBezTo>
                    <a:pt x="2766" y="61"/>
                    <a:pt x="2523" y="122"/>
                    <a:pt x="2249" y="183"/>
                  </a:cubicBezTo>
                  <a:cubicBezTo>
                    <a:pt x="2128" y="213"/>
                    <a:pt x="1976" y="274"/>
                    <a:pt x="1854" y="335"/>
                  </a:cubicBezTo>
                  <a:cubicBezTo>
                    <a:pt x="1611" y="486"/>
                    <a:pt x="1429" y="669"/>
                    <a:pt x="1307" y="912"/>
                  </a:cubicBezTo>
                  <a:cubicBezTo>
                    <a:pt x="1095" y="1368"/>
                    <a:pt x="943" y="1854"/>
                    <a:pt x="912" y="2370"/>
                  </a:cubicBezTo>
                  <a:cubicBezTo>
                    <a:pt x="852" y="2917"/>
                    <a:pt x="791" y="3434"/>
                    <a:pt x="73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426" y="6806"/>
                  </a:cubicBezTo>
                  <a:cubicBezTo>
                    <a:pt x="365" y="7353"/>
                    <a:pt x="305" y="7900"/>
                    <a:pt x="244" y="8447"/>
                  </a:cubicBezTo>
                  <a:cubicBezTo>
                    <a:pt x="183" y="8842"/>
                    <a:pt x="153" y="9267"/>
                    <a:pt x="92" y="9692"/>
                  </a:cubicBezTo>
                  <a:cubicBezTo>
                    <a:pt x="62" y="10179"/>
                    <a:pt x="3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8473"/>
                  </a:lnTo>
                  <a:lnTo>
                    <a:pt x="1" y="19385"/>
                  </a:lnTo>
                  <a:lnTo>
                    <a:pt x="1" y="21390"/>
                  </a:lnTo>
                  <a:cubicBezTo>
                    <a:pt x="1" y="21694"/>
                    <a:pt x="1" y="21998"/>
                    <a:pt x="31" y="22301"/>
                  </a:cubicBezTo>
                  <a:lnTo>
                    <a:pt x="31" y="22909"/>
                  </a:lnTo>
                  <a:lnTo>
                    <a:pt x="31" y="23547"/>
                  </a:lnTo>
                  <a:lnTo>
                    <a:pt x="31" y="24307"/>
                  </a:lnTo>
                  <a:cubicBezTo>
                    <a:pt x="31" y="24428"/>
                    <a:pt x="31" y="24580"/>
                    <a:pt x="62" y="24702"/>
                  </a:cubicBezTo>
                  <a:lnTo>
                    <a:pt x="62" y="25005"/>
                  </a:lnTo>
                  <a:lnTo>
                    <a:pt x="62" y="25613"/>
                  </a:lnTo>
                  <a:lnTo>
                    <a:pt x="62" y="25674"/>
                  </a:lnTo>
                  <a:cubicBezTo>
                    <a:pt x="62" y="26130"/>
                    <a:pt x="92" y="26616"/>
                    <a:pt x="153" y="27071"/>
                  </a:cubicBezTo>
                  <a:cubicBezTo>
                    <a:pt x="213" y="27740"/>
                    <a:pt x="305" y="28560"/>
                    <a:pt x="1003" y="28894"/>
                  </a:cubicBezTo>
                  <a:cubicBezTo>
                    <a:pt x="1277" y="29016"/>
                    <a:pt x="1581" y="29107"/>
                    <a:pt x="1915" y="29107"/>
                  </a:cubicBezTo>
                  <a:cubicBezTo>
                    <a:pt x="1961" y="29122"/>
                    <a:pt x="2006" y="29130"/>
                    <a:pt x="2055" y="29130"/>
                  </a:cubicBezTo>
                  <a:cubicBezTo>
                    <a:pt x="2105" y="29130"/>
                    <a:pt x="2158" y="29122"/>
                    <a:pt x="2219" y="29107"/>
                  </a:cubicBezTo>
                  <a:lnTo>
                    <a:pt x="2583" y="29107"/>
                  </a:lnTo>
                  <a:cubicBezTo>
                    <a:pt x="2735" y="29107"/>
                    <a:pt x="2887" y="29077"/>
                    <a:pt x="3009" y="29077"/>
                  </a:cubicBezTo>
                  <a:cubicBezTo>
                    <a:pt x="3191" y="29016"/>
                    <a:pt x="3343" y="28955"/>
                    <a:pt x="3495" y="28894"/>
                  </a:cubicBezTo>
                  <a:cubicBezTo>
                    <a:pt x="3677" y="28803"/>
                    <a:pt x="3859" y="28651"/>
                    <a:pt x="3981" y="28439"/>
                  </a:cubicBezTo>
                  <a:cubicBezTo>
                    <a:pt x="4072" y="28287"/>
                    <a:pt x="4163" y="28104"/>
                    <a:pt x="4224" y="27922"/>
                  </a:cubicBezTo>
                  <a:cubicBezTo>
                    <a:pt x="4376" y="27466"/>
                    <a:pt x="4467" y="26980"/>
                    <a:pt x="4497" y="26494"/>
                  </a:cubicBezTo>
                  <a:lnTo>
                    <a:pt x="4497" y="26464"/>
                  </a:lnTo>
                  <a:cubicBezTo>
                    <a:pt x="4619" y="25552"/>
                    <a:pt x="4710" y="24610"/>
                    <a:pt x="4771" y="23669"/>
                  </a:cubicBezTo>
                  <a:cubicBezTo>
                    <a:pt x="4771" y="23365"/>
                    <a:pt x="4801" y="23091"/>
                    <a:pt x="4832" y="22787"/>
                  </a:cubicBezTo>
                  <a:cubicBezTo>
                    <a:pt x="4862" y="22575"/>
                    <a:pt x="4862" y="22392"/>
                    <a:pt x="4892" y="22180"/>
                  </a:cubicBezTo>
                  <a:cubicBezTo>
                    <a:pt x="4923" y="21876"/>
                    <a:pt x="4923" y="21572"/>
                    <a:pt x="4953" y="21299"/>
                  </a:cubicBezTo>
                  <a:lnTo>
                    <a:pt x="4984" y="20752"/>
                  </a:lnTo>
                  <a:cubicBezTo>
                    <a:pt x="5014" y="20387"/>
                    <a:pt x="5044" y="20023"/>
                    <a:pt x="5075" y="19688"/>
                  </a:cubicBezTo>
                  <a:lnTo>
                    <a:pt x="5105" y="19293"/>
                  </a:lnTo>
                  <a:lnTo>
                    <a:pt x="5105" y="19111"/>
                  </a:lnTo>
                  <a:cubicBezTo>
                    <a:pt x="5136" y="18929"/>
                    <a:pt x="5136" y="18747"/>
                    <a:pt x="5166" y="18564"/>
                  </a:cubicBezTo>
                  <a:cubicBezTo>
                    <a:pt x="5166" y="18412"/>
                    <a:pt x="5166" y="18291"/>
                    <a:pt x="5166" y="18169"/>
                  </a:cubicBezTo>
                  <a:cubicBezTo>
                    <a:pt x="5196" y="18078"/>
                    <a:pt x="5166" y="17987"/>
                    <a:pt x="5166" y="17896"/>
                  </a:cubicBezTo>
                  <a:cubicBezTo>
                    <a:pt x="5166" y="17653"/>
                    <a:pt x="5196" y="17410"/>
                    <a:pt x="5227" y="17167"/>
                  </a:cubicBezTo>
                  <a:cubicBezTo>
                    <a:pt x="5227" y="16954"/>
                    <a:pt x="5227" y="16681"/>
                    <a:pt x="5257" y="16407"/>
                  </a:cubicBezTo>
                  <a:cubicBezTo>
                    <a:pt x="5257" y="16286"/>
                    <a:pt x="5257" y="16134"/>
                    <a:pt x="5287" y="15982"/>
                  </a:cubicBezTo>
                  <a:cubicBezTo>
                    <a:pt x="5318" y="15617"/>
                    <a:pt x="5318" y="15253"/>
                    <a:pt x="5348" y="14888"/>
                  </a:cubicBezTo>
                  <a:cubicBezTo>
                    <a:pt x="5348" y="14554"/>
                    <a:pt x="5379" y="14128"/>
                    <a:pt x="5379" y="13764"/>
                  </a:cubicBezTo>
                  <a:lnTo>
                    <a:pt x="5379" y="13399"/>
                  </a:lnTo>
                  <a:cubicBezTo>
                    <a:pt x="5379" y="12913"/>
                    <a:pt x="5470" y="12397"/>
                    <a:pt x="5530" y="11941"/>
                  </a:cubicBezTo>
                  <a:lnTo>
                    <a:pt x="5530" y="11910"/>
                  </a:lnTo>
                  <a:cubicBezTo>
                    <a:pt x="5591" y="11455"/>
                    <a:pt x="5652" y="10999"/>
                    <a:pt x="5652" y="10543"/>
                  </a:cubicBezTo>
                  <a:cubicBezTo>
                    <a:pt x="5682" y="10087"/>
                    <a:pt x="5682" y="9510"/>
                    <a:pt x="5682" y="9024"/>
                  </a:cubicBezTo>
                  <a:cubicBezTo>
                    <a:pt x="5713" y="8538"/>
                    <a:pt x="5682" y="8082"/>
                    <a:pt x="5713" y="7596"/>
                  </a:cubicBezTo>
                  <a:cubicBezTo>
                    <a:pt x="5743" y="7140"/>
                    <a:pt x="5743" y="6624"/>
                    <a:pt x="5743" y="6168"/>
                  </a:cubicBezTo>
                  <a:lnTo>
                    <a:pt x="5743" y="3889"/>
                  </a:lnTo>
                  <a:lnTo>
                    <a:pt x="5865" y="3373"/>
                  </a:lnTo>
                  <a:lnTo>
                    <a:pt x="5865" y="2127"/>
                  </a:lnTo>
                  <a:cubicBezTo>
                    <a:pt x="5865" y="1884"/>
                    <a:pt x="5834" y="1641"/>
                    <a:pt x="5804" y="1368"/>
                  </a:cubicBezTo>
                  <a:cubicBezTo>
                    <a:pt x="5774" y="1276"/>
                    <a:pt x="5774" y="1185"/>
                    <a:pt x="5743" y="1094"/>
                  </a:cubicBezTo>
                  <a:cubicBezTo>
                    <a:pt x="5713" y="973"/>
                    <a:pt x="5652" y="851"/>
                    <a:pt x="5591" y="730"/>
                  </a:cubicBezTo>
                  <a:cubicBezTo>
                    <a:pt x="5561" y="669"/>
                    <a:pt x="5530" y="638"/>
                    <a:pt x="5470" y="578"/>
                  </a:cubicBezTo>
                  <a:lnTo>
                    <a:pt x="5470" y="547"/>
                  </a:lnTo>
                  <a:lnTo>
                    <a:pt x="5379" y="426"/>
                  </a:lnTo>
                  <a:lnTo>
                    <a:pt x="5348" y="426"/>
                  </a:lnTo>
                  <a:cubicBezTo>
                    <a:pt x="5287" y="335"/>
                    <a:pt x="5166" y="274"/>
                    <a:pt x="5075" y="243"/>
                  </a:cubicBezTo>
                  <a:cubicBezTo>
                    <a:pt x="5014" y="213"/>
                    <a:pt x="4953" y="213"/>
                    <a:pt x="4892" y="213"/>
                  </a:cubicBezTo>
                  <a:lnTo>
                    <a:pt x="4801" y="213"/>
                  </a:lnTo>
                  <a:lnTo>
                    <a:pt x="4741" y="152"/>
                  </a:lnTo>
                  <a:cubicBezTo>
                    <a:pt x="4619" y="92"/>
                    <a:pt x="4497" y="61"/>
                    <a:pt x="4406" y="61"/>
                  </a:cubicBezTo>
                  <a:cubicBezTo>
                    <a:pt x="4163" y="31"/>
                    <a:pt x="3920" y="0"/>
                    <a:pt x="37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3"/>
            <p:cNvSpPr/>
            <p:nvPr/>
          </p:nvSpPr>
          <p:spPr>
            <a:xfrm rot="1238432">
              <a:off x="8485173" y="-40678"/>
              <a:ext cx="172448" cy="751217"/>
            </a:xfrm>
            <a:custGeom>
              <a:rect b="b" l="l" r="r" t="t"/>
              <a:pathLst>
                <a:path extrusionOk="0" h="30049" w="6898">
                  <a:moveTo>
                    <a:pt x="3099" y="0"/>
                  </a:moveTo>
                  <a:lnTo>
                    <a:pt x="2735" y="31"/>
                  </a:lnTo>
                  <a:lnTo>
                    <a:pt x="2401" y="61"/>
                  </a:lnTo>
                  <a:cubicBezTo>
                    <a:pt x="2279" y="91"/>
                    <a:pt x="2127" y="152"/>
                    <a:pt x="2006" y="213"/>
                  </a:cubicBezTo>
                  <a:cubicBezTo>
                    <a:pt x="1945" y="243"/>
                    <a:pt x="1884" y="274"/>
                    <a:pt x="1854" y="334"/>
                  </a:cubicBezTo>
                  <a:cubicBezTo>
                    <a:pt x="1763" y="395"/>
                    <a:pt x="1671" y="456"/>
                    <a:pt x="1580" y="547"/>
                  </a:cubicBezTo>
                  <a:cubicBezTo>
                    <a:pt x="1459" y="669"/>
                    <a:pt x="1337" y="821"/>
                    <a:pt x="1246" y="972"/>
                  </a:cubicBezTo>
                  <a:cubicBezTo>
                    <a:pt x="1185" y="1124"/>
                    <a:pt x="1124" y="1276"/>
                    <a:pt x="1094" y="1428"/>
                  </a:cubicBezTo>
                  <a:cubicBezTo>
                    <a:pt x="1064" y="1610"/>
                    <a:pt x="1033" y="1793"/>
                    <a:pt x="1033" y="1975"/>
                  </a:cubicBezTo>
                  <a:lnTo>
                    <a:pt x="1033" y="2188"/>
                  </a:lnTo>
                  <a:cubicBezTo>
                    <a:pt x="1033" y="2309"/>
                    <a:pt x="1033" y="2431"/>
                    <a:pt x="1064" y="2552"/>
                  </a:cubicBezTo>
                  <a:cubicBezTo>
                    <a:pt x="1094" y="2674"/>
                    <a:pt x="1124" y="2826"/>
                    <a:pt x="1155" y="2947"/>
                  </a:cubicBezTo>
                  <a:lnTo>
                    <a:pt x="1155" y="3190"/>
                  </a:lnTo>
                  <a:lnTo>
                    <a:pt x="1155" y="3403"/>
                  </a:lnTo>
                  <a:cubicBezTo>
                    <a:pt x="1155" y="3585"/>
                    <a:pt x="1185" y="3798"/>
                    <a:pt x="1185" y="3950"/>
                  </a:cubicBezTo>
                  <a:lnTo>
                    <a:pt x="1185" y="5196"/>
                  </a:lnTo>
                  <a:lnTo>
                    <a:pt x="1185" y="5378"/>
                  </a:lnTo>
                  <a:cubicBezTo>
                    <a:pt x="1185" y="5834"/>
                    <a:pt x="1155" y="6320"/>
                    <a:pt x="1124" y="6806"/>
                  </a:cubicBezTo>
                  <a:cubicBezTo>
                    <a:pt x="1094" y="7262"/>
                    <a:pt x="1094" y="7748"/>
                    <a:pt x="1064" y="8204"/>
                  </a:cubicBezTo>
                  <a:cubicBezTo>
                    <a:pt x="1064" y="8447"/>
                    <a:pt x="1064" y="8690"/>
                    <a:pt x="1033" y="8933"/>
                  </a:cubicBezTo>
                  <a:cubicBezTo>
                    <a:pt x="1003" y="9176"/>
                    <a:pt x="1033" y="9449"/>
                    <a:pt x="1003" y="9723"/>
                  </a:cubicBezTo>
                  <a:lnTo>
                    <a:pt x="1003" y="10270"/>
                  </a:lnTo>
                  <a:cubicBezTo>
                    <a:pt x="1003" y="10573"/>
                    <a:pt x="1003" y="10877"/>
                    <a:pt x="973" y="11181"/>
                  </a:cubicBezTo>
                  <a:cubicBezTo>
                    <a:pt x="973" y="11637"/>
                    <a:pt x="942" y="12123"/>
                    <a:pt x="912" y="12579"/>
                  </a:cubicBezTo>
                  <a:cubicBezTo>
                    <a:pt x="881" y="13034"/>
                    <a:pt x="851" y="13490"/>
                    <a:pt x="790" y="14098"/>
                  </a:cubicBezTo>
                  <a:cubicBezTo>
                    <a:pt x="760" y="14280"/>
                    <a:pt x="730" y="14462"/>
                    <a:pt x="730" y="14675"/>
                  </a:cubicBezTo>
                  <a:cubicBezTo>
                    <a:pt x="699" y="14948"/>
                    <a:pt x="669" y="15222"/>
                    <a:pt x="638" y="15495"/>
                  </a:cubicBezTo>
                  <a:lnTo>
                    <a:pt x="578" y="16042"/>
                  </a:lnTo>
                  <a:cubicBezTo>
                    <a:pt x="578" y="16346"/>
                    <a:pt x="547" y="16620"/>
                    <a:pt x="517" y="16923"/>
                  </a:cubicBezTo>
                  <a:cubicBezTo>
                    <a:pt x="486" y="17379"/>
                    <a:pt x="426" y="17865"/>
                    <a:pt x="395" y="18351"/>
                  </a:cubicBezTo>
                  <a:lnTo>
                    <a:pt x="395" y="18716"/>
                  </a:lnTo>
                  <a:lnTo>
                    <a:pt x="395" y="19050"/>
                  </a:lnTo>
                  <a:lnTo>
                    <a:pt x="395" y="19202"/>
                  </a:lnTo>
                  <a:cubicBezTo>
                    <a:pt x="395" y="19384"/>
                    <a:pt x="395" y="19567"/>
                    <a:pt x="365" y="19749"/>
                  </a:cubicBezTo>
                  <a:cubicBezTo>
                    <a:pt x="365" y="20205"/>
                    <a:pt x="365" y="20660"/>
                    <a:pt x="365" y="21177"/>
                  </a:cubicBezTo>
                  <a:lnTo>
                    <a:pt x="365" y="21329"/>
                  </a:lnTo>
                  <a:lnTo>
                    <a:pt x="365" y="21906"/>
                  </a:lnTo>
                  <a:lnTo>
                    <a:pt x="365" y="22180"/>
                  </a:lnTo>
                  <a:lnTo>
                    <a:pt x="365" y="22605"/>
                  </a:lnTo>
                  <a:lnTo>
                    <a:pt x="365" y="23182"/>
                  </a:lnTo>
                  <a:cubicBezTo>
                    <a:pt x="365" y="23456"/>
                    <a:pt x="365" y="23760"/>
                    <a:pt x="335" y="24063"/>
                  </a:cubicBezTo>
                  <a:cubicBezTo>
                    <a:pt x="304" y="24489"/>
                    <a:pt x="274" y="24914"/>
                    <a:pt x="243" y="25400"/>
                  </a:cubicBezTo>
                  <a:cubicBezTo>
                    <a:pt x="183" y="25917"/>
                    <a:pt x="152" y="26281"/>
                    <a:pt x="91" y="26798"/>
                  </a:cubicBezTo>
                  <a:cubicBezTo>
                    <a:pt x="61" y="27010"/>
                    <a:pt x="31" y="27223"/>
                    <a:pt x="31" y="27436"/>
                  </a:cubicBezTo>
                  <a:cubicBezTo>
                    <a:pt x="0" y="27618"/>
                    <a:pt x="0" y="27800"/>
                    <a:pt x="31" y="28013"/>
                  </a:cubicBezTo>
                  <a:cubicBezTo>
                    <a:pt x="31" y="28256"/>
                    <a:pt x="91" y="28530"/>
                    <a:pt x="152" y="28773"/>
                  </a:cubicBezTo>
                  <a:cubicBezTo>
                    <a:pt x="274" y="29046"/>
                    <a:pt x="426" y="29320"/>
                    <a:pt x="638" y="29532"/>
                  </a:cubicBezTo>
                  <a:lnTo>
                    <a:pt x="760" y="29654"/>
                  </a:lnTo>
                  <a:cubicBezTo>
                    <a:pt x="851" y="29715"/>
                    <a:pt x="912" y="29775"/>
                    <a:pt x="1003" y="29806"/>
                  </a:cubicBezTo>
                  <a:cubicBezTo>
                    <a:pt x="1064" y="29836"/>
                    <a:pt x="1124" y="29866"/>
                    <a:pt x="1185" y="29897"/>
                  </a:cubicBezTo>
                  <a:lnTo>
                    <a:pt x="1276" y="29927"/>
                  </a:lnTo>
                  <a:cubicBezTo>
                    <a:pt x="1368" y="29958"/>
                    <a:pt x="1428" y="29988"/>
                    <a:pt x="1550" y="29988"/>
                  </a:cubicBezTo>
                  <a:cubicBezTo>
                    <a:pt x="1702" y="30018"/>
                    <a:pt x="1854" y="30049"/>
                    <a:pt x="1975" y="30049"/>
                  </a:cubicBezTo>
                  <a:lnTo>
                    <a:pt x="2796" y="30049"/>
                  </a:lnTo>
                  <a:cubicBezTo>
                    <a:pt x="3069" y="30018"/>
                    <a:pt x="3312" y="29988"/>
                    <a:pt x="3555" y="29927"/>
                  </a:cubicBezTo>
                  <a:cubicBezTo>
                    <a:pt x="3798" y="29866"/>
                    <a:pt x="4011" y="29806"/>
                    <a:pt x="4254" y="29715"/>
                  </a:cubicBezTo>
                  <a:cubicBezTo>
                    <a:pt x="4375" y="29623"/>
                    <a:pt x="4497" y="29532"/>
                    <a:pt x="4619" y="29441"/>
                  </a:cubicBezTo>
                  <a:cubicBezTo>
                    <a:pt x="4831" y="29289"/>
                    <a:pt x="4953" y="29046"/>
                    <a:pt x="5044" y="28833"/>
                  </a:cubicBezTo>
                  <a:cubicBezTo>
                    <a:pt x="5105" y="28590"/>
                    <a:pt x="5165" y="28347"/>
                    <a:pt x="5196" y="28104"/>
                  </a:cubicBezTo>
                  <a:cubicBezTo>
                    <a:pt x="5257" y="27831"/>
                    <a:pt x="5287" y="27557"/>
                    <a:pt x="5317" y="27284"/>
                  </a:cubicBezTo>
                  <a:lnTo>
                    <a:pt x="5317" y="27223"/>
                  </a:lnTo>
                  <a:cubicBezTo>
                    <a:pt x="5348" y="26828"/>
                    <a:pt x="5408" y="26403"/>
                    <a:pt x="5439" y="25917"/>
                  </a:cubicBezTo>
                  <a:cubicBezTo>
                    <a:pt x="5469" y="25643"/>
                    <a:pt x="5500" y="25370"/>
                    <a:pt x="5530" y="25096"/>
                  </a:cubicBezTo>
                  <a:cubicBezTo>
                    <a:pt x="5560" y="24914"/>
                    <a:pt x="5591" y="24732"/>
                    <a:pt x="5591" y="24549"/>
                  </a:cubicBezTo>
                  <a:cubicBezTo>
                    <a:pt x="5621" y="24367"/>
                    <a:pt x="5621" y="24094"/>
                    <a:pt x="5652" y="23881"/>
                  </a:cubicBezTo>
                  <a:cubicBezTo>
                    <a:pt x="5682" y="23668"/>
                    <a:pt x="5712" y="23425"/>
                    <a:pt x="5712" y="23182"/>
                  </a:cubicBezTo>
                  <a:cubicBezTo>
                    <a:pt x="5743" y="22970"/>
                    <a:pt x="5773" y="22666"/>
                    <a:pt x="5803" y="22392"/>
                  </a:cubicBezTo>
                  <a:cubicBezTo>
                    <a:pt x="5834" y="22180"/>
                    <a:pt x="5864" y="21967"/>
                    <a:pt x="5895" y="21754"/>
                  </a:cubicBezTo>
                  <a:cubicBezTo>
                    <a:pt x="5925" y="21420"/>
                    <a:pt x="5955" y="21055"/>
                    <a:pt x="5986" y="20691"/>
                  </a:cubicBezTo>
                  <a:lnTo>
                    <a:pt x="6016" y="20357"/>
                  </a:lnTo>
                  <a:cubicBezTo>
                    <a:pt x="6047" y="20114"/>
                    <a:pt x="6047" y="19840"/>
                    <a:pt x="6077" y="19567"/>
                  </a:cubicBezTo>
                  <a:cubicBezTo>
                    <a:pt x="6107" y="19324"/>
                    <a:pt x="6107" y="19141"/>
                    <a:pt x="6138" y="18929"/>
                  </a:cubicBezTo>
                  <a:lnTo>
                    <a:pt x="6138" y="18655"/>
                  </a:lnTo>
                  <a:cubicBezTo>
                    <a:pt x="6138" y="18503"/>
                    <a:pt x="6168" y="18351"/>
                    <a:pt x="6198" y="18199"/>
                  </a:cubicBezTo>
                  <a:cubicBezTo>
                    <a:pt x="6198" y="18048"/>
                    <a:pt x="6229" y="17926"/>
                    <a:pt x="6229" y="17774"/>
                  </a:cubicBezTo>
                  <a:lnTo>
                    <a:pt x="6259" y="17501"/>
                  </a:lnTo>
                  <a:cubicBezTo>
                    <a:pt x="6320" y="17075"/>
                    <a:pt x="6350" y="16589"/>
                    <a:pt x="6411" y="16012"/>
                  </a:cubicBezTo>
                  <a:cubicBezTo>
                    <a:pt x="6441" y="15495"/>
                    <a:pt x="6502" y="15009"/>
                    <a:pt x="6533" y="14523"/>
                  </a:cubicBezTo>
                  <a:cubicBezTo>
                    <a:pt x="6563" y="14250"/>
                    <a:pt x="6593" y="13976"/>
                    <a:pt x="6624" y="13703"/>
                  </a:cubicBezTo>
                  <a:cubicBezTo>
                    <a:pt x="6654" y="13521"/>
                    <a:pt x="6685" y="13338"/>
                    <a:pt x="6715" y="13095"/>
                  </a:cubicBezTo>
                  <a:cubicBezTo>
                    <a:pt x="6776" y="12609"/>
                    <a:pt x="6806" y="12123"/>
                    <a:pt x="6806" y="11698"/>
                  </a:cubicBezTo>
                  <a:lnTo>
                    <a:pt x="6806" y="11394"/>
                  </a:lnTo>
                  <a:lnTo>
                    <a:pt x="6806" y="11029"/>
                  </a:lnTo>
                  <a:lnTo>
                    <a:pt x="6806" y="10786"/>
                  </a:lnTo>
                  <a:lnTo>
                    <a:pt x="6836" y="10300"/>
                  </a:lnTo>
                  <a:cubicBezTo>
                    <a:pt x="6836" y="9875"/>
                    <a:pt x="6867" y="9419"/>
                    <a:pt x="6867" y="8842"/>
                  </a:cubicBezTo>
                  <a:lnTo>
                    <a:pt x="6867" y="6624"/>
                  </a:lnTo>
                  <a:cubicBezTo>
                    <a:pt x="6897" y="6350"/>
                    <a:pt x="6897" y="6107"/>
                    <a:pt x="6867" y="5864"/>
                  </a:cubicBezTo>
                  <a:cubicBezTo>
                    <a:pt x="6867" y="5773"/>
                    <a:pt x="6867" y="5651"/>
                    <a:pt x="6867" y="5530"/>
                  </a:cubicBezTo>
                  <a:cubicBezTo>
                    <a:pt x="6836" y="5104"/>
                    <a:pt x="6806" y="4710"/>
                    <a:pt x="6745" y="4315"/>
                  </a:cubicBezTo>
                  <a:lnTo>
                    <a:pt x="6685" y="3950"/>
                  </a:lnTo>
                  <a:lnTo>
                    <a:pt x="6654" y="3707"/>
                  </a:lnTo>
                  <a:lnTo>
                    <a:pt x="6654" y="3737"/>
                  </a:lnTo>
                  <a:cubicBezTo>
                    <a:pt x="6654" y="3646"/>
                    <a:pt x="6624" y="3555"/>
                    <a:pt x="6624" y="3464"/>
                  </a:cubicBezTo>
                  <a:lnTo>
                    <a:pt x="6624" y="3373"/>
                  </a:lnTo>
                  <a:cubicBezTo>
                    <a:pt x="6593" y="3160"/>
                    <a:pt x="6563" y="2947"/>
                    <a:pt x="6502" y="2735"/>
                  </a:cubicBezTo>
                  <a:cubicBezTo>
                    <a:pt x="6502" y="2643"/>
                    <a:pt x="6472" y="2522"/>
                    <a:pt x="6441" y="2431"/>
                  </a:cubicBezTo>
                  <a:lnTo>
                    <a:pt x="6381" y="2036"/>
                  </a:lnTo>
                  <a:cubicBezTo>
                    <a:pt x="6381" y="1945"/>
                    <a:pt x="6350" y="1823"/>
                    <a:pt x="6320" y="1732"/>
                  </a:cubicBezTo>
                  <a:cubicBezTo>
                    <a:pt x="6259" y="1580"/>
                    <a:pt x="6198" y="1428"/>
                    <a:pt x="6107" y="1307"/>
                  </a:cubicBezTo>
                  <a:cubicBezTo>
                    <a:pt x="6016" y="1155"/>
                    <a:pt x="5925" y="1033"/>
                    <a:pt x="5834" y="912"/>
                  </a:cubicBezTo>
                  <a:cubicBezTo>
                    <a:pt x="5773" y="851"/>
                    <a:pt x="5712" y="760"/>
                    <a:pt x="5621" y="699"/>
                  </a:cubicBezTo>
                  <a:cubicBezTo>
                    <a:pt x="5530" y="608"/>
                    <a:pt x="5408" y="547"/>
                    <a:pt x="5317" y="456"/>
                  </a:cubicBezTo>
                  <a:cubicBezTo>
                    <a:pt x="5196" y="395"/>
                    <a:pt x="5074" y="334"/>
                    <a:pt x="4922" y="304"/>
                  </a:cubicBezTo>
                  <a:cubicBezTo>
                    <a:pt x="4740" y="213"/>
                    <a:pt x="4558" y="152"/>
                    <a:pt x="4345" y="91"/>
                  </a:cubicBezTo>
                  <a:cubicBezTo>
                    <a:pt x="4132" y="61"/>
                    <a:pt x="3920" y="31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3"/>
            <p:cNvSpPr/>
            <p:nvPr/>
          </p:nvSpPr>
          <p:spPr>
            <a:xfrm rot="1238432">
              <a:off x="8705506" y="32559"/>
              <a:ext cx="151173" cy="749717"/>
            </a:xfrm>
            <a:custGeom>
              <a:rect b="b" l="l" r="r" t="t"/>
              <a:pathLst>
                <a:path extrusionOk="0" h="29989" w="6047">
                  <a:moveTo>
                    <a:pt x="3889" y="0"/>
                  </a:moveTo>
                  <a:cubicBezTo>
                    <a:pt x="3677" y="0"/>
                    <a:pt x="3494" y="31"/>
                    <a:pt x="3282" y="61"/>
                  </a:cubicBezTo>
                  <a:cubicBezTo>
                    <a:pt x="3130" y="92"/>
                    <a:pt x="2948" y="92"/>
                    <a:pt x="2796" y="152"/>
                  </a:cubicBezTo>
                  <a:cubicBezTo>
                    <a:pt x="2674" y="183"/>
                    <a:pt x="2553" y="213"/>
                    <a:pt x="2431" y="274"/>
                  </a:cubicBezTo>
                  <a:cubicBezTo>
                    <a:pt x="2249" y="335"/>
                    <a:pt x="2097" y="395"/>
                    <a:pt x="1945" y="487"/>
                  </a:cubicBezTo>
                  <a:cubicBezTo>
                    <a:pt x="1823" y="578"/>
                    <a:pt x="1702" y="669"/>
                    <a:pt x="1580" y="790"/>
                  </a:cubicBezTo>
                  <a:cubicBezTo>
                    <a:pt x="1489" y="912"/>
                    <a:pt x="1398" y="1034"/>
                    <a:pt x="1337" y="1155"/>
                  </a:cubicBezTo>
                  <a:cubicBezTo>
                    <a:pt x="1246" y="1307"/>
                    <a:pt x="1185" y="1489"/>
                    <a:pt x="1125" y="1641"/>
                  </a:cubicBezTo>
                  <a:cubicBezTo>
                    <a:pt x="1064" y="1823"/>
                    <a:pt x="1033" y="2036"/>
                    <a:pt x="1033" y="2218"/>
                  </a:cubicBezTo>
                  <a:cubicBezTo>
                    <a:pt x="1003" y="2340"/>
                    <a:pt x="942" y="2461"/>
                    <a:pt x="912" y="2553"/>
                  </a:cubicBezTo>
                  <a:cubicBezTo>
                    <a:pt x="851" y="2735"/>
                    <a:pt x="821" y="2917"/>
                    <a:pt x="790" y="3069"/>
                  </a:cubicBezTo>
                  <a:lnTo>
                    <a:pt x="760" y="3191"/>
                  </a:lnTo>
                  <a:cubicBezTo>
                    <a:pt x="547" y="4041"/>
                    <a:pt x="456" y="4892"/>
                    <a:pt x="395" y="5743"/>
                  </a:cubicBezTo>
                  <a:cubicBezTo>
                    <a:pt x="395" y="5864"/>
                    <a:pt x="365" y="5986"/>
                    <a:pt x="365" y="6107"/>
                  </a:cubicBezTo>
                  <a:cubicBezTo>
                    <a:pt x="335" y="6350"/>
                    <a:pt x="304" y="6594"/>
                    <a:pt x="304" y="6837"/>
                  </a:cubicBezTo>
                  <a:cubicBezTo>
                    <a:pt x="274" y="7080"/>
                    <a:pt x="274" y="7292"/>
                    <a:pt x="244" y="7505"/>
                  </a:cubicBezTo>
                  <a:cubicBezTo>
                    <a:pt x="244" y="7718"/>
                    <a:pt x="213" y="7991"/>
                    <a:pt x="213" y="8265"/>
                  </a:cubicBezTo>
                  <a:lnTo>
                    <a:pt x="213" y="8538"/>
                  </a:lnTo>
                  <a:lnTo>
                    <a:pt x="213" y="8963"/>
                  </a:lnTo>
                  <a:lnTo>
                    <a:pt x="213" y="9146"/>
                  </a:lnTo>
                  <a:cubicBezTo>
                    <a:pt x="183" y="9541"/>
                    <a:pt x="152" y="9966"/>
                    <a:pt x="122" y="10391"/>
                  </a:cubicBezTo>
                  <a:cubicBezTo>
                    <a:pt x="61" y="10878"/>
                    <a:pt x="61" y="11364"/>
                    <a:pt x="31" y="11850"/>
                  </a:cubicBezTo>
                  <a:lnTo>
                    <a:pt x="31" y="1400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31" y="16650"/>
                    <a:pt x="0" y="17136"/>
                    <a:pt x="0" y="17623"/>
                  </a:cubicBezTo>
                  <a:lnTo>
                    <a:pt x="0" y="19719"/>
                  </a:lnTo>
                  <a:lnTo>
                    <a:pt x="0" y="20448"/>
                  </a:lnTo>
                  <a:lnTo>
                    <a:pt x="0" y="20873"/>
                  </a:lnTo>
                  <a:lnTo>
                    <a:pt x="0" y="21876"/>
                  </a:lnTo>
                  <a:cubicBezTo>
                    <a:pt x="0" y="22028"/>
                    <a:pt x="0" y="22150"/>
                    <a:pt x="31" y="22271"/>
                  </a:cubicBezTo>
                  <a:lnTo>
                    <a:pt x="31" y="22575"/>
                  </a:lnTo>
                  <a:lnTo>
                    <a:pt x="31" y="22848"/>
                  </a:lnTo>
                  <a:lnTo>
                    <a:pt x="31" y="23274"/>
                  </a:lnTo>
                  <a:cubicBezTo>
                    <a:pt x="31" y="23669"/>
                    <a:pt x="61" y="24155"/>
                    <a:pt x="61" y="24671"/>
                  </a:cubicBezTo>
                  <a:cubicBezTo>
                    <a:pt x="61" y="24884"/>
                    <a:pt x="61" y="25097"/>
                    <a:pt x="92" y="25279"/>
                  </a:cubicBezTo>
                  <a:lnTo>
                    <a:pt x="92" y="25340"/>
                  </a:lnTo>
                  <a:lnTo>
                    <a:pt x="92" y="25583"/>
                  </a:lnTo>
                  <a:cubicBezTo>
                    <a:pt x="92" y="25704"/>
                    <a:pt x="92" y="25856"/>
                    <a:pt x="122" y="26008"/>
                  </a:cubicBezTo>
                  <a:lnTo>
                    <a:pt x="152" y="26312"/>
                  </a:lnTo>
                  <a:cubicBezTo>
                    <a:pt x="183" y="26646"/>
                    <a:pt x="213" y="26980"/>
                    <a:pt x="244" y="27315"/>
                  </a:cubicBezTo>
                  <a:lnTo>
                    <a:pt x="244" y="27345"/>
                  </a:lnTo>
                  <a:cubicBezTo>
                    <a:pt x="274" y="27831"/>
                    <a:pt x="365" y="28287"/>
                    <a:pt x="487" y="28743"/>
                  </a:cubicBezTo>
                  <a:cubicBezTo>
                    <a:pt x="517" y="28834"/>
                    <a:pt x="547" y="28925"/>
                    <a:pt x="578" y="29016"/>
                  </a:cubicBezTo>
                  <a:cubicBezTo>
                    <a:pt x="608" y="29077"/>
                    <a:pt x="638" y="29168"/>
                    <a:pt x="669" y="29259"/>
                  </a:cubicBezTo>
                  <a:cubicBezTo>
                    <a:pt x="730" y="29320"/>
                    <a:pt x="760" y="29381"/>
                    <a:pt x="821" y="29441"/>
                  </a:cubicBezTo>
                  <a:lnTo>
                    <a:pt x="851" y="29472"/>
                  </a:lnTo>
                  <a:cubicBezTo>
                    <a:pt x="1033" y="29684"/>
                    <a:pt x="1277" y="29806"/>
                    <a:pt x="1520" y="29897"/>
                  </a:cubicBezTo>
                  <a:cubicBezTo>
                    <a:pt x="1641" y="29928"/>
                    <a:pt x="1732" y="29958"/>
                    <a:pt x="1854" y="29958"/>
                  </a:cubicBezTo>
                  <a:lnTo>
                    <a:pt x="1915" y="29958"/>
                  </a:lnTo>
                  <a:cubicBezTo>
                    <a:pt x="2036" y="29958"/>
                    <a:pt x="2127" y="29988"/>
                    <a:pt x="2249" y="29988"/>
                  </a:cubicBezTo>
                  <a:cubicBezTo>
                    <a:pt x="2522" y="29958"/>
                    <a:pt x="2765" y="29897"/>
                    <a:pt x="3008" y="29745"/>
                  </a:cubicBezTo>
                  <a:lnTo>
                    <a:pt x="3221" y="29654"/>
                  </a:lnTo>
                  <a:lnTo>
                    <a:pt x="3251" y="29624"/>
                  </a:lnTo>
                  <a:cubicBezTo>
                    <a:pt x="3403" y="29563"/>
                    <a:pt x="3586" y="29502"/>
                    <a:pt x="3707" y="29411"/>
                  </a:cubicBezTo>
                  <a:cubicBezTo>
                    <a:pt x="3829" y="29350"/>
                    <a:pt x="3950" y="29259"/>
                    <a:pt x="4072" y="29168"/>
                  </a:cubicBezTo>
                  <a:cubicBezTo>
                    <a:pt x="4193" y="29046"/>
                    <a:pt x="4315" y="28955"/>
                    <a:pt x="4406" y="28834"/>
                  </a:cubicBezTo>
                  <a:cubicBezTo>
                    <a:pt x="4497" y="28743"/>
                    <a:pt x="4588" y="28621"/>
                    <a:pt x="4649" y="28500"/>
                  </a:cubicBezTo>
                  <a:cubicBezTo>
                    <a:pt x="4710" y="28348"/>
                    <a:pt x="4740" y="28196"/>
                    <a:pt x="4771" y="28074"/>
                  </a:cubicBezTo>
                  <a:cubicBezTo>
                    <a:pt x="4831" y="27649"/>
                    <a:pt x="4862" y="27223"/>
                    <a:pt x="4862" y="26828"/>
                  </a:cubicBezTo>
                  <a:lnTo>
                    <a:pt x="4862" y="26616"/>
                  </a:lnTo>
                  <a:lnTo>
                    <a:pt x="4862" y="25279"/>
                  </a:lnTo>
                  <a:lnTo>
                    <a:pt x="4862" y="24823"/>
                  </a:lnTo>
                  <a:lnTo>
                    <a:pt x="4862" y="24580"/>
                  </a:lnTo>
                  <a:cubicBezTo>
                    <a:pt x="4862" y="24307"/>
                    <a:pt x="4862" y="24064"/>
                    <a:pt x="4831" y="23881"/>
                  </a:cubicBezTo>
                  <a:lnTo>
                    <a:pt x="4831" y="21755"/>
                  </a:lnTo>
                  <a:lnTo>
                    <a:pt x="4831" y="21086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31" y="19901"/>
                  </a:lnTo>
                  <a:lnTo>
                    <a:pt x="4831" y="19689"/>
                  </a:lnTo>
                  <a:cubicBezTo>
                    <a:pt x="4831" y="19263"/>
                    <a:pt x="4892" y="18838"/>
                    <a:pt x="4953" y="18443"/>
                  </a:cubicBezTo>
                  <a:lnTo>
                    <a:pt x="4953" y="18230"/>
                  </a:lnTo>
                  <a:cubicBezTo>
                    <a:pt x="4983" y="17805"/>
                    <a:pt x="5014" y="17319"/>
                    <a:pt x="5044" y="16833"/>
                  </a:cubicBezTo>
                  <a:cubicBezTo>
                    <a:pt x="5044" y="16468"/>
                    <a:pt x="5074" y="16073"/>
                    <a:pt x="5074" y="15708"/>
                  </a:cubicBezTo>
                  <a:lnTo>
                    <a:pt x="5074" y="15405"/>
                  </a:lnTo>
                  <a:cubicBezTo>
                    <a:pt x="5074" y="14979"/>
                    <a:pt x="5105" y="14554"/>
                    <a:pt x="5135" y="14128"/>
                  </a:cubicBezTo>
                  <a:lnTo>
                    <a:pt x="5135" y="13946"/>
                  </a:lnTo>
                  <a:cubicBezTo>
                    <a:pt x="5135" y="13703"/>
                    <a:pt x="5135" y="13460"/>
                    <a:pt x="5166" y="13187"/>
                  </a:cubicBezTo>
                  <a:cubicBezTo>
                    <a:pt x="5166" y="12913"/>
                    <a:pt x="5166" y="12731"/>
                    <a:pt x="5196" y="12518"/>
                  </a:cubicBezTo>
                  <a:cubicBezTo>
                    <a:pt x="5196" y="12093"/>
                    <a:pt x="5257" y="11667"/>
                    <a:pt x="5287" y="11242"/>
                  </a:cubicBezTo>
                  <a:cubicBezTo>
                    <a:pt x="5287" y="11060"/>
                    <a:pt x="5317" y="10878"/>
                    <a:pt x="5348" y="10695"/>
                  </a:cubicBezTo>
                  <a:cubicBezTo>
                    <a:pt x="5409" y="10088"/>
                    <a:pt x="5469" y="9510"/>
                    <a:pt x="5530" y="8933"/>
                  </a:cubicBezTo>
                  <a:cubicBezTo>
                    <a:pt x="5561" y="8720"/>
                    <a:pt x="5591" y="8508"/>
                    <a:pt x="5621" y="8295"/>
                  </a:cubicBezTo>
                  <a:cubicBezTo>
                    <a:pt x="5712" y="7839"/>
                    <a:pt x="5773" y="7384"/>
                    <a:pt x="5834" y="6897"/>
                  </a:cubicBezTo>
                  <a:lnTo>
                    <a:pt x="5834" y="6745"/>
                  </a:lnTo>
                  <a:cubicBezTo>
                    <a:pt x="5895" y="6381"/>
                    <a:pt x="5955" y="5925"/>
                    <a:pt x="5986" y="5469"/>
                  </a:cubicBezTo>
                  <a:cubicBezTo>
                    <a:pt x="6016" y="5014"/>
                    <a:pt x="6016" y="4558"/>
                    <a:pt x="6016" y="4133"/>
                  </a:cubicBezTo>
                  <a:lnTo>
                    <a:pt x="6016" y="3130"/>
                  </a:lnTo>
                  <a:lnTo>
                    <a:pt x="6016" y="2826"/>
                  </a:lnTo>
                  <a:cubicBezTo>
                    <a:pt x="6047" y="2583"/>
                    <a:pt x="6047" y="2310"/>
                    <a:pt x="6016" y="2067"/>
                  </a:cubicBezTo>
                  <a:cubicBezTo>
                    <a:pt x="5986" y="1915"/>
                    <a:pt x="5925" y="1793"/>
                    <a:pt x="5864" y="1672"/>
                  </a:cubicBezTo>
                  <a:cubicBezTo>
                    <a:pt x="5834" y="1641"/>
                    <a:pt x="5834" y="1580"/>
                    <a:pt x="5804" y="1520"/>
                  </a:cubicBezTo>
                  <a:cubicBezTo>
                    <a:pt x="5712" y="1398"/>
                    <a:pt x="5591" y="1277"/>
                    <a:pt x="5439" y="1216"/>
                  </a:cubicBezTo>
                  <a:cubicBezTo>
                    <a:pt x="5409" y="1125"/>
                    <a:pt x="5348" y="1034"/>
                    <a:pt x="5317" y="912"/>
                  </a:cubicBezTo>
                  <a:cubicBezTo>
                    <a:pt x="5287" y="851"/>
                    <a:pt x="5257" y="790"/>
                    <a:pt x="5196" y="730"/>
                  </a:cubicBezTo>
                  <a:cubicBezTo>
                    <a:pt x="5074" y="547"/>
                    <a:pt x="4922" y="365"/>
                    <a:pt x="4740" y="244"/>
                  </a:cubicBezTo>
                  <a:cubicBezTo>
                    <a:pt x="4497" y="92"/>
                    <a:pt x="4224" y="0"/>
                    <a:pt x="3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" name="Google Shape;1115;p53"/>
          <p:cNvSpPr/>
          <p:nvPr/>
        </p:nvSpPr>
        <p:spPr>
          <a:xfrm rot="7589800">
            <a:off x="73851" y="4029016"/>
            <a:ext cx="373546" cy="1285450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6" name="Google Shape;1116;p53"/>
          <p:cNvGrpSpPr/>
          <p:nvPr/>
        </p:nvGrpSpPr>
        <p:grpSpPr>
          <a:xfrm>
            <a:off x="601188" y="4660625"/>
            <a:ext cx="252200" cy="279550"/>
            <a:chOff x="601188" y="4660625"/>
            <a:chExt cx="252200" cy="279550"/>
          </a:xfrm>
        </p:grpSpPr>
        <p:sp>
          <p:nvSpPr>
            <p:cNvPr id="1117" name="Google Shape;1117;p53"/>
            <p:cNvSpPr/>
            <p:nvPr/>
          </p:nvSpPr>
          <p:spPr>
            <a:xfrm>
              <a:off x="716638" y="4796575"/>
              <a:ext cx="123850" cy="115475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3"/>
            <p:cNvSpPr/>
            <p:nvPr/>
          </p:nvSpPr>
          <p:spPr>
            <a:xfrm>
              <a:off x="721213" y="4660625"/>
              <a:ext cx="132175" cy="120025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3"/>
            <p:cNvSpPr/>
            <p:nvPr/>
          </p:nvSpPr>
          <p:spPr>
            <a:xfrm>
              <a:off x="631588" y="4854100"/>
              <a:ext cx="75200" cy="86075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3"/>
            <p:cNvSpPr/>
            <p:nvPr/>
          </p:nvSpPr>
          <p:spPr>
            <a:xfrm>
              <a:off x="601188" y="4715300"/>
              <a:ext cx="80550" cy="76000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" name="Google Shape;1121;p53"/>
          <p:cNvSpPr/>
          <p:nvPr/>
        </p:nvSpPr>
        <p:spPr>
          <a:xfrm>
            <a:off x="7852913" y="4063500"/>
            <a:ext cx="1444204" cy="1473790"/>
          </a:xfrm>
          <a:custGeom>
            <a:rect b="b" l="l" r="r" t="t"/>
            <a:pathLst>
              <a:path extrusionOk="0" h="40987" w="40167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53"/>
          <p:cNvSpPr/>
          <p:nvPr/>
        </p:nvSpPr>
        <p:spPr>
          <a:xfrm rot="-767104">
            <a:off x="-163503" y="-490454"/>
            <a:ext cx="1866306" cy="1551400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53"/>
          <p:cNvSpPr/>
          <p:nvPr/>
        </p:nvSpPr>
        <p:spPr>
          <a:xfrm rot="448387">
            <a:off x="8368575" y="4079324"/>
            <a:ext cx="273787" cy="466433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53"/>
          <p:cNvSpPr/>
          <p:nvPr/>
        </p:nvSpPr>
        <p:spPr>
          <a:xfrm rot="831327">
            <a:off x="270368" y="974629"/>
            <a:ext cx="219837" cy="393416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53"/>
          <p:cNvSpPr/>
          <p:nvPr/>
        </p:nvSpPr>
        <p:spPr>
          <a:xfrm>
            <a:off x="1379388" y="255888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">
    <p:spTree>
      <p:nvGrpSpPr>
        <p:cNvPr id="1126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7" name="Google Shape;1127;p54"/>
          <p:cNvGrpSpPr/>
          <p:nvPr/>
        </p:nvGrpSpPr>
        <p:grpSpPr>
          <a:xfrm flipH="1">
            <a:off x="-55863" y="4082535"/>
            <a:ext cx="1258993" cy="1313658"/>
            <a:chOff x="8085825" y="1477998"/>
            <a:chExt cx="1383661" cy="1443739"/>
          </a:xfrm>
        </p:grpSpPr>
        <p:sp>
          <p:nvSpPr>
            <p:cNvPr id="1128" name="Google Shape;1128;p54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4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4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4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2" name="Google Shape;1132;p54"/>
          <p:cNvSpPr/>
          <p:nvPr/>
        </p:nvSpPr>
        <p:spPr>
          <a:xfrm rot="-8317524">
            <a:off x="-49803" y="-151808"/>
            <a:ext cx="828428" cy="1256301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" name="Google Shape;1133;p54"/>
          <p:cNvSpPr/>
          <p:nvPr/>
        </p:nvSpPr>
        <p:spPr>
          <a:xfrm>
            <a:off x="7483525" y="-407243"/>
            <a:ext cx="1866353" cy="1551439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4" name="Google Shape;1134;p54"/>
          <p:cNvGrpSpPr/>
          <p:nvPr/>
        </p:nvGrpSpPr>
        <p:grpSpPr>
          <a:xfrm rot="-5400000">
            <a:off x="-26172" y="108496"/>
            <a:ext cx="1270599" cy="1053621"/>
            <a:chOff x="-142022" y="90588"/>
            <a:chExt cx="1270599" cy="1053621"/>
          </a:xfrm>
        </p:grpSpPr>
        <p:sp>
          <p:nvSpPr>
            <p:cNvPr id="1135" name="Google Shape;1135;p54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4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4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4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4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4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4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4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4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4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4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4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4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4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" name="Google Shape;1149;p54"/>
          <p:cNvSpPr/>
          <p:nvPr/>
        </p:nvSpPr>
        <p:spPr>
          <a:xfrm rot="-1095766">
            <a:off x="319644" y="1388632"/>
            <a:ext cx="315634" cy="341626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0" name="Google Shape;1150;p54"/>
          <p:cNvGrpSpPr/>
          <p:nvPr/>
        </p:nvGrpSpPr>
        <p:grpSpPr>
          <a:xfrm>
            <a:off x="8500263" y="742199"/>
            <a:ext cx="538722" cy="479299"/>
            <a:chOff x="5927389" y="663096"/>
            <a:chExt cx="595931" cy="530198"/>
          </a:xfrm>
        </p:grpSpPr>
        <p:sp>
          <p:nvSpPr>
            <p:cNvPr id="1151" name="Google Shape;1151;p54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4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" name="Google Shape;1153;p54"/>
          <p:cNvSpPr/>
          <p:nvPr/>
        </p:nvSpPr>
        <p:spPr>
          <a:xfrm>
            <a:off x="137317" y="3866400"/>
            <a:ext cx="454182" cy="479298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54"/>
          <p:cNvSpPr/>
          <p:nvPr/>
        </p:nvSpPr>
        <p:spPr>
          <a:xfrm flipH="1" rot="-5714785">
            <a:off x="8194575" y="4258475"/>
            <a:ext cx="373585" cy="128558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" name="Google Shape;1155;p54"/>
          <p:cNvSpPr/>
          <p:nvPr/>
        </p:nvSpPr>
        <p:spPr>
          <a:xfrm flipH="1" rot="-4745172">
            <a:off x="8408408" y="4120426"/>
            <a:ext cx="310725" cy="1051088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12_1">
    <p:bg>
      <p:bgPr>
        <a:solidFill>
          <a:schemeClr val="accent4"/>
        </a:solidFill>
      </p:bgPr>
    </p:bg>
    <p:spTree>
      <p:nvGrpSpPr>
        <p:cNvPr id="1156" name="Shape 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" name="Google Shape;1157;p55"/>
          <p:cNvGrpSpPr/>
          <p:nvPr/>
        </p:nvGrpSpPr>
        <p:grpSpPr>
          <a:xfrm>
            <a:off x="7785137" y="4082535"/>
            <a:ext cx="1258993" cy="1313658"/>
            <a:chOff x="8085825" y="1477998"/>
            <a:chExt cx="1383661" cy="1443739"/>
          </a:xfrm>
        </p:grpSpPr>
        <p:sp>
          <p:nvSpPr>
            <p:cNvPr id="1158" name="Google Shape;1158;p55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5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5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5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2" name="Google Shape;1162;p55"/>
          <p:cNvSpPr/>
          <p:nvPr/>
        </p:nvSpPr>
        <p:spPr>
          <a:xfrm flipH="1" rot="8317524">
            <a:off x="8209642" y="-151808"/>
            <a:ext cx="828428" cy="1256301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55"/>
          <p:cNvSpPr/>
          <p:nvPr/>
        </p:nvSpPr>
        <p:spPr>
          <a:xfrm flipH="1">
            <a:off x="-361612" y="-407243"/>
            <a:ext cx="1866353" cy="1551439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4" name="Google Shape;1164;p55"/>
          <p:cNvGrpSpPr/>
          <p:nvPr/>
        </p:nvGrpSpPr>
        <p:grpSpPr>
          <a:xfrm flipH="1" rot="5400000">
            <a:off x="7743839" y="108496"/>
            <a:ext cx="1270599" cy="1053621"/>
            <a:chOff x="-142022" y="90588"/>
            <a:chExt cx="1270599" cy="1053621"/>
          </a:xfrm>
        </p:grpSpPr>
        <p:sp>
          <p:nvSpPr>
            <p:cNvPr id="1165" name="Google Shape;1165;p55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5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5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5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5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5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5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5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5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5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5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5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5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5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" name="Google Shape;1179;p55"/>
          <p:cNvSpPr/>
          <p:nvPr/>
        </p:nvSpPr>
        <p:spPr>
          <a:xfrm flipH="1" rot="1095766">
            <a:off x="8352990" y="1388632"/>
            <a:ext cx="315634" cy="341626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0" name="Google Shape;1180;p55"/>
          <p:cNvGrpSpPr/>
          <p:nvPr/>
        </p:nvGrpSpPr>
        <p:grpSpPr>
          <a:xfrm flipH="1">
            <a:off x="-50718" y="742199"/>
            <a:ext cx="538722" cy="479299"/>
            <a:chOff x="5927389" y="663096"/>
            <a:chExt cx="595931" cy="530198"/>
          </a:xfrm>
        </p:grpSpPr>
        <p:sp>
          <p:nvSpPr>
            <p:cNvPr id="1181" name="Google Shape;1181;p55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5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" name="Google Shape;1183;p55"/>
          <p:cNvSpPr/>
          <p:nvPr/>
        </p:nvSpPr>
        <p:spPr>
          <a:xfrm flipH="1">
            <a:off x="8396768" y="3866400"/>
            <a:ext cx="454182" cy="479298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" name="Google Shape;1184;p55"/>
          <p:cNvSpPr/>
          <p:nvPr/>
        </p:nvSpPr>
        <p:spPr>
          <a:xfrm rot="5714785">
            <a:off x="420106" y="4258475"/>
            <a:ext cx="373585" cy="128558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" name="Google Shape;1185;p55"/>
          <p:cNvSpPr/>
          <p:nvPr/>
        </p:nvSpPr>
        <p:spPr>
          <a:xfrm rot="4745172">
            <a:off x="269134" y="4120426"/>
            <a:ext cx="310725" cy="1051088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12_1_1">
    <p:bg>
      <p:bgPr>
        <a:solidFill>
          <a:schemeClr val="accent2"/>
        </a:solidFill>
      </p:bgPr>
    </p:bg>
    <p:spTree>
      <p:nvGrpSpPr>
        <p:cNvPr id="1186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7" name="Google Shape;1187;p56"/>
          <p:cNvGrpSpPr/>
          <p:nvPr/>
        </p:nvGrpSpPr>
        <p:grpSpPr>
          <a:xfrm flipH="1" rot="10800000">
            <a:off x="7785137" y="-407243"/>
            <a:ext cx="1258993" cy="1313658"/>
            <a:chOff x="8085825" y="1477998"/>
            <a:chExt cx="1383661" cy="1443739"/>
          </a:xfrm>
        </p:grpSpPr>
        <p:sp>
          <p:nvSpPr>
            <p:cNvPr id="1188" name="Google Shape;1188;p56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rect b="b" l="l" r="r" t="t"/>
              <a:pathLst>
                <a:path extrusionOk="0" h="29138" w="5835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6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rect b="b" l="l" r="r" t="t"/>
              <a:pathLst>
                <a:path extrusionOk="0" h="30080" w="6959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6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rect b="b" l="l" r="r" t="t"/>
              <a:pathLst>
                <a:path extrusionOk="0" h="29989" w="6077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6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rect b="b" l="l" r="r" t="t"/>
              <a:pathLst>
                <a:path extrusionOk="0" h="29272" w="6472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" name="Google Shape;1192;p56"/>
          <p:cNvSpPr/>
          <p:nvPr/>
        </p:nvSpPr>
        <p:spPr>
          <a:xfrm rot="2482476">
            <a:off x="8209642" y="3884457"/>
            <a:ext cx="828428" cy="1256301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56"/>
          <p:cNvSpPr/>
          <p:nvPr/>
        </p:nvSpPr>
        <p:spPr>
          <a:xfrm rot="10800000">
            <a:off x="-361612" y="3844754"/>
            <a:ext cx="1866353" cy="1551439"/>
          </a:xfrm>
          <a:custGeom>
            <a:rect b="b" l="l" r="r" t="t"/>
            <a:pathLst>
              <a:path extrusionOk="0" h="40107" w="48248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" name="Google Shape;1194;p56"/>
          <p:cNvGrpSpPr/>
          <p:nvPr/>
        </p:nvGrpSpPr>
        <p:grpSpPr>
          <a:xfrm rot="5400000">
            <a:off x="7743839" y="3826833"/>
            <a:ext cx="1270599" cy="1053621"/>
            <a:chOff x="-142022" y="90588"/>
            <a:chExt cx="1270599" cy="1053621"/>
          </a:xfrm>
        </p:grpSpPr>
        <p:sp>
          <p:nvSpPr>
            <p:cNvPr id="1195" name="Google Shape;1195;p56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rect b="b" l="l" r="r" t="t"/>
              <a:pathLst>
                <a:path extrusionOk="0" h="6440" w="7597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6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rect b="b" l="l" r="r" t="t"/>
              <a:pathLst>
                <a:path extrusionOk="0" h="5121" w="6139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6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rect b="b" l="l" r="r" t="t"/>
              <a:pathLst>
                <a:path extrusionOk="0" h="5770" w="7019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6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rect b="b" l="l" r="r" t="t"/>
              <a:pathLst>
                <a:path extrusionOk="0" h="6860" w="6898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6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rect b="b" l="l" r="r" t="t"/>
              <a:pathLst>
                <a:path extrusionOk="0" h="5784" w="6382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6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rect b="b" l="l" r="r" t="t"/>
              <a:pathLst>
                <a:path extrusionOk="0" h="3252" w="3252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6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rect b="b" l="l" r="r" t="t"/>
              <a:pathLst>
                <a:path extrusionOk="0" h="4619" w="4954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6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rect b="b" l="l" r="r" t="t"/>
              <a:pathLst>
                <a:path extrusionOk="0" h="5596" w="4285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6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rect b="b" l="l" r="r" t="t"/>
              <a:pathLst>
                <a:path extrusionOk="0" h="3973" w="5044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6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rect b="b" l="l" r="r" t="t"/>
              <a:pathLst>
                <a:path extrusionOk="0" h="4801" w="5287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6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rect b="b" l="l" r="r" t="t"/>
              <a:pathLst>
                <a:path extrusionOk="0" h="3443" w="3008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6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rect b="b" l="l" r="r" t="t"/>
              <a:pathLst>
                <a:path extrusionOk="0" h="4372" w="5895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6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rect b="b" l="l" r="r" t="t"/>
              <a:pathLst>
                <a:path extrusionOk="0" h="3548" w="4497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6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rect b="b" l="l" r="r" t="t"/>
              <a:pathLst>
                <a:path extrusionOk="0" h="3040" w="3222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9" name="Google Shape;1209;p56"/>
          <p:cNvSpPr/>
          <p:nvPr/>
        </p:nvSpPr>
        <p:spPr>
          <a:xfrm rot="9704234">
            <a:off x="8352990" y="3258693"/>
            <a:ext cx="315634" cy="341626"/>
          </a:xfrm>
          <a:custGeom>
            <a:rect b="b" l="l" r="r" t="t"/>
            <a:pathLst>
              <a:path extrusionOk="0" h="9989" w="9229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0" name="Google Shape;1210;p56"/>
          <p:cNvGrpSpPr/>
          <p:nvPr/>
        </p:nvGrpSpPr>
        <p:grpSpPr>
          <a:xfrm rot="10800000">
            <a:off x="-50718" y="3767452"/>
            <a:ext cx="538722" cy="479299"/>
            <a:chOff x="5927389" y="663096"/>
            <a:chExt cx="595931" cy="530198"/>
          </a:xfrm>
        </p:grpSpPr>
        <p:sp>
          <p:nvSpPr>
            <p:cNvPr id="1211" name="Google Shape;1211;p56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6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3" name="Google Shape;1213;p56"/>
          <p:cNvSpPr/>
          <p:nvPr/>
        </p:nvSpPr>
        <p:spPr>
          <a:xfrm rot="10800000">
            <a:off x="8396768" y="643252"/>
            <a:ext cx="454182" cy="479298"/>
          </a:xfrm>
          <a:custGeom>
            <a:rect b="b" l="l" r="r" t="t"/>
            <a:pathLst>
              <a:path extrusionOk="0" h="15648" w="14828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4" name="Google Shape;1214;p56"/>
          <p:cNvSpPr/>
          <p:nvPr/>
        </p:nvSpPr>
        <p:spPr>
          <a:xfrm flipH="1" rot="5085215">
            <a:off x="420106" y="-555111"/>
            <a:ext cx="373585" cy="1285586"/>
          </a:xfrm>
          <a:custGeom>
            <a:rect b="b" l="l" r="r" t="t"/>
            <a:pathLst>
              <a:path extrusionOk="0" h="46009" w="1337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56"/>
          <p:cNvSpPr/>
          <p:nvPr/>
        </p:nvSpPr>
        <p:spPr>
          <a:xfrm flipH="1" rot="6054828">
            <a:off x="269134" y="-182564"/>
            <a:ext cx="310725" cy="1051088"/>
          </a:xfrm>
          <a:custGeom>
            <a:rect b="b" l="l" r="r" t="t"/>
            <a:pathLst>
              <a:path extrusionOk="0" h="37619" w="11121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Relationship Id="rId9" Type="http://schemas.openxmlformats.org/officeDocument/2006/relationships/slideLayout" Target="../slideLayouts/slideLayout8.xml"/><Relationship Id="rId10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2.xml"/><Relationship Id="rId14" Type="http://schemas.openxmlformats.org/officeDocument/2006/relationships/slideLayout" Target="../slideLayouts/slideLayout13.xml"/><Relationship Id="rId15" Type="http://schemas.openxmlformats.org/officeDocument/2006/relationships/slideLayout" Target="../slideLayouts/slideLayout14.xml"/><Relationship Id="rId16" Type="http://schemas.openxmlformats.org/officeDocument/2006/relationships/slideLayout" Target="../slideLayouts/slideLayout15.xml"/><Relationship Id="rId17" Type="http://schemas.openxmlformats.org/officeDocument/2006/relationships/slideLayout" Target="../slideLayouts/slideLayout16.xml"/><Relationship Id="rId18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19.xml"/><Relationship Id="rId21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1.xml"/><Relationship Id="rId23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23.xml"/><Relationship Id="rId25" Type="http://schemas.openxmlformats.org/officeDocument/2006/relationships/slideLayout" Target="../slideLayouts/slideLayout24.xml"/><Relationship Id="rId26" Type="http://schemas.openxmlformats.org/officeDocument/2006/relationships/slideLayout" Target="../slideLayouts/slideLayout25.xml"/><Relationship Id="rId27" Type="http://schemas.openxmlformats.org/officeDocument/2006/relationships/slideLayout" Target="../slideLayouts/slideLayout26.xml"/><Relationship Id="rId28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8.xml"/><Relationship Id="rId30" Type="http://schemas.openxmlformats.org/officeDocument/2006/relationships/slideLayout" Target="../slideLayouts/slideLayout29.xml"/><Relationship Id="rId31" Type="http://schemas.openxmlformats.org/officeDocument/2006/relationships/slideLayout" Target="../slideLayouts/slideLayout30.xml"/><Relationship Id="rId32" Type="http://schemas.openxmlformats.org/officeDocument/2006/relationships/slideLayout" Target="../slideLayouts/slideLayout31.xml"/><Relationship Id="rId33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33.xml"/><Relationship Id="rId35" Type="http://schemas.openxmlformats.org/officeDocument/2006/relationships/slideLayout" Target="../slideLayouts/slideLayout34.xml"/><Relationship Id="rId36" Type="http://schemas.openxmlformats.org/officeDocument/2006/relationships/slideLayout" Target="../slideLayouts/slideLayout35.xml"/><Relationship Id="rId37" Type="http://schemas.openxmlformats.org/officeDocument/2006/relationships/slideLayout" Target="../slideLayouts/slideLayout36.xml"/><Relationship Id="rId38" Type="http://schemas.openxmlformats.org/officeDocument/2006/relationships/slideLayout" Target="../slideLayouts/slideLayout37.xml"/><Relationship Id="rId39" Type="http://schemas.openxmlformats.org/officeDocument/2006/relationships/slideLayout" Target="../slideLayouts/slideLayout38.xml"/><Relationship Id="rId40" Type="http://schemas.openxmlformats.org/officeDocument/2006/relationships/slideLayout" Target="../slideLayouts/slideLayout39.xml"/><Relationship Id="rId41" Type="http://schemas.openxmlformats.org/officeDocument/2006/relationships/slideLayout" Target="../slideLayouts/slideLayout40.xml"/><Relationship Id="rId42" Type="http://schemas.openxmlformats.org/officeDocument/2006/relationships/slideLayout" Target="../slideLayouts/slideLayout41.xml"/><Relationship Id="rId43" Type="http://schemas.openxmlformats.org/officeDocument/2006/relationships/slideLayout" Target="../slideLayouts/slideLayout42.xml"/><Relationship Id="rId44" Type="http://schemas.openxmlformats.org/officeDocument/2006/relationships/slideLayout" Target="../slideLayouts/slideLayout43.xml"/><Relationship Id="rId45" Type="http://schemas.openxmlformats.org/officeDocument/2006/relationships/slideLayout" Target="../slideLayouts/slideLayout44.xml"/><Relationship Id="rId46" Type="http://schemas.openxmlformats.org/officeDocument/2006/relationships/slideLayout" Target="../slideLayouts/slideLayout45.xml"/><Relationship Id="rId47" Type="http://schemas.openxmlformats.org/officeDocument/2006/relationships/slideLayout" Target="../slideLayouts/slideLayout46.xml"/><Relationship Id="rId48" Type="http://schemas.openxmlformats.org/officeDocument/2006/relationships/slideLayout" Target="../slideLayouts/slideLayout47.xml"/><Relationship Id="rId49" Type="http://schemas.openxmlformats.org/officeDocument/2006/relationships/slideLayout" Target="../slideLayouts/slideLayout48.xml"/><Relationship Id="rId50" Type="http://schemas.openxmlformats.org/officeDocument/2006/relationships/slideLayout" Target="../slideLayouts/slideLayout49.xml"/><Relationship Id="rId51" Type="http://schemas.openxmlformats.org/officeDocument/2006/relationships/slideLayout" Target="../slideLayouts/slideLayout50.xml"/><Relationship Id="rId52" Type="http://schemas.openxmlformats.org/officeDocument/2006/relationships/slideLayout" Target="../slideLayouts/slideLayout51.xml"/><Relationship Id="rId53" Type="http://schemas.openxmlformats.org/officeDocument/2006/relationships/slideLayout" Target="../slideLayouts/slideLayout52.xml"/><Relationship Id="rId54" Type="http://schemas.openxmlformats.org/officeDocument/2006/relationships/slideLayout" Target="../slideLayouts/slideLayout53.xml"/><Relationship Id="rId55" Type="http://schemas.openxmlformats.org/officeDocument/2006/relationships/slideLayout" Target="../slideLayouts/slideLayout54.xml"/><Relationship Id="rId56" Type="http://schemas.openxmlformats.org/officeDocument/2006/relationships/slideLayout" Target="../slideLayouts/slideLayout55.xml"/><Relationship Id="rId57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oogle Shape;6;p1"/>
          <p:cNvPicPr preferRelativeResize="0"/>
          <p:nvPr/>
        </p:nvPicPr>
        <p:blipFill rotWithShape="1">
          <a:blip r:embed="rId1">
            <a:alphaModFix/>
          </a:blip>
          <a:srcRect b="0" l="0" r="0" t="0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Google Shape;7;p1"/>
          <p:cNvSpPr txBox="1"/>
          <p:nvPr>
            <p:ph type="title"/>
          </p:nvPr>
        </p:nvSpPr>
        <p:spPr>
          <a:xfrm>
            <a:off x="727350" y="539850"/>
            <a:ext cx="76893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b="1" sz="25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" type="body"/>
          </p:nvPr>
        </p:nvSpPr>
        <p:spPr>
          <a:xfrm>
            <a:off x="727300" y="1440276"/>
            <a:ext cx="7689300" cy="316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●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○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■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●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○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■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●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○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Lato"/>
              <a:buChar char="■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2"/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  <p:sldLayoutId id="2147483662" r:id="rId16"/>
    <p:sldLayoutId id="2147483663" r:id="rId17"/>
    <p:sldLayoutId id="2147483664" r:id="rId18"/>
    <p:sldLayoutId id="2147483665" r:id="rId19"/>
    <p:sldLayoutId id="2147483666" r:id="rId20"/>
    <p:sldLayoutId id="2147483667" r:id="rId21"/>
    <p:sldLayoutId id="2147483668" r:id="rId22"/>
    <p:sldLayoutId id="2147483669" r:id="rId23"/>
    <p:sldLayoutId id="2147483670" r:id="rId24"/>
    <p:sldLayoutId id="2147483671" r:id="rId25"/>
    <p:sldLayoutId id="2147483672" r:id="rId26"/>
    <p:sldLayoutId id="2147483673" r:id="rId27"/>
    <p:sldLayoutId id="2147483674" r:id="rId28"/>
    <p:sldLayoutId id="2147483675" r:id="rId29"/>
    <p:sldLayoutId id="2147483676" r:id="rId30"/>
    <p:sldLayoutId id="2147483677" r:id="rId31"/>
    <p:sldLayoutId id="2147483678" r:id="rId32"/>
    <p:sldLayoutId id="2147483679" r:id="rId33"/>
    <p:sldLayoutId id="2147483680" r:id="rId34"/>
    <p:sldLayoutId id="2147483681" r:id="rId35"/>
    <p:sldLayoutId id="2147483682" r:id="rId36"/>
    <p:sldLayoutId id="2147483683" r:id="rId37"/>
    <p:sldLayoutId id="2147483684" r:id="rId38"/>
    <p:sldLayoutId id="2147483685" r:id="rId39"/>
    <p:sldLayoutId id="2147483686" r:id="rId40"/>
    <p:sldLayoutId id="2147483687" r:id="rId41"/>
    <p:sldLayoutId id="2147483688" r:id="rId42"/>
    <p:sldLayoutId id="2147483689" r:id="rId43"/>
    <p:sldLayoutId id="2147483690" r:id="rId44"/>
    <p:sldLayoutId id="2147483691" r:id="rId45"/>
    <p:sldLayoutId id="2147483692" r:id="rId46"/>
    <p:sldLayoutId id="2147483693" r:id="rId47"/>
    <p:sldLayoutId id="2147483694" r:id="rId48"/>
    <p:sldLayoutId id="2147483695" r:id="rId49"/>
    <p:sldLayoutId id="2147483696" r:id="rId50"/>
    <p:sldLayoutId id="2147483697" r:id="rId51"/>
    <p:sldLayoutId id="2147483698" r:id="rId52"/>
    <p:sldLayoutId id="2147483699" r:id="rId53"/>
    <p:sldLayoutId id="2147483700" r:id="rId54"/>
    <p:sldLayoutId id="2147483701" r:id="rId55"/>
    <p:sldLayoutId id="2147483702" r:id="rId5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4.xml"/><Relationship Id="rId2" Type="http://schemas.openxmlformats.org/officeDocument/2006/relationships/notesSlide" Target="../notesSlides/notesSlide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9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2.xml"/><Relationship Id="rId2" Type="http://schemas.openxmlformats.org/officeDocument/2006/relationships/notesSlide" Target="../notesSlides/notesSlide5.xml"/><Relationship Id="rId3" Type="http://schemas.openxmlformats.org/officeDocument/2006/relationships/hyperlink" Target="https://groove2groove.telecom-paris.fr/demo.html" TargetMode="External"/><Relationship Id="rId4" Type="http://schemas.openxmlformats.org/officeDocument/2006/relationships/image" Target="../media/image4.png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6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3.png"/><Relationship Id="rId4" Type="http://schemas.openxmlformats.org/officeDocument/2006/relationships/image" Target="../media/image7.png"/><Relationship Id="rId5" Type="http://schemas.openxmlformats.org/officeDocument/2006/relationships/image" Target="../media/image2.pn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png"/><Relationship Id="rId4" Type="http://schemas.openxmlformats.org/officeDocument/2006/relationships/image" Target="../media/image8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7.png"/><Relationship Id="rId4" Type="http://schemas.openxmlformats.org/officeDocument/2006/relationships/image" Target="../media/image10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4.xml"/><Relationship Id="rId2" Type="http://schemas.openxmlformats.org/officeDocument/2006/relationships/notesSlide" Target="../notesSlides/notesSlide1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4.png"/><Relationship Id="rId4" Type="http://schemas.openxmlformats.org/officeDocument/2006/relationships/image" Target="../media/image18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2.png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4.png"/><Relationship Id="rId4" Type="http://schemas.openxmlformats.org/officeDocument/2006/relationships/image" Target="../media/image18.png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9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57"/>
          <p:cNvSpPr/>
          <p:nvPr/>
        </p:nvSpPr>
        <p:spPr>
          <a:xfrm rot="5873752">
            <a:off x="4113228" y="2647315"/>
            <a:ext cx="917559" cy="1934007"/>
          </a:xfrm>
          <a:custGeom>
            <a:rect b="b" l="l" r="r" t="t"/>
            <a:pathLst>
              <a:path extrusionOk="0" h="23454" w="15466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57"/>
          <p:cNvSpPr txBox="1"/>
          <p:nvPr>
            <p:ph type="ctrTitle"/>
          </p:nvPr>
        </p:nvSpPr>
        <p:spPr>
          <a:xfrm>
            <a:off x="1770150" y="1253625"/>
            <a:ext cx="5603700" cy="194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Musical Style Transfer</a:t>
            </a:r>
            <a:endParaRPr/>
          </a:p>
        </p:txBody>
      </p:sp>
      <p:grpSp>
        <p:nvGrpSpPr>
          <p:cNvPr id="1222" name="Google Shape;1222;p57"/>
          <p:cNvGrpSpPr/>
          <p:nvPr/>
        </p:nvGrpSpPr>
        <p:grpSpPr>
          <a:xfrm>
            <a:off x="1101247" y="2741467"/>
            <a:ext cx="483086" cy="429802"/>
            <a:chOff x="1101247" y="2686592"/>
            <a:chExt cx="483086" cy="429802"/>
          </a:xfrm>
        </p:grpSpPr>
        <p:sp>
          <p:nvSpPr>
            <p:cNvPr id="1223" name="Google Shape;1223;p57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7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" name="Google Shape;1225;p57"/>
          <p:cNvSpPr/>
          <p:nvPr/>
        </p:nvSpPr>
        <p:spPr>
          <a:xfrm>
            <a:off x="4383650" y="574051"/>
            <a:ext cx="376715" cy="316788"/>
          </a:xfrm>
          <a:custGeom>
            <a:rect b="b" l="l" r="r" t="t"/>
            <a:pathLst>
              <a:path extrusionOk="0" h="10705" w="12729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57"/>
          <p:cNvSpPr/>
          <p:nvPr/>
        </p:nvSpPr>
        <p:spPr>
          <a:xfrm rot="-492499">
            <a:off x="2535160" y="3997410"/>
            <a:ext cx="219844" cy="393429"/>
          </a:xfrm>
          <a:custGeom>
            <a:rect b="b" l="l" r="r" t="t"/>
            <a:pathLst>
              <a:path extrusionOk="0" h="13210" w="7381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57"/>
          <p:cNvSpPr/>
          <p:nvPr/>
        </p:nvSpPr>
        <p:spPr>
          <a:xfrm rot="448387">
            <a:off x="7375575" y="2939449"/>
            <a:ext cx="273787" cy="466433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57"/>
          <p:cNvSpPr/>
          <p:nvPr/>
        </p:nvSpPr>
        <p:spPr>
          <a:xfrm>
            <a:off x="7951500" y="4201616"/>
            <a:ext cx="376717" cy="309228"/>
          </a:xfrm>
          <a:custGeom>
            <a:rect b="b" l="l" r="r" t="t"/>
            <a:pathLst>
              <a:path extrusionOk="0" h="10103" w="12308">
                <a:moveTo>
                  <a:pt x="7918" y="1"/>
                </a:moveTo>
                <a:cubicBezTo>
                  <a:pt x="7684" y="1"/>
                  <a:pt x="7474" y="211"/>
                  <a:pt x="7474" y="445"/>
                </a:cubicBezTo>
                <a:lnTo>
                  <a:pt x="7474" y="468"/>
                </a:lnTo>
                <a:lnTo>
                  <a:pt x="7474" y="491"/>
                </a:lnTo>
                <a:cubicBezTo>
                  <a:pt x="7310" y="912"/>
                  <a:pt x="6797" y="1425"/>
                  <a:pt x="6563" y="1776"/>
                </a:cubicBezTo>
                <a:cubicBezTo>
                  <a:pt x="6236" y="2243"/>
                  <a:pt x="5886" y="2733"/>
                  <a:pt x="5559" y="3200"/>
                </a:cubicBezTo>
                <a:cubicBezTo>
                  <a:pt x="4998" y="3994"/>
                  <a:pt x="4438" y="4788"/>
                  <a:pt x="3854" y="5536"/>
                </a:cubicBezTo>
                <a:cubicBezTo>
                  <a:pt x="3714" y="5395"/>
                  <a:pt x="3574" y="5279"/>
                  <a:pt x="3410" y="5185"/>
                </a:cubicBezTo>
                <a:cubicBezTo>
                  <a:pt x="2992" y="4912"/>
                  <a:pt x="2508" y="4771"/>
                  <a:pt x="2010" y="4771"/>
                </a:cubicBezTo>
                <a:cubicBezTo>
                  <a:pt x="1785" y="4771"/>
                  <a:pt x="1557" y="4800"/>
                  <a:pt x="1332" y="4858"/>
                </a:cubicBezTo>
                <a:cubicBezTo>
                  <a:pt x="725" y="4998"/>
                  <a:pt x="1" y="5676"/>
                  <a:pt x="678" y="6213"/>
                </a:cubicBezTo>
                <a:cubicBezTo>
                  <a:pt x="1192" y="6610"/>
                  <a:pt x="1776" y="6843"/>
                  <a:pt x="2406" y="6937"/>
                </a:cubicBezTo>
                <a:cubicBezTo>
                  <a:pt x="2633" y="6978"/>
                  <a:pt x="2924" y="7024"/>
                  <a:pt x="3206" y="7024"/>
                </a:cubicBezTo>
                <a:cubicBezTo>
                  <a:pt x="3563" y="7024"/>
                  <a:pt x="3905" y="6951"/>
                  <a:pt x="4088" y="6703"/>
                </a:cubicBezTo>
                <a:cubicBezTo>
                  <a:pt x="4111" y="6657"/>
                  <a:pt x="4134" y="6610"/>
                  <a:pt x="4134" y="6563"/>
                </a:cubicBezTo>
                <a:cubicBezTo>
                  <a:pt x="4928" y="5629"/>
                  <a:pt x="5629" y="4625"/>
                  <a:pt x="6306" y="3644"/>
                </a:cubicBezTo>
                <a:cubicBezTo>
                  <a:pt x="6703" y="3107"/>
                  <a:pt x="7077" y="2546"/>
                  <a:pt x="7450" y="2009"/>
                </a:cubicBezTo>
                <a:cubicBezTo>
                  <a:pt x="7637" y="1729"/>
                  <a:pt x="7988" y="1355"/>
                  <a:pt x="8221" y="958"/>
                </a:cubicBezTo>
                <a:cubicBezTo>
                  <a:pt x="8712" y="1262"/>
                  <a:pt x="9202" y="1542"/>
                  <a:pt x="9739" y="1799"/>
                </a:cubicBezTo>
                <a:cubicBezTo>
                  <a:pt x="10229" y="2079"/>
                  <a:pt x="10767" y="2313"/>
                  <a:pt x="11304" y="2500"/>
                </a:cubicBezTo>
                <a:cubicBezTo>
                  <a:pt x="11047" y="3527"/>
                  <a:pt x="10767" y="4555"/>
                  <a:pt x="10463" y="5582"/>
                </a:cubicBezTo>
                <a:cubicBezTo>
                  <a:pt x="10159" y="6540"/>
                  <a:pt x="9739" y="7521"/>
                  <a:pt x="9529" y="8501"/>
                </a:cubicBezTo>
                <a:cubicBezTo>
                  <a:pt x="9280" y="8439"/>
                  <a:pt x="9020" y="8418"/>
                  <a:pt x="8764" y="8418"/>
                </a:cubicBezTo>
                <a:cubicBezTo>
                  <a:pt x="8636" y="8418"/>
                  <a:pt x="8509" y="8424"/>
                  <a:pt x="8385" y="8431"/>
                </a:cubicBezTo>
                <a:cubicBezTo>
                  <a:pt x="7871" y="8478"/>
                  <a:pt x="7217" y="8665"/>
                  <a:pt x="7170" y="9295"/>
                </a:cubicBezTo>
                <a:cubicBezTo>
                  <a:pt x="7114" y="9900"/>
                  <a:pt x="7676" y="10102"/>
                  <a:pt x="8338" y="10102"/>
                </a:cubicBezTo>
                <a:cubicBezTo>
                  <a:pt x="9056" y="10102"/>
                  <a:pt x="9891" y="9865"/>
                  <a:pt x="10183" y="9646"/>
                </a:cubicBezTo>
                <a:cubicBezTo>
                  <a:pt x="10370" y="9506"/>
                  <a:pt x="10440" y="9225"/>
                  <a:pt x="10346" y="8992"/>
                </a:cubicBezTo>
                <a:cubicBezTo>
                  <a:pt x="11374" y="7100"/>
                  <a:pt x="11747" y="4672"/>
                  <a:pt x="12191" y="2570"/>
                </a:cubicBezTo>
                <a:cubicBezTo>
                  <a:pt x="12191" y="2500"/>
                  <a:pt x="12191" y="2430"/>
                  <a:pt x="12168" y="2336"/>
                </a:cubicBezTo>
                <a:cubicBezTo>
                  <a:pt x="12308" y="2173"/>
                  <a:pt x="12261" y="1939"/>
                  <a:pt x="12098" y="1822"/>
                </a:cubicBezTo>
                <a:cubicBezTo>
                  <a:pt x="11514" y="1449"/>
                  <a:pt x="10907" y="1145"/>
                  <a:pt x="10253" y="912"/>
                </a:cubicBezTo>
                <a:lnTo>
                  <a:pt x="8244" y="48"/>
                </a:lnTo>
                <a:cubicBezTo>
                  <a:pt x="8151" y="1"/>
                  <a:pt x="8058" y="1"/>
                  <a:pt x="79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" name="Google Shape;1229;p57"/>
          <p:cNvSpPr/>
          <p:nvPr/>
        </p:nvSpPr>
        <p:spPr>
          <a:xfrm rot="1800062">
            <a:off x="6066414" y="3664493"/>
            <a:ext cx="348558" cy="910239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" name="Google Shape;1230;p57"/>
          <p:cNvSpPr txBox="1"/>
          <p:nvPr>
            <p:ph type="ctrTitle"/>
          </p:nvPr>
        </p:nvSpPr>
        <p:spPr>
          <a:xfrm>
            <a:off x="3576000" y="4311800"/>
            <a:ext cx="2213700" cy="24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accent1"/>
                </a:solidFill>
              </a:rPr>
              <a:t>Sahara Kaul, Ahmed Sajid, Kelsey Pattison</a:t>
            </a:r>
            <a:endParaRPr sz="1500">
              <a:solidFill>
                <a:schemeClr val="accent1"/>
              </a:solidFill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" name="Google Shape;1235;p58"/>
          <p:cNvSpPr/>
          <p:nvPr/>
        </p:nvSpPr>
        <p:spPr>
          <a:xfrm rot="1514388">
            <a:off x="8162088" y="3225975"/>
            <a:ext cx="307706" cy="803617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6" name="Google Shape;1236;p58"/>
          <p:cNvGrpSpPr/>
          <p:nvPr/>
        </p:nvGrpSpPr>
        <p:grpSpPr>
          <a:xfrm>
            <a:off x="5927389" y="663096"/>
            <a:ext cx="595931" cy="530198"/>
            <a:chOff x="5927389" y="663096"/>
            <a:chExt cx="595931" cy="530198"/>
          </a:xfrm>
        </p:grpSpPr>
        <p:sp>
          <p:nvSpPr>
            <p:cNvPr id="1237" name="Google Shape;1237;p58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8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9" name="Google Shape;1239;p58"/>
          <p:cNvSpPr/>
          <p:nvPr/>
        </p:nvSpPr>
        <p:spPr>
          <a:xfrm rot="210338">
            <a:off x="8076187" y="1744908"/>
            <a:ext cx="234548" cy="399559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" name="Google Shape;1240;p58"/>
          <p:cNvSpPr txBox="1"/>
          <p:nvPr>
            <p:ph idx="4294967295" type="title"/>
          </p:nvPr>
        </p:nvSpPr>
        <p:spPr>
          <a:xfrm>
            <a:off x="325675" y="1568100"/>
            <a:ext cx="81645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/>
              <a:t>Introduction</a:t>
            </a:r>
            <a:endParaRPr sz="50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244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9"/>
          <p:cNvSpPr txBox="1"/>
          <p:nvPr/>
        </p:nvSpPr>
        <p:spPr>
          <a:xfrm>
            <a:off x="1973700" y="239000"/>
            <a:ext cx="51966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Style Transfer</a:t>
            </a:r>
          </a:p>
        </p:txBody>
      </p:sp>
      <p:sp>
        <p:nvSpPr>
          <p:cNvPr id="1246" name="Google Shape;1246;p59"/>
          <p:cNvSpPr txBox="1"/>
          <p:nvPr/>
        </p:nvSpPr>
        <p:spPr>
          <a:xfrm>
            <a:off x="760800" y="1469325"/>
            <a:ext cx="3811200" cy="80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What is style transfer?</a:t>
            </a:r>
          </a:p>
        </p:txBody>
      </p:sp>
      <p:sp>
        <p:nvSpPr>
          <p:cNvPr id="1247" name="Google Shape;1247;p59"/>
          <p:cNvSpPr txBox="1"/>
          <p:nvPr/>
        </p:nvSpPr>
        <p:spPr>
          <a:xfrm>
            <a:off x="760800" y="2115775"/>
            <a:ext cx="6825900" cy="12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At a high level, style transfer means taking the content of one piece and combining it with the style of another.</a:t>
            </a:r>
          </a:p>
          <a:p/>
          <a:p>
            <a:r>
              <a:t>In music, that means preserving the underlying musical identity while changing timbre, instrumentation, texture, articulation, or production character.</a:t>
            </a: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25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Google Shape;1252;p60"/>
          <p:cNvSpPr txBox="1"/>
          <p:nvPr/>
        </p:nvSpPr>
        <p:spPr>
          <a:xfrm>
            <a:off x="1973700" y="239000"/>
            <a:ext cx="51966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1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Style Transfer</a:t>
            </a:r>
            <a:endParaRPr b="1" sz="41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253" name="Google Shape;1253;p60"/>
          <p:cNvPicPr preferRelativeResize="0"/>
          <p:nvPr/>
        </p:nvPicPr>
        <p:blipFill rotWithShape="1">
          <a:blip r:embed="rId3">
            <a:alphaModFix/>
          </a:blip>
          <a:srcRect b="14038" l="0" r="0" t="0"/>
          <a:stretch/>
        </p:blipFill>
        <p:spPr>
          <a:xfrm>
            <a:off x="931800" y="1400650"/>
            <a:ext cx="7280400" cy="2591975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60"/>
          <p:cNvSpPr txBox="1"/>
          <p:nvPr/>
        </p:nvSpPr>
        <p:spPr>
          <a:xfrm>
            <a:off x="938400" y="3974927"/>
            <a:ext cx="1992000" cy="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Content </a:t>
            </a:r>
            <a:endParaRPr sz="20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55" name="Google Shape;1255;p60"/>
          <p:cNvSpPr txBox="1"/>
          <p:nvPr/>
        </p:nvSpPr>
        <p:spPr>
          <a:xfrm>
            <a:off x="3507636" y="3974927"/>
            <a:ext cx="1992000" cy="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Style</a:t>
            </a:r>
            <a:endParaRPr sz="20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56" name="Google Shape;1256;p60"/>
          <p:cNvSpPr txBox="1"/>
          <p:nvPr/>
        </p:nvSpPr>
        <p:spPr>
          <a:xfrm>
            <a:off x="6220200" y="3992627"/>
            <a:ext cx="1992000" cy="38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Output</a:t>
            </a:r>
            <a:endParaRPr sz="20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61"/>
          <p:cNvSpPr txBox="1"/>
          <p:nvPr/>
        </p:nvSpPr>
        <p:spPr>
          <a:xfrm>
            <a:off x="1494600" y="403411"/>
            <a:ext cx="61548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1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Musical </a:t>
            </a:r>
            <a:r>
              <a:rPr b="1" lang="en" sz="41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Style Transfer</a:t>
            </a:r>
            <a:endParaRPr b="1" sz="41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62" name="Google Shape;1262;p61"/>
          <p:cNvSpPr txBox="1"/>
          <p:nvPr/>
        </p:nvSpPr>
        <p:spPr>
          <a:xfrm>
            <a:off x="1494600" y="1460061"/>
            <a:ext cx="61548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Demo</a:t>
            </a:r>
            <a:endParaRPr b="1" sz="24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cxnSp>
        <p:nvCxnSpPr>
          <p:cNvPr id="1263" name="Google Shape;1263;p61"/>
          <p:cNvCxnSpPr/>
          <p:nvPr/>
        </p:nvCxnSpPr>
        <p:spPr>
          <a:xfrm>
            <a:off x="3463050" y="2106250"/>
            <a:ext cx="2217900" cy="12300"/>
          </a:xfrm>
          <a:prstGeom prst="straightConnector1">
            <a:avLst/>
          </a:prstGeom>
          <a:noFill/>
          <a:ln cap="flat" cmpd="sng" w="9525">
            <a:solidFill>
              <a:srgbClr val="5F8195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264" name="Google Shape;1264;p6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39075" y="2230954"/>
            <a:ext cx="7465827" cy="17384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68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p62"/>
          <p:cNvSpPr txBox="1"/>
          <p:nvPr/>
        </p:nvSpPr>
        <p:spPr>
          <a:xfrm>
            <a:off x="1494600" y="250750"/>
            <a:ext cx="61548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Style vs Content</a:t>
            </a:r>
          </a:p>
        </p:txBody>
      </p:sp>
      <p:sp>
        <p:nvSpPr>
          <p:cNvPr id="1270" name="Google Shape;1270;p62"/>
          <p:cNvSpPr txBox="1"/>
          <p:nvPr/>
        </p:nvSpPr>
        <p:spPr>
          <a:xfrm>
            <a:off x="601250" y="1378654"/>
            <a:ext cx="8138100" cy="362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Content: melody, rhythm, notes being played, harmonic path, phrase structure</a:t>
            </a:r>
          </a:p>
          <a:p/>
          <a:p>
            <a:r>
              <a:t>Style: timbre, instrumentation, texture, dynamics, articulation, expressive details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4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p63"/>
          <p:cNvSpPr txBox="1"/>
          <p:nvPr/>
        </p:nvSpPr>
        <p:spPr>
          <a:xfrm>
            <a:off x="1494600" y="250750"/>
            <a:ext cx="61548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The Challenge</a:t>
            </a:r>
          </a:p>
        </p:txBody>
      </p:sp>
      <p:sp>
        <p:nvSpPr>
          <p:cNvPr id="1276" name="Google Shape;1276;p63"/>
          <p:cNvSpPr txBox="1"/>
          <p:nvPr/>
        </p:nvSpPr>
        <p:spPr>
          <a:xfrm>
            <a:off x="601250" y="1214250"/>
            <a:ext cx="8138100" cy="7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Why music style transfer is harder than it first seems</a:t>
            </a:r>
          </a:p>
        </p:txBody>
      </p:sp>
      <p:sp>
        <p:nvSpPr>
          <p:cNvPr id="1277" name="Google Shape;1277;p63"/>
          <p:cNvSpPr txBox="1"/>
          <p:nvPr/>
        </p:nvSpPr>
        <p:spPr>
          <a:xfrm>
            <a:off x="589500" y="2141950"/>
            <a:ext cx="8184900" cy="26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 single recording contains melody, rhythm, harmony, timbre, texture, instrumentation, room acoustics, mixing decisions, and long-range form all at once.</a:t>
            </a:r>
          </a:p>
          <a:p/>
          <a:p>
            <a:r>
              <a:t>Because these factors are entangled, changing one layer often damages another. That is why weak systems often produce a “coat of paint” result rather than a true re-authoring.</a:t>
            </a: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p64"/>
          <p:cNvSpPr txBox="1"/>
          <p:nvPr/>
        </p:nvSpPr>
        <p:spPr>
          <a:xfrm>
            <a:off x="979050" y="274225"/>
            <a:ext cx="71859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Audio Representations</a:t>
            </a:r>
          </a:p>
        </p:txBody>
      </p:sp>
      <p:sp>
        <p:nvSpPr>
          <p:cNvPr id="1283" name="Google Shape;1283;p64"/>
          <p:cNvSpPr txBox="1"/>
          <p:nvPr/>
        </p:nvSpPr>
        <p:spPr>
          <a:xfrm>
            <a:off x="561175" y="1108550"/>
            <a:ext cx="7316100" cy="338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Audio can be represented as:</a:t>
            </a:r>
          </a:p>
          <a:p/>
          <a:p>
            <a:r>
              <a:t>MIDI</a:t>
            </a:r>
          </a:p>
          <a:p>
            <a:r>
              <a:t>Spectrograms and log-mel features</a:t>
            </a:r>
          </a:p>
          <a:p>
            <a:r>
              <a:t>Raw waveforms</a:t>
            </a:r>
          </a:p>
          <a:p>
            <a:r>
              <a:t>Learned latent representations</a:t>
            </a:r>
          </a:p>
        </p:txBody>
      </p:sp>
      <p:pic>
        <p:nvPicPr>
          <p:cNvPr id="1284" name="Google Shape;1284;p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410075" y="3856450"/>
            <a:ext cx="2506300" cy="1253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5" name="Google Shape;1285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647593" y="2631800"/>
            <a:ext cx="2268785" cy="112886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6" name="Google Shape;1286;p64"/>
          <p:cNvPicPr preferRelativeResize="0"/>
          <p:nvPr/>
        </p:nvPicPr>
        <p:blipFill rotWithShape="1">
          <a:blip r:embed="rId5">
            <a:alphaModFix/>
          </a:blip>
          <a:srcRect b="9806" l="0" r="0" t="18725"/>
          <a:stretch/>
        </p:blipFill>
        <p:spPr>
          <a:xfrm>
            <a:off x="4523450" y="1600475"/>
            <a:ext cx="4440050" cy="971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0" name="Shape 1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" name="Google Shape;1291;p65"/>
          <p:cNvSpPr txBox="1"/>
          <p:nvPr/>
        </p:nvSpPr>
        <p:spPr>
          <a:xfrm>
            <a:off x="979050" y="274225"/>
            <a:ext cx="71859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Audio Representations</a:t>
            </a:r>
          </a:p>
        </p:txBody>
      </p:sp>
      <p:sp>
        <p:nvSpPr>
          <p:cNvPr id="1292" name="Google Shape;1292;p65"/>
          <p:cNvSpPr txBox="1"/>
          <p:nvPr/>
        </p:nvSpPr>
        <p:spPr>
          <a:xfrm>
            <a:off x="458775" y="1097175"/>
            <a:ext cx="4389600" cy="338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MIDI</a:t>
            </a:r>
          </a:p>
          <a:p/>
          <a:p>
            <a:r>
              <a:t>Stores note events and controller messages rather than final sound</a:t>
            </a:r>
          </a:p>
          <a:p>
            <a:r>
              <a:t>Small file size</a:t>
            </a:r>
          </a:p>
          <a:p>
            <a:r>
              <a:t>Easy manipulation</a:t>
            </a:r>
          </a:p>
          <a:p>
            <a:r>
              <a:t>But a lot of timbral realism is missing</a:t>
            </a:r>
          </a:p>
        </p:txBody>
      </p:sp>
      <p:pic>
        <p:nvPicPr>
          <p:cNvPr id="1293" name="Google Shape;1293;p6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54925" y="1582475"/>
            <a:ext cx="4389576" cy="229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7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p66"/>
          <p:cNvSpPr txBox="1"/>
          <p:nvPr/>
        </p:nvSpPr>
        <p:spPr>
          <a:xfrm>
            <a:off x="979050" y="274225"/>
            <a:ext cx="71859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Audio Representations</a:t>
            </a:r>
          </a:p>
        </p:txBody>
      </p:sp>
      <p:sp>
        <p:nvSpPr>
          <p:cNvPr id="1299" name="Google Shape;1299;p66"/>
          <p:cNvSpPr txBox="1"/>
          <p:nvPr/>
        </p:nvSpPr>
        <p:spPr>
          <a:xfrm>
            <a:off x="601250" y="1108550"/>
            <a:ext cx="5025900" cy="338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Raw waveforms</a:t>
            </a:r>
          </a:p>
          <a:p/>
          <a:p>
            <a:r>
              <a:t>Highest fidelity representation</a:t>
            </a:r>
          </a:p>
          <a:p>
            <a:r>
              <a:t>X-axis is time, Y-axis is air-pressure displacement</a:t>
            </a:r>
          </a:p>
          <a:p>
            <a:r>
              <a:t>Wave shape carries timbre and local acoustic detail</a:t>
            </a:r>
          </a:p>
          <a:p>
            <a:r>
              <a:t>But it is a very dense space for semantic editing</a:t>
            </a:r>
          </a:p>
        </p:txBody>
      </p:sp>
      <p:pic>
        <p:nvPicPr>
          <p:cNvPr id="1300" name="Google Shape;1300;p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21275" y="1108550"/>
            <a:ext cx="3320175" cy="1660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1" name="Google Shape;1301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189438" y="2850850"/>
            <a:ext cx="2383850" cy="2223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5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" name="Google Shape;1306;p67"/>
          <p:cNvSpPr txBox="1"/>
          <p:nvPr/>
        </p:nvSpPr>
        <p:spPr>
          <a:xfrm>
            <a:off x="979050" y="274225"/>
            <a:ext cx="71859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Audio Representations</a:t>
            </a:r>
          </a:p>
        </p:txBody>
      </p:sp>
      <p:sp>
        <p:nvSpPr>
          <p:cNvPr id="1307" name="Google Shape;1307;p67"/>
          <p:cNvSpPr txBox="1"/>
          <p:nvPr/>
        </p:nvSpPr>
        <p:spPr>
          <a:xfrm>
            <a:off x="458775" y="1097175"/>
            <a:ext cx="4607400" cy="397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Spectrograms</a:t>
            </a:r>
          </a:p>
          <a:p/>
          <a:p>
            <a:r>
              <a:t>Commonly used in style-transfer architectures</a:t>
            </a:r>
          </a:p>
          <a:p>
            <a:r>
              <a:t>X-axis is time, Y-axis is frequency, color intensity reflects amplitude</a:t>
            </a:r>
          </a:p>
          <a:p>
            <a:r>
              <a:t>Computed from waveforms using the Short-Time Fourier Transform</a:t>
            </a:r>
          </a:p>
          <a:p>
            <a:r>
              <a:t>They expose musical structure more clearly than raw waveforms</a:t>
            </a:r>
          </a:p>
        </p:txBody>
      </p:sp>
      <p:pic>
        <p:nvPicPr>
          <p:cNvPr id="1308" name="Google Shape;1308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66174" y="1097178"/>
            <a:ext cx="3729674" cy="18557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9" name="Google Shape;1309;p6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250992" y="3129669"/>
            <a:ext cx="3360046" cy="1747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3" name="Shape 1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Google Shape;1314;p68"/>
          <p:cNvSpPr txBox="1"/>
          <p:nvPr/>
        </p:nvSpPr>
        <p:spPr>
          <a:xfrm>
            <a:off x="412800" y="262850"/>
            <a:ext cx="83184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Short Time Fourier Transform</a:t>
            </a:r>
          </a:p>
        </p:txBody>
      </p:sp>
      <p:sp>
        <p:nvSpPr>
          <p:cNvPr id="1315" name="Google Shape;1315;p68"/>
          <p:cNvSpPr txBox="1"/>
          <p:nvPr/>
        </p:nvSpPr>
        <p:spPr>
          <a:xfrm>
            <a:off x="685050" y="1358700"/>
            <a:ext cx="7942800" cy="341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Fourier Transform vs STFT</a:t>
            </a:r>
          </a:p>
          <a:p/>
          <a:p>
            <a:r>
              <a:t>The Fourier Transform tells us what frequencies are present overall.</a:t>
            </a:r>
          </a:p>
          <a:p>
            <a:r>
              <a:t>The STFT applies the transform to short overlapping windows, giving a time-frequency representation of the signal.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9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p69"/>
          <p:cNvSpPr/>
          <p:nvPr/>
        </p:nvSpPr>
        <p:spPr>
          <a:xfrm rot="1514388">
            <a:off x="8162088" y="3225975"/>
            <a:ext cx="307706" cy="803617"/>
          </a:xfrm>
          <a:custGeom>
            <a:rect b="b" l="l" r="r" t="t"/>
            <a:pathLst>
              <a:path extrusionOk="0" h="19885" w="7614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1" name="Google Shape;1321;p69"/>
          <p:cNvGrpSpPr/>
          <p:nvPr/>
        </p:nvGrpSpPr>
        <p:grpSpPr>
          <a:xfrm>
            <a:off x="5927389" y="663096"/>
            <a:ext cx="595931" cy="530198"/>
            <a:chOff x="5927389" y="663096"/>
            <a:chExt cx="595931" cy="530198"/>
          </a:xfrm>
        </p:grpSpPr>
        <p:sp>
          <p:nvSpPr>
            <p:cNvPr id="1322" name="Google Shape;1322;p69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rect b="b" l="l" r="r" t="t"/>
              <a:pathLst>
                <a:path extrusionOk="0" h="11024" w="9692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9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rect b="b" l="l" r="r" t="t"/>
              <a:pathLst>
                <a:path extrusionOk="0" h="11318" w="4835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4" name="Google Shape;1324;p69"/>
          <p:cNvSpPr/>
          <p:nvPr/>
        </p:nvSpPr>
        <p:spPr>
          <a:xfrm rot="210338">
            <a:off x="8076187" y="1744908"/>
            <a:ext cx="234548" cy="399559"/>
          </a:xfrm>
          <a:custGeom>
            <a:rect b="b" l="l" r="r" t="t"/>
            <a:pathLst>
              <a:path extrusionOk="0" h="11538" w="6773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69"/>
          <p:cNvSpPr txBox="1"/>
          <p:nvPr>
            <p:ph idx="4294967295" type="title"/>
          </p:nvPr>
        </p:nvSpPr>
        <p:spPr>
          <a:xfrm>
            <a:off x="325675" y="1568100"/>
            <a:ext cx="81645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/>
              <a:t>Early Audio Generation Background</a:t>
            </a:r>
            <a:endParaRPr sz="50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9" name="Shape 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" name="Google Shape;1330;p70"/>
          <p:cNvSpPr txBox="1"/>
          <p:nvPr/>
        </p:nvSpPr>
        <p:spPr>
          <a:xfrm>
            <a:off x="412800" y="262850"/>
            <a:ext cx="83184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WaveNet</a:t>
            </a:r>
          </a:p>
        </p:txBody>
      </p:sp>
      <p:pic>
        <p:nvPicPr>
          <p:cNvPr id="1331" name="Google Shape;1331;p70" title="Screenshot 2026-03-22 at 6.20.49 PM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96080" y="2861150"/>
            <a:ext cx="4119700" cy="2092100"/>
          </a:xfrm>
          <a:prstGeom prst="rect">
            <a:avLst/>
          </a:prstGeom>
          <a:noFill/>
          <a:ln>
            <a:noFill/>
          </a:ln>
        </p:spPr>
      </p:pic>
      <p:sp>
        <p:nvSpPr>
          <p:cNvPr id="1332" name="Google Shape;1332;p70"/>
          <p:cNvSpPr txBox="1"/>
          <p:nvPr/>
        </p:nvSpPr>
        <p:spPr>
          <a:xfrm>
            <a:off x="556329" y="1108550"/>
            <a:ext cx="4497300" cy="338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Introduced by DeepMind in 2016</a:t>
            </a:r>
          </a:p>
          <a:p>
            <a:r>
              <a:t>Autoregressive model with dilated causal convolutions</a:t>
            </a:r>
          </a:p>
          <a:p>
            <a:r>
              <a:t>A major milestone in realistic neural audio generation</a:t>
            </a:r>
          </a:p>
          <a:p>
            <a:r>
              <a:t>But it generates one sample at a time, so inference is slow and expensive</a:t>
            </a:r>
          </a:p>
        </p:txBody>
      </p:sp>
      <p:pic>
        <p:nvPicPr>
          <p:cNvPr id="1333" name="Google Shape;1333;p70" title="Screenshot 2026-03-22 at 6.45.28 PM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595729" y="961750"/>
            <a:ext cx="2555196" cy="16380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7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Google Shape;1338;p71"/>
          <p:cNvSpPr txBox="1"/>
          <p:nvPr/>
        </p:nvSpPr>
        <p:spPr>
          <a:xfrm>
            <a:off x="412800" y="262850"/>
            <a:ext cx="83184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Background About GANs</a:t>
            </a:r>
          </a:p>
          <a:p/>
          <a:p>
            <a:r>
              <a:t>Generative Adversarial Networks are built around two networks:</a:t>
            </a:r>
          </a:p>
          <a:p>
            <a:r>
              <a:t>Generator: produces fake samples</a:t>
            </a:r>
          </a:p>
          <a:p>
            <a:r>
              <a:t>Discriminator: distinguishes real samples from fake ones</a:t>
            </a:r>
          </a:p>
          <a:p/>
          <a:p>
            <a:r>
              <a:t>They became popular because they often produced sharper outputs than standard autoencoder-style models.</a:t>
            </a:r>
          </a:p>
        </p:txBody>
      </p:sp>
      <p:pic>
        <p:nvPicPr>
          <p:cNvPr id="1339" name="Google Shape;1339;p71" title="Screenshot 2026-03-22 at 6.49.28 PM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32075" y="1394825"/>
            <a:ext cx="6879851" cy="30343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43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72"/>
          <p:cNvSpPr txBox="1"/>
          <p:nvPr/>
        </p:nvSpPr>
        <p:spPr>
          <a:xfrm>
            <a:off x="412800" y="262850"/>
            <a:ext cx="8318400" cy="6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WaveGAN</a:t>
            </a:r>
          </a:p>
        </p:txBody>
      </p:sp>
      <p:pic>
        <p:nvPicPr>
          <p:cNvPr id="1345" name="Google Shape;1345;p72" title="Screenshot 2026-03-22 at 6.20.49 PM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96080" y="2861150"/>
            <a:ext cx="4119700" cy="2092100"/>
          </a:xfrm>
          <a:prstGeom prst="rect">
            <a:avLst/>
          </a:prstGeom>
          <a:noFill/>
          <a:ln>
            <a:noFill/>
          </a:ln>
        </p:spPr>
      </p:pic>
      <p:sp>
        <p:nvSpPr>
          <p:cNvPr id="1346" name="Google Shape;1346;p72"/>
          <p:cNvSpPr txBox="1"/>
          <p:nvPr/>
        </p:nvSpPr>
        <p:spPr>
          <a:xfrm>
            <a:off x="556329" y="1108550"/>
            <a:ext cx="4497300" cy="338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r>
              <a:t>One of the first successful GAN-based raw-audio generators</a:t>
            </a:r>
          </a:p>
          <a:p>
            <a:r>
              <a:t>Adapts image-GAN ideas to one-dimensional audio</a:t>
            </a:r>
          </a:p>
          <a:p>
            <a:r>
              <a:t>Introduces phase shuffle to reduce trivial phase artifacts</a:t>
            </a:r>
          </a:p>
          <a:p/>
          <a:p>
            <a:r>
              <a:t>Important historically, but limited by phase precession and short fixed-length output</a:t>
            </a:r>
          </a:p>
        </p:txBody>
      </p:sp>
      <p:pic>
        <p:nvPicPr>
          <p:cNvPr id="1347" name="Google Shape;1347;p72" title="Screenshot 2026-03-22 at 6.45.28 PM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595729" y="961750"/>
            <a:ext cx="2555196" cy="16380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GANSynth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Instead of generating raw waveforms directly, GANSynth generates log-magnitude spectrograms and instantaneous-frequency spectrograms.</a:t>
            </a:r>
          </a:p>
          <a:p>
            <a:r>
              <a:t>Instantaneous frequency is more stable than raw phase under alignment shifts.</a:t>
            </a:r>
          </a:p>
          <a:p>
            <a:r>
              <a:t>Magnitude + IF are converted back into waveform audio through phase reconstruction and inverse STFT.</a:t>
            </a:r>
          </a:p>
          <a:p>
            <a:r>
              <a:t>Field lesson: representation choice matters.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Why Early Audio Generation Was Not Enough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WaveNet, WaveGAN, and GANSynth showed that neural audio generation was possible.</a:t>
            </a:r>
          </a:p>
          <a:p>
            <a:r>
              <a:t>But they did not explicitly guarantee that the original musical content would be preserved.</a:t>
            </a:r>
          </a:p>
          <a:p>
            <a:r>
              <a:t>They were strong historical steps in audio generation, but weak direct solutions to music style transfer.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Latent Structured Audio and Style Transfer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 idx="2"/>
          </p:nvPr>
        </p:nvSpPr>
        <p:spPr/>
        <p:txBody>
          <a:bodyPr/>
          <a:lstStyle/>
          <a:p/>
        </p:txBody>
      </p:sp>
      <p:sp>
        <p:nvSpPr>
          <p:cNvPr id="4" name="Subtitle 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Variational Autoencoders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VAEs are attractive because they expose a latent space where musical properties might be manipulated.</a:t>
            </a:r>
          </a:p>
          <a:p>
            <a:r>
              <a:t>Encoder compresses the input into latent variable z; decoder reconstructs from z.</a:t>
            </a:r>
          </a:p>
          <a:p>
            <a:r>
              <a:t>Naive audio VAEs struggle with posterior collapse, weak global bottlenecks, and raw sequential complexity.</a:t>
            </a:r>
          </a:p>
          <a:p>
            <a:r>
              <a:t>Still, the latent-space idea remains very valuable for style transfer.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MoVE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MoVE stands for Modulated Variational auto-Encoders for many-to-many musical timbre transfer.</a:t>
            </a:r>
          </a:p>
          <a:p>
            <a:r>
              <a:t>It was built specifically for musical timbre transfer rather than generic audio generation.</a:t>
            </a:r>
          </a:p>
          <a:p>
            <a:r>
              <a:t>Uses FiLM conditioning and an MMD objective to support many-to-many transfer in a single multi-domain model.</a:t>
            </a:r>
          </a:p>
          <a:p>
            <a:r>
              <a:t>Very relevant conceptually, but still closer to timbre transfer than full genre remastering.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RAVE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RAVE makes high-quality latent audio practical.</a:t>
            </a:r>
          </a:p>
          <a:p>
            <a:r>
              <a:t>Uses spectral losses instead of only raw sample-wise reconstruction.</a:t>
            </a:r>
          </a:p>
          <a:p>
            <a:r>
              <a:t>Preserves temporal structure with sequences of latent codes rather than one weak global vector.</a:t>
            </a:r>
          </a:p>
          <a:p>
            <a:r>
              <a:t>Improves decoder realism with adversarial sharpening and supports music-quality audio generation.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AudioLM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AudioLM is not a style-transfer model directly, but it addresses long-form coherence.</a:t>
            </a:r>
          </a:p>
          <a:p>
            <a:r>
              <a:t>Treats audio generation like language modeling over discrete audio tokens.</a:t>
            </a:r>
          </a:p>
          <a:p>
            <a:r>
              <a:t>Separates tokens for long-range structure from tokens for fine acoustic detail.</a:t>
            </a:r>
          </a:p>
          <a:p>
            <a:r>
              <a:t>Important because long-range stability is one of the hardest downstream problems in genre remastering.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Modern Controllable Synthesis and Style Transfer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 idx="2"/>
          </p:nvPr>
        </p:nvSpPr>
        <p:spPr/>
        <p:txBody>
          <a:bodyPr/>
          <a:lstStyle/>
          <a:p/>
        </p:txBody>
      </p:sp>
      <p:sp>
        <p:nvSpPr>
          <p:cNvPr id="4" name="Subtitle 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/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BigVGAN and FiLM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BigVGAN is a universal neural vocoder: it turns intermediate audio representations into more realistic waveform audio.</a:t>
            </a:r>
          </a:p>
          <a:p>
            <a:r>
              <a:t>Its role is realism rather than transfer logic itself.</a:t>
            </a:r>
          </a:p>
          <a:p>
            <a:r>
              <a:t>FiLM is a conditioning mechanism that lets a style vector scale and shift hidden features throughout the network.</a:t>
            </a:r>
          </a:p>
          <a:p>
            <a:r>
              <a:t>Its role is style-control logic rather than final waveform synthesis.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DDPM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Denoising Diffusion Probabilistic Models gradually destroy a sample with noise and learn the reverse denoising process.</a:t>
            </a:r>
          </a:p>
          <a:p>
            <a:r>
              <a:t>Diffusion matters because generation happens by gradual refinement rather than one-shot synthesis.</a:t>
            </a:r>
          </a:p>
          <a:p>
            <a:r>
              <a:t>That usually gives more stability and more room for control than many older model families.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Classifier-Free Guidance and SDEdit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Classifier-Free Guidance adds a practical control knob for how strongly the generation should follow the target condition.</a:t>
            </a:r>
          </a:p>
          <a:p>
            <a:r>
              <a:t>SDEdit starts from a noised version of an existing source instead of pure noise.</a:t>
            </a:r>
          </a:p>
          <a:p>
            <a:r>
              <a:t>Together they make the content-versus-style tradeoff much more explicit.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AudioLDM and Why Diffusion Is the Modern Direction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AudioLDM shows that high-quality controllable generation can happen in learned latent audio spaces.</a:t>
            </a:r>
          </a:p>
          <a:p>
            <a:r>
              <a:t>This makes diffusion much more relevant to editing and transformation, not only text-to-audio generation.</a:t>
            </a:r>
          </a:p>
          <a:p>
            <a:r>
              <a:t>Diffusion is central because it combines progressive generation, conditioning, guidance, and source anchoring.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Overview of Field Trends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1. Disentanglement</a:t>
            </a:r>
          </a:p>
          <a:p>
            <a:r>
              <a:t>2. Controllable latent audio</a:t>
            </a:r>
          </a:p>
          <a:p>
            <a:r>
              <a:t>3. Diffusion-based re-authoring</a:t>
            </a:r>
          </a:p>
          <a:p>
            <a:r>
              <a:t>4. Long-form coherence</a:t>
            </a:r>
          </a:p>
          <a:p>
            <a:r>
              <a:t>The field moved from raw generation toward structured representations and explicit control.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Conclusion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Music style transfer is not just an audio-generation problem.</a:t>
            </a:r>
          </a:p>
          <a:p>
            <a:r>
              <a:t>It is also a structure-preservation, representation, conditioning, synthesis, and coherence problem.</a:t>
            </a:r>
          </a:p>
          <a:p>
            <a:r>
              <a:t>The field is moving from surface transfer toward structure-aware genre reconstruction.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Art Subject for Elementary - 2nd Grade: Music XL by Slidesgo">
  <a:themeElements>
    <a:clrScheme name="Simple Light">
      <a:dk1>
        <a:srgbClr val="887107"/>
      </a:dk1>
      <a:lt1>
        <a:srgbClr val="FFFAE1"/>
      </a:lt1>
      <a:dk2>
        <a:srgbClr val="19264D"/>
      </a:dk2>
      <a:lt2>
        <a:srgbClr val="E2E6B3"/>
      </a:lt2>
      <a:accent1>
        <a:srgbClr val="E9AD0D"/>
      </a:accent1>
      <a:accent2>
        <a:srgbClr val="E0C357"/>
      </a:accent2>
      <a:accent3>
        <a:srgbClr val="BDD58A"/>
      </a:accent3>
      <a:accent4>
        <a:srgbClr val="B4C3C7"/>
      </a:accent4>
      <a:accent5>
        <a:srgbClr val="FFFFFF"/>
      </a:accent5>
      <a:accent6>
        <a:srgbClr val="FFFFFF"/>
      </a:accent6>
      <a:hlink>
        <a:srgbClr val="19264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